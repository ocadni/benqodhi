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3.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notesSlides/notesSlide4.xml" ContentType="application/vnd.openxmlformats-officedocument.presentationml.notesSlide+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notesSlides/notesSlide5.xml" ContentType="application/vnd.openxmlformats-officedocument.presentationml.notesSlide+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notesSlides/notesSlide6.xml" ContentType="application/vnd.openxmlformats-officedocument.presentationml.notesSlide+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notesSlides/notesSlide7.xml" ContentType="application/vnd.openxmlformats-officedocument.presentationml.notesSlide+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notesSlides/notesSlide8.xml" ContentType="application/vnd.openxmlformats-officedocument.presentationml.notesSlide+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notesSlides/notesSlide9.xml" ContentType="application/vnd.openxmlformats-officedocument.presentationml.notesSlide+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notesSlides/notesSlide10.xml" ContentType="application/vnd.openxmlformats-officedocument.presentationml.notesSlide+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notesSlides/notesSlide11.xml" ContentType="application/vnd.openxmlformats-officedocument.presentationml.notesSlide+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notesSlides/notesSlide12.xml" ContentType="application/vnd.openxmlformats-officedocument.presentationml.notesSlide+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notesSlides/notesSlide13.xml" ContentType="application/vnd.openxmlformats-officedocument.presentationml.notesSlide+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notesSlides/notesSlide14.xml" ContentType="application/vnd.openxmlformats-officedocument.presentationml.notesSlide+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notesSlides/notesSlide15.xml" ContentType="application/vnd.openxmlformats-officedocument.presentationml.notesSlide+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notesSlides/notesSlide16.xml" ContentType="application/vnd.openxmlformats-officedocument.presentationml.notesSlide+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notesSlides/notesSlide17.xml" ContentType="application/vnd.openxmlformats-officedocument.presentationml.notesSlide+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notesSlides/notesSlide18.xml" ContentType="application/vnd.openxmlformats-officedocument.presentationml.notesSlide+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handoutMasterIdLst>
    <p:handoutMasterId r:id="rId39"/>
  </p:handoutMasterIdLst>
  <p:sldIdLst>
    <p:sldId id="303" r:id="rId2"/>
    <p:sldId id="401" r:id="rId3"/>
    <p:sldId id="475" r:id="rId4"/>
    <p:sldId id="478" r:id="rId5"/>
    <p:sldId id="479" r:id="rId6"/>
    <p:sldId id="493" r:id="rId7"/>
    <p:sldId id="488" r:id="rId8"/>
    <p:sldId id="494" r:id="rId9"/>
    <p:sldId id="500" r:id="rId10"/>
    <p:sldId id="542" r:id="rId11"/>
    <p:sldId id="495" r:id="rId12"/>
    <p:sldId id="447" r:id="rId13"/>
    <p:sldId id="453" r:id="rId14"/>
    <p:sldId id="526" r:id="rId15"/>
    <p:sldId id="527" r:id="rId16"/>
    <p:sldId id="528" r:id="rId17"/>
    <p:sldId id="529" r:id="rId18"/>
    <p:sldId id="530" r:id="rId19"/>
    <p:sldId id="531" r:id="rId20"/>
    <p:sldId id="532" r:id="rId21"/>
    <p:sldId id="544" r:id="rId22"/>
    <p:sldId id="550" r:id="rId23"/>
    <p:sldId id="503" r:id="rId24"/>
    <p:sldId id="564" r:id="rId25"/>
    <p:sldId id="565" r:id="rId26"/>
    <p:sldId id="566" r:id="rId27"/>
    <p:sldId id="535" r:id="rId28"/>
    <p:sldId id="567" r:id="rId29"/>
    <p:sldId id="428" r:id="rId30"/>
    <p:sldId id="568" r:id="rId31"/>
    <p:sldId id="569" r:id="rId32"/>
    <p:sldId id="563" r:id="rId33"/>
    <p:sldId id="570" r:id="rId34"/>
    <p:sldId id="463" r:id="rId35"/>
    <p:sldId id="501" r:id="rId36"/>
    <p:sldId id="300" r:id="rId37"/>
  </p:sldIdLst>
  <p:sldSz cx="12192000" cy="6858000"/>
  <p:notesSz cx="6797675" cy="987266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92" userDrawn="1">
          <p15:clr>
            <a:srgbClr val="A4A3A4"/>
          </p15:clr>
        </p15:guide>
        <p15:guide id="2" pos="3840" userDrawn="1">
          <p15:clr>
            <a:srgbClr val="A4A3A4"/>
          </p15:clr>
        </p15:guide>
        <p15:guide id="3" orient="horz" pos="3777">
          <p15:clr>
            <a:srgbClr val="A4A3A4"/>
          </p15:clr>
        </p15:guide>
        <p15:guide id="4" pos="3839">
          <p15:clr>
            <a:srgbClr val="A4A3A4"/>
          </p15:clr>
        </p15:guide>
        <p15:guide id="5" orient="horz" pos="2162">
          <p15:clr>
            <a:srgbClr val="A4A3A4"/>
          </p15:clr>
        </p15:guide>
        <p15:guide id="6" pos="3835">
          <p15:clr>
            <a:srgbClr val="A4A3A4"/>
          </p15:clr>
        </p15:guide>
        <p15:guide id="7" orient="horz" pos="1352">
          <p15:clr>
            <a:srgbClr val="A4A3A4"/>
          </p15:clr>
        </p15:guide>
      </p15:sldGuideLst>
    </p:ext>
    <p:ext uri="{2D200454-40CA-4A62-9FC3-DE9A4176ACB9}">
      <p15:notesGuideLst xmlns:p15="http://schemas.microsoft.com/office/powerpoint/2012/main">
        <p15:guide id="1" orient="horz" pos="3110" userDrawn="1">
          <p15:clr>
            <a:srgbClr val="A4A3A4"/>
          </p15:clr>
        </p15:guide>
        <p15:guide id="2" pos="214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000"/>
    <a:srgbClr val="34ABE3"/>
    <a:srgbClr val="2AB6F0"/>
    <a:srgbClr val="195989"/>
    <a:srgbClr val="1D679F"/>
    <a:srgbClr val="1F6DA6"/>
    <a:srgbClr val="1B5B87"/>
    <a:srgbClr val="227DC1"/>
    <a:srgbClr val="2178B9"/>
    <a:srgbClr val="2177B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404E1BC-F379-4EA5-B729-EF7E337094A2}" v="5" dt="2025-09-22T09:30:52.4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601" autoAdjust="0"/>
    <p:restoredTop sz="82558" autoAdjust="0"/>
  </p:normalViewPr>
  <p:slideViewPr>
    <p:cSldViewPr snapToGrid="0">
      <p:cViewPr varScale="1">
        <p:scale>
          <a:sx n="91" d="100"/>
          <a:sy n="91" d="100"/>
        </p:scale>
        <p:origin x="744" y="90"/>
      </p:cViewPr>
      <p:guideLst>
        <p:guide orient="horz" pos="2092"/>
        <p:guide pos="3840"/>
        <p:guide orient="horz" pos="3777"/>
        <p:guide pos="3839"/>
        <p:guide orient="horz" pos="2162"/>
        <p:guide pos="3835"/>
        <p:guide orient="horz" pos="1352"/>
      </p:guideLst>
    </p:cSldViewPr>
  </p:slideViewPr>
  <p:outlineViewPr>
    <p:cViewPr>
      <p:scale>
        <a:sx n="33" d="100"/>
        <a:sy n="33" d="100"/>
      </p:scale>
      <p:origin x="0" y="-19132"/>
    </p:cViewPr>
    <p:sldLst>
      <p:sld r:id="rId1" collapse="1"/>
    </p:sldLst>
  </p:outlineViewPr>
  <p:notesTextViewPr>
    <p:cViewPr>
      <p:scale>
        <a:sx n="3" d="2"/>
        <a:sy n="3" d="2"/>
      </p:scale>
      <p:origin x="0" y="0"/>
    </p:cViewPr>
  </p:notesTextViewPr>
  <p:sorterViewPr>
    <p:cViewPr>
      <p:scale>
        <a:sx n="100" d="100"/>
        <a:sy n="100" d="100"/>
      </p:scale>
      <p:origin x="0" y="0"/>
    </p:cViewPr>
  </p:sorterViewPr>
  <p:notesViewPr>
    <p:cSldViewPr snapToGrid="0" snapToObjects="1" showGuides="1">
      <p:cViewPr varScale="1">
        <p:scale>
          <a:sx n="78" d="100"/>
          <a:sy n="78" d="100"/>
        </p:scale>
        <p:origin x="3204" y="102"/>
      </p:cViewPr>
      <p:guideLst>
        <p:guide orient="horz" pos="3110"/>
        <p:guide pos="214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viewProps" Target="viewProps.xml"/></Relationships>
</file>

<file path=ppt/_rels/viewProps.xml.rels><?xml version="1.0" encoding="UTF-8" standalone="yes"?>
<Relationships xmlns="http://schemas.openxmlformats.org/package/2006/relationships"><Relationship Id="rId1"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NSOLI Sergio (JRC-ISPRA)" userId="8ec1ba69-f77d-44e8-a83d-db8d01b7f0fa" providerId="ADAL" clId="{A404E1BC-F379-4EA5-B729-EF7E337094A2}"/>
    <pc:docChg chg="addSld delSld modSld modNotesMaster modHandout">
      <pc:chgData name="CONSOLI Sergio (JRC-ISPRA)" userId="8ec1ba69-f77d-44e8-a83d-db8d01b7f0fa" providerId="ADAL" clId="{A404E1BC-F379-4EA5-B729-EF7E337094A2}" dt="2025-09-22T09:30:58.371" v="37" actId="114"/>
      <pc:docMkLst>
        <pc:docMk/>
      </pc:docMkLst>
      <pc:sldChg chg="modNotes">
        <pc:chgData name="CONSOLI Sergio (JRC-ISPRA)" userId="8ec1ba69-f77d-44e8-a83d-db8d01b7f0fa" providerId="ADAL" clId="{A404E1BC-F379-4EA5-B729-EF7E337094A2}" dt="2025-09-18T14:51:13.432" v="2"/>
        <pc:sldMkLst>
          <pc:docMk/>
          <pc:sldMk cId="226664980" sldId="328"/>
        </pc:sldMkLst>
      </pc:sldChg>
      <pc:sldChg chg="modNotes">
        <pc:chgData name="CONSOLI Sergio (JRC-ISPRA)" userId="8ec1ba69-f77d-44e8-a83d-db8d01b7f0fa" providerId="ADAL" clId="{A404E1BC-F379-4EA5-B729-EF7E337094A2}" dt="2025-09-18T14:51:13.432" v="2"/>
        <pc:sldMkLst>
          <pc:docMk/>
          <pc:sldMk cId="2352355563" sldId="332"/>
        </pc:sldMkLst>
      </pc:sldChg>
      <pc:sldChg chg="modNotes">
        <pc:chgData name="CONSOLI Sergio (JRC-ISPRA)" userId="8ec1ba69-f77d-44e8-a83d-db8d01b7f0fa" providerId="ADAL" clId="{A404E1BC-F379-4EA5-B729-EF7E337094A2}" dt="2025-09-18T14:51:13.432" v="2"/>
        <pc:sldMkLst>
          <pc:docMk/>
          <pc:sldMk cId="3580018275" sldId="333"/>
        </pc:sldMkLst>
      </pc:sldChg>
      <pc:sldChg chg="modNotes">
        <pc:chgData name="CONSOLI Sergio (JRC-ISPRA)" userId="8ec1ba69-f77d-44e8-a83d-db8d01b7f0fa" providerId="ADAL" clId="{A404E1BC-F379-4EA5-B729-EF7E337094A2}" dt="2025-09-18T14:51:13.432" v="2"/>
        <pc:sldMkLst>
          <pc:docMk/>
          <pc:sldMk cId="1535342212" sldId="334"/>
        </pc:sldMkLst>
      </pc:sldChg>
      <pc:sldChg chg="modNotes">
        <pc:chgData name="CONSOLI Sergio (JRC-ISPRA)" userId="8ec1ba69-f77d-44e8-a83d-db8d01b7f0fa" providerId="ADAL" clId="{A404E1BC-F379-4EA5-B729-EF7E337094A2}" dt="2025-09-18T14:51:13.432" v="2"/>
        <pc:sldMkLst>
          <pc:docMk/>
          <pc:sldMk cId="2032624147" sldId="335"/>
        </pc:sldMkLst>
      </pc:sldChg>
      <pc:sldChg chg="del">
        <pc:chgData name="CONSOLI Sergio (JRC-ISPRA)" userId="8ec1ba69-f77d-44e8-a83d-db8d01b7f0fa" providerId="ADAL" clId="{A404E1BC-F379-4EA5-B729-EF7E337094A2}" dt="2025-09-22T09:22:34.275" v="3" actId="2696"/>
        <pc:sldMkLst>
          <pc:docMk/>
          <pc:sldMk cId="2799192184" sldId="336"/>
        </pc:sldMkLst>
      </pc:sldChg>
      <pc:sldChg chg="add">
        <pc:chgData name="CONSOLI Sergio (JRC-ISPRA)" userId="8ec1ba69-f77d-44e8-a83d-db8d01b7f0fa" providerId="ADAL" clId="{A404E1BC-F379-4EA5-B729-EF7E337094A2}" dt="2025-09-22T09:22:44.777" v="4"/>
        <pc:sldMkLst>
          <pc:docMk/>
          <pc:sldMk cId="3975648868" sldId="336"/>
        </pc:sldMkLst>
      </pc:sldChg>
      <pc:sldChg chg="modSp mod">
        <pc:chgData name="CONSOLI Sergio (JRC-ISPRA)" userId="8ec1ba69-f77d-44e8-a83d-db8d01b7f0fa" providerId="ADAL" clId="{A404E1BC-F379-4EA5-B729-EF7E337094A2}" dt="2025-09-22T09:30:58.371" v="37" actId="114"/>
        <pc:sldMkLst>
          <pc:docMk/>
          <pc:sldMk cId="4155095420" sldId="357"/>
        </pc:sldMkLst>
        <pc:spChg chg="mod">
          <ac:chgData name="CONSOLI Sergio (JRC-ISPRA)" userId="8ec1ba69-f77d-44e8-a83d-db8d01b7f0fa" providerId="ADAL" clId="{A404E1BC-F379-4EA5-B729-EF7E337094A2}" dt="2025-09-22T09:30:58.371" v="37" actId="114"/>
          <ac:spMkLst>
            <pc:docMk/>
            <pc:sldMk cId="4155095420" sldId="357"/>
            <ac:spMk id="4" creationId="{00000000-0000-0000-0000-000000000000}"/>
          </ac:spMkLst>
        </pc:spChg>
      </pc:sldChg>
      <pc:sldChg chg="mod modShow">
        <pc:chgData name="CONSOLI Sergio (JRC-ISPRA)" userId="8ec1ba69-f77d-44e8-a83d-db8d01b7f0fa" providerId="ADAL" clId="{A404E1BC-F379-4EA5-B729-EF7E337094A2}" dt="2025-09-22T09:23:44.486" v="5" actId="729"/>
        <pc:sldMkLst>
          <pc:docMk/>
          <pc:sldMk cId="395379591" sldId="387"/>
        </pc:sldMkLst>
      </pc:sldChg>
      <pc:sldChg chg="mod modShow">
        <pc:chgData name="CONSOLI Sergio (JRC-ISPRA)" userId="8ec1ba69-f77d-44e8-a83d-db8d01b7f0fa" providerId="ADAL" clId="{A404E1BC-F379-4EA5-B729-EF7E337094A2}" dt="2025-09-22T09:26:00.082" v="7" actId="729"/>
        <pc:sldMkLst>
          <pc:docMk/>
          <pc:sldMk cId="1396710882" sldId="391"/>
        </pc:sldMkLst>
      </pc:sldChg>
      <pc:sldChg chg="mod modShow">
        <pc:chgData name="CONSOLI Sergio (JRC-ISPRA)" userId="8ec1ba69-f77d-44e8-a83d-db8d01b7f0fa" providerId="ADAL" clId="{A404E1BC-F379-4EA5-B729-EF7E337094A2}" dt="2025-09-22T09:25:16.405" v="6" actId="729"/>
        <pc:sldMkLst>
          <pc:docMk/>
          <pc:sldMk cId="2103066593" sldId="392"/>
        </pc:sldMkLst>
      </pc:sldChg>
      <pc:sldChg chg="modSp mod">
        <pc:chgData name="CONSOLI Sergio (JRC-ISPRA)" userId="8ec1ba69-f77d-44e8-a83d-db8d01b7f0fa" providerId="ADAL" clId="{A404E1BC-F379-4EA5-B729-EF7E337094A2}" dt="2025-09-17T16:11:24.061" v="1" actId="20577"/>
        <pc:sldMkLst>
          <pc:docMk/>
          <pc:sldMk cId="1371078088" sldId="401"/>
        </pc:sldMkLst>
        <pc:spChg chg="mod">
          <ac:chgData name="CONSOLI Sergio (JRC-ISPRA)" userId="8ec1ba69-f77d-44e8-a83d-db8d01b7f0fa" providerId="ADAL" clId="{A404E1BC-F379-4EA5-B729-EF7E337094A2}" dt="2025-09-17T16:11:24.061" v="1" actId="20577"/>
          <ac:spMkLst>
            <pc:docMk/>
            <pc:sldMk cId="1371078088" sldId="401"/>
            <ac:spMk id="4" creationId="{00000000-0000-0000-0000-000000000000}"/>
          </ac:spMkLst>
        </pc:spChg>
      </pc:sldChg>
      <pc:sldChg chg="modSp mod">
        <pc:chgData name="CONSOLI Sergio (JRC-ISPRA)" userId="8ec1ba69-f77d-44e8-a83d-db8d01b7f0fa" providerId="ADAL" clId="{A404E1BC-F379-4EA5-B729-EF7E337094A2}" dt="2025-09-22T09:29:17.044" v="14" actId="20577"/>
        <pc:sldMkLst>
          <pc:docMk/>
          <pc:sldMk cId="828269349" sldId="413"/>
        </pc:sldMkLst>
        <pc:spChg chg="mod">
          <ac:chgData name="CONSOLI Sergio (JRC-ISPRA)" userId="8ec1ba69-f77d-44e8-a83d-db8d01b7f0fa" providerId="ADAL" clId="{A404E1BC-F379-4EA5-B729-EF7E337094A2}" dt="2025-09-22T09:29:17.044" v="14" actId="20577"/>
          <ac:spMkLst>
            <pc:docMk/>
            <pc:sldMk cId="828269349" sldId="413"/>
            <ac:spMk id="4" creationId="{C53A102E-97AB-F8B6-895B-2FCF1958582F}"/>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73C8396-34DD-4248-B953-E0CCE4C769E6}" type="doc">
      <dgm:prSet loTypeId="urn:microsoft.com/office/officeart/2005/8/layout/vList5" loCatId="list" qsTypeId="urn:microsoft.com/office/officeart/2005/8/quickstyle/simple1" qsCatId="simple" csTypeId="urn:microsoft.com/office/officeart/2005/8/colors/accent2_2" csCatId="accent2"/>
      <dgm:spPr/>
      <dgm:t>
        <a:bodyPr/>
        <a:lstStyle/>
        <a:p>
          <a:endParaRPr lang="en-US"/>
        </a:p>
      </dgm:t>
    </dgm:pt>
    <dgm:pt modelId="{8EBF8A88-9836-4939-AAD0-F6BE120FDC39}">
      <dgm:prSet/>
      <dgm:spPr/>
      <dgm:t>
        <a:bodyPr/>
        <a:lstStyle/>
        <a:p>
          <a:r>
            <a:rPr lang="en-US"/>
            <a:t>The minimum quartet tree cost (MQTC) problem </a:t>
          </a:r>
          <a:r>
            <a:rPr lang="en-US">
              <a:sym typeface="Wingdings" panose="05000000000000000000" pitchFamily="2" charset="2"/>
            </a:rPr>
            <a:t></a:t>
          </a:r>
          <a:r>
            <a:rPr lang="en-US"/>
            <a:t> mathematical paradigm of the quartet method of hierarchical clustering (Cilibrasi and Vitányi, 2007)</a:t>
          </a:r>
        </a:p>
      </dgm:t>
    </dgm:pt>
    <dgm:pt modelId="{A9DEA241-3593-4B5C-99E7-DB7BAB73F222}" type="parTrans" cxnId="{207A28D0-3132-49C5-BA7F-40E2B3F72F02}">
      <dgm:prSet/>
      <dgm:spPr/>
      <dgm:t>
        <a:bodyPr/>
        <a:lstStyle/>
        <a:p>
          <a:endParaRPr lang="en-US"/>
        </a:p>
      </dgm:t>
    </dgm:pt>
    <dgm:pt modelId="{4FE9B78D-38CE-426E-AD1A-BE2E00AD97E3}" type="sibTrans" cxnId="{207A28D0-3132-49C5-BA7F-40E2B3F72F02}">
      <dgm:prSet/>
      <dgm:spPr/>
      <dgm:t>
        <a:bodyPr/>
        <a:lstStyle/>
        <a:p>
          <a:endParaRPr lang="en-US"/>
        </a:p>
      </dgm:t>
    </dgm:pt>
    <dgm:pt modelId="{27310D5F-F1ED-4B7D-9F57-A4600F154F62}">
      <dgm:prSet/>
      <dgm:spPr/>
      <dgm:t>
        <a:bodyPr/>
        <a:lstStyle/>
        <a:p>
          <a:r>
            <a:rPr lang="en-US"/>
            <a:t>novel hierarchical clustering method for non tree-like (non-phylogeny) data in various domains, or for heterogeneous data across domains</a:t>
          </a:r>
        </a:p>
      </dgm:t>
    </dgm:pt>
    <dgm:pt modelId="{D0114990-7E53-48BF-B1D9-DF8218D3BACE}" type="parTrans" cxnId="{C17B1146-E490-4FB5-B609-6429D9423DB0}">
      <dgm:prSet/>
      <dgm:spPr/>
      <dgm:t>
        <a:bodyPr/>
        <a:lstStyle/>
        <a:p>
          <a:endParaRPr lang="en-US"/>
        </a:p>
      </dgm:t>
    </dgm:pt>
    <dgm:pt modelId="{49C573C6-CE8A-4E0F-B91A-7D3D517BFFD5}" type="sibTrans" cxnId="{C17B1146-E490-4FB5-B609-6429D9423DB0}">
      <dgm:prSet/>
      <dgm:spPr/>
      <dgm:t>
        <a:bodyPr/>
        <a:lstStyle/>
        <a:p>
          <a:endParaRPr lang="en-US"/>
        </a:p>
      </dgm:t>
    </dgm:pt>
    <dgm:pt modelId="{D61B8AD2-1C50-4745-80A6-7C97EBA1834C}">
      <dgm:prSet/>
      <dgm:spPr/>
      <dgm:t>
        <a:bodyPr/>
        <a:lstStyle/>
        <a:p>
          <a:r>
            <a:rPr lang="en-US"/>
            <a:t>Quartet Method : given a set of objects and their pairwise distances, determine a visual representation of the data</a:t>
          </a:r>
        </a:p>
      </dgm:t>
    </dgm:pt>
    <dgm:pt modelId="{FE6528AD-6939-4CEB-8479-76A65CBDF55F}" type="parTrans" cxnId="{368EDA22-9ECB-4255-93A9-ABCCB5C26BE5}">
      <dgm:prSet/>
      <dgm:spPr/>
      <dgm:t>
        <a:bodyPr/>
        <a:lstStyle/>
        <a:p>
          <a:endParaRPr lang="en-US"/>
        </a:p>
      </dgm:t>
    </dgm:pt>
    <dgm:pt modelId="{06E08A2F-4ABA-4695-8B05-CD28418BE0BA}" type="sibTrans" cxnId="{368EDA22-9ECB-4255-93A9-ABCCB5C26BE5}">
      <dgm:prSet/>
      <dgm:spPr/>
      <dgm:t>
        <a:bodyPr/>
        <a:lstStyle/>
        <a:p>
          <a:endParaRPr lang="en-US"/>
        </a:p>
      </dgm:t>
    </dgm:pt>
    <dgm:pt modelId="{32F52324-35FE-4755-BECA-A0BB58E3972A}">
      <dgm:prSet/>
      <dgm:spPr/>
      <dgm:t>
        <a:bodyPr/>
        <a:lstStyle/>
        <a:p>
          <a:r>
            <a:rPr lang="en-US"/>
            <a:t>it computes and visualizes a hierarchy of clusters of the objects</a:t>
          </a:r>
        </a:p>
      </dgm:t>
    </dgm:pt>
    <dgm:pt modelId="{CA6E310D-7C12-4DB2-A786-973BEA66304C}" type="parTrans" cxnId="{559D8A66-874B-4BD1-8D7C-92C378CE8A77}">
      <dgm:prSet/>
      <dgm:spPr/>
      <dgm:t>
        <a:bodyPr/>
        <a:lstStyle/>
        <a:p>
          <a:endParaRPr lang="en-US"/>
        </a:p>
      </dgm:t>
    </dgm:pt>
    <dgm:pt modelId="{AB66B220-6121-4178-89E2-C86232025C11}" type="sibTrans" cxnId="{559D8A66-874B-4BD1-8D7C-92C378CE8A77}">
      <dgm:prSet/>
      <dgm:spPr/>
      <dgm:t>
        <a:bodyPr/>
        <a:lstStyle/>
        <a:p>
          <a:endParaRPr lang="en-US"/>
        </a:p>
      </dgm:t>
    </dgm:pt>
    <dgm:pt modelId="{5F399C22-20B6-4F90-B4CC-F7B95980BF0A}">
      <dgm:prSet/>
      <dgm:spPr/>
      <dgm:t>
        <a:bodyPr/>
        <a:lstStyle/>
        <a:p>
          <a:r>
            <a:rPr lang="en-US"/>
            <a:t>it is robust, gives unique results in the limit, and does not require a priori the number of clusters to be produced</a:t>
          </a:r>
        </a:p>
      </dgm:t>
    </dgm:pt>
    <dgm:pt modelId="{FED25994-B8E7-42C1-8131-300CC6D4E406}" type="parTrans" cxnId="{BA8F81A6-1D49-4088-9269-E25B1CABF45E}">
      <dgm:prSet/>
      <dgm:spPr/>
      <dgm:t>
        <a:bodyPr/>
        <a:lstStyle/>
        <a:p>
          <a:endParaRPr lang="en-US"/>
        </a:p>
      </dgm:t>
    </dgm:pt>
    <dgm:pt modelId="{F517C763-FCD9-42DD-ADA3-B40ED436433A}" type="sibTrans" cxnId="{BA8F81A6-1D49-4088-9269-E25B1CABF45E}">
      <dgm:prSet/>
      <dgm:spPr/>
      <dgm:t>
        <a:bodyPr/>
        <a:lstStyle/>
        <a:p>
          <a:endParaRPr lang="en-US"/>
        </a:p>
      </dgm:t>
    </dgm:pt>
    <dgm:pt modelId="{FCF1DB2B-80E9-477F-802D-F45D74D67554}">
      <dgm:prSet/>
      <dgm:spPr/>
      <dgm:t>
        <a:bodyPr/>
        <a:lstStyle/>
        <a:p>
          <a:r>
            <a:rPr lang="en-US"/>
            <a:t>Many applications:</a:t>
          </a:r>
        </a:p>
      </dgm:t>
    </dgm:pt>
    <dgm:pt modelId="{979C3DA1-AB09-45E0-A795-DE37E28605C1}" type="parTrans" cxnId="{BE276849-072C-496F-8FE6-D167717EC266}">
      <dgm:prSet/>
      <dgm:spPr/>
      <dgm:t>
        <a:bodyPr/>
        <a:lstStyle/>
        <a:p>
          <a:endParaRPr lang="en-US"/>
        </a:p>
      </dgm:t>
    </dgm:pt>
    <dgm:pt modelId="{7B9810CB-1F99-4607-9461-3C6463BDAEB0}" type="sibTrans" cxnId="{BE276849-072C-496F-8FE6-D167717EC266}">
      <dgm:prSet/>
      <dgm:spPr/>
      <dgm:t>
        <a:bodyPr/>
        <a:lstStyle/>
        <a:p>
          <a:endParaRPr lang="en-US"/>
        </a:p>
      </dgm:t>
    </dgm:pt>
    <dgm:pt modelId="{04072FBE-6349-4AF0-86D9-615CA582092B}">
      <dgm:prSet/>
      <dgm:spPr/>
      <dgm:t>
        <a:bodyPr/>
        <a:lstStyle/>
        <a:p>
          <a:r>
            <a:rPr lang="en-US" dirty="0"/>
            <a:t>Biology, genomics, virology (populate phylogenetic trees, classify unknown pathogens into groups/classes, …)</a:t>
          </a:r>
        </a:p>
      </dgm:t>
    </dgm:pt>
    <dgm:pt modelId="{48AA0D64-5087-43DB-B017-DB21AEC092D2}" type="parTrans" cxnId="{B565DC82-C1AC-4626-ADC0-E26968943338}">
      <dgm:prSet/>
      <dgm:spPr/>
      <dgm:t>
        <a:bodyPr/>
        <a:lstStyle/>
        <a:p>
          <a:endParaRPr lang="en-US"/>
        </a:p>
      </dgm:t>
    </dgm:pt>
    <dgm:pt modelId="{E2D1EEE9-BC03-468F-B56E-F38C1B49B58F}" type="sibTrans" cxnId="{B565DC82-C1AC-4626-ADC0-E26968943338}">
      <dgm:prSet/>
      <dgm:spPr/>
      <dgm:t>
        <a:bodyPr/>
        <a:lstStyle/>
        <a:p>
          <a:endParaRPr lang="en-US"/>
        </a:p>
      </dgm:t>
    </dgm:pt>
    <dgm:pt modelId="{92E86E50-9094-4D94-8DDC-A36A5E791B8A}" type="pres">
      <dgm:prSet presAssocID="{773C8396-34DD-4248-B953-E0CCE4C769E6}" presName="Name0" presStyleCnt="0">
        <dgm:presLayoutVars>
          <dgm:dir/>
          <dgm:animLvl val="lvl"/>
          <dgm:resizeHandles val="exact"/>
        </dgm:presLayoutVars>
      </dgm:prSet>
      <dgm:spPr/>
    </dgm:pt>
    <dgm:pt modelId="{F1C74120-94DE-46FA-A825-5B77419721D8}" type="pres">
      <dgm:prSet presAssocID="{8EBF8A88-9836-4939-AAD0-F6BE120FDC39}" presName="linNode" presStyleCnt="0"/>
      <dgm:spPr/>
    </dgm:pt>
    <dgm:pt modelId="{672C973B-3918-4BC0-9462-B109C0AB85AA}" type="pres">
      <dgm:prSet presAssocID="{8EBF8A88-9836-4939-AAD0-F6BE120FDC39}" presName="parentText" presStyleLbl="node1" presStyleIdx="0" presStyleCnt="3">
        <dgm:presLayoutVars>
          <dgm:chMax val="1"/>
          <dgm:bulletEnabled val="1"/>
        </dgm:presLayoutVars>
      </dgm:prSet>
      <dgm:spPr/>
    </dgm:pt>
    <dgm:pt modelId="{2B5053F7-F3D8-4BDD-9A0F-18078A964336}" type="pres">
      <dgm:prSet presAssocID="{8EBF8A88-9836-4939-AAD0-F6BE120FDC39}" presName="descendantText" presStyleLbl="alignAccFollowNode1" presStyleIdx="0" presStyleCnt="3">
        <dgm:presLayoutVars>
          <dgm:bulletEnabled val="1"/>
        </dgm:presLayoutVars>
      </dgm:prSet>
      <dgm:spPr/>
    </dgm:pt>
    <dgm:pt modelId="{289AEA36-2D2B-4FE1-B653-A28A7C762B97}" type="pres">
      <dgm:prSet presAssocID="{4FE9B78D-38CE-426E-AD1A-BE2E00AD97E3}" presName="sp" presStyleCnt="0"/>
      <dgm:spPr/>
    </dgm:pt>
    <dgm:pt modelId="{0C0B47F3-D902-4EE8-9B08-FD0E58449632}" type="pres">
      <dgm:prSet presAssocID="{D61B8AD2-1C50-4745-80A6-7C97EBA1834C}" presName="linNode" presStyleCnt="0"/>
      <dgm:spPr/>
    </dgm:pt>
    <dgm:pt modelId="{14373DD4-6CF2-45E8-A80A-885F48041463}" type="pres">
      <dgm:prSet presAssocID="{D61B8AD2-1C50-4745-80A6-7C97EBA1834C}" presName="parentText" presStyleLbl="node1" presStyleIdx="1" presStyleCnt="3">
        <dgm:presLayoutVars>
          <dgm:chMax val="1"/>
          <dgm:bulletEnabled val="1"/>
        </dgm:presLayoutVars>
      </dgm:prSet>
      <dgm:spPr/>
    </dgm:pt>
    <dgm:pt modelId="{25C256E8-26FD-4046-9A45-EBC8DD33A595}" type="pres">
      <dgm:prSet presAssocID="{D61B8AD2-1C50-4745-80A6-7C97EBA1834C}" presName="descendantText" presStyleLbl="alignAccFollowNode1" presStyleIdx="1" presStyleCnt="3">
        <dgm:presLayoutVars>
          <dgm:bulletEnabled val="1"/>
        </dgm:presLayoutVars>
      </dgm:prSet>
      <dgm:spPr/>
    </dgm:pt>
    <dgm:pt modelId="{214FF5B2-B856-4C14-8682-32A431E4EEFF}" type="pres">
      <dgm:prSet presAssocID="{06E08A2F-4ABA-4695-8B05-CD28418BE0BA}" presName="sp" presStyleCnt="0"/>
      <dgm:spPr/>
    </dgm:pt>
    <dgm:pt modelId="{3307A9FE-A789-4884-93DC-3180E15B1D3D}" type="pres">
      <dgm:prSet presAssocID="{FCF1DB2B-80E9-477F-802D-F45D74D67554}" presName="linNode" presStyleCnt="0"/>
      <dgm:spPr/>
    </dgm:pt>
    <dgm:pt modelId="{D84A8EE3-90F3-45C5-8660-42F3AD20A129}" type="pres">
      <dgm:prSet presAssocID="{FCF1DB2B-80E9-477F-802D-F45D74D67554}" presName="parentText" presStyleLbl="node1" presStyleIdx="2" presStyleCnt="3">
        <dgm:presLayoutVars>
          <dgm:chMax val="1"/>
          <dgm:bulletEnabled val="1"/>
        </dgm:presLayoutVars>
      </dgm:prSet>
      <dgm:spPr/>
    </dgm:pt>
    <dgm:pt modelId="{81B3D3CD-5F72-4471-866E-ADB8BB0EB137}" type="pres">
      <dgm:prSet presAssocID="{FCF1DB2B-80E9-477F-802D-F45D74D67554}" presName="descendantText" presStyleLbl="alignAccFollowNode1" presStyleIdx="2" presStyleCnt="3">
        <dgm:presLayoutVars>
          <dgm:bulletEnabled val="1"/>
        </dgm:presLayoutVars>
      </dgm:prSet>
      <dgm:spPr/>
    </dgm:pt>
  </dgm:ptLst>
  <dgm:cxnLst>
    <dgm:cxn modelId="{B3D4DC1E-59EE-44C4-97D3-CC647D39F54F}" type="presOf" srcId="{773C8396-34DD-4248-B953-E0CCE4C769E6}" destId="{92E86E50-9094-4D94-8DDC-A36A5E791B8A}" srcOrd="0" destOrd="0" presId="urn:microsoft.com/office/officeart/2005/8/layout/vList5"/>
    <dgm:cxn modelId="{368EDA22-9ECB-4255-93A9-ABCCB5C26BE5}" srcId="{773C8396-34DD-4248-B953-E0CCE4C769E6}" destId="{D61B8AD2-1C50-4745-80A6-7C97EBA1834C}" srcOrd="1" destOrd="0" parTransId="{FE6528AD-6939-4CEB-8479-76A65CBDF55F}" sibTransId="{06E08A2F-4ABA-4695-8B05-CD28418BE0BA}"/>
    <dgm:cxn modelId="{BEE42032-5C7C-4709-8A30-C5CB3AB573EE}" type="presOf" srcId="{D61B8AD2-1C50-4745-80A6-7C97EBA1834C}" destId="{14373DD4-6CF2-45E8-A80A-885F48041463}" srcOrd="0" destOrd="0" presId="urn:microsoft.com/office/officeart/2005/8/layout/vList5"/>
    <dgm:cxn modelId="{DC01BE39-50BF-44A5-AFEA-4C3B8BCEB1C4}" type="presOf" srcId="{04072FBE-6349-4AF0-86D9-615CA582092B}" destId="{81B3D3CD-5F72-4471-866E-ADB8BB0EB137}" srcOrd="0" destOrd="0" presId="urn:microsoft.com/office/officeart/2005/8/layout/vList5"/>
    <dgm:cxn modelId="{C17B1146-E490-4FB5-B609-6429D9423DB0}" srcId="{8EBF8A88-9836-4939-AAD0-F6BE120FDC39}" destId="{27310D5F-F1ED-4B7D-9F57-A4600F154F62}" srcOrd="0" destOrd="0" parTransId="{D0114990-7E53-48BF-B1D9-DF8218D3BACE}" sibTransId="{49C573C6-CE8A-4E0F-B91A-7D3D517BFFD5}"/>
    <dgm:cxn modelId="{559D8A66-874B-4BD1-8D7C-92C378CE8A77}" srcId="{D61B8AD2-1C50-4745-80A6-7C97EBA1834C}" destId="{32F52324-35FE-4755-BECA-A0BB58E3972A}" srcOrd="0" destOrd="0" parTransId="{CA6E310D-7C12-4DB2-A786-973BEA66304C}" sibTransId="{AB66B220-6121-4178-89E2-C86232025C11}"/>
    <dgm:cxn modelId="{BE276849-072C-496F-8FE6-D167717EC266}" srcId="{773C8396-34DD-4248-B953-E0CCE4C769E6}" destId="{FCF1DB2B-80E9-477F-802D-F45D74D67554}" srcOrd="2" destOrd="0" parTransId="{979C3DA1-AB09-45E0-A795-DE37E28605C1}" sibTransId="{7B9810CB-1F99-4607-9461-3C6463BDAEB0}"/>
    <dgm:cxn modelId="{9F72D27F-72BB-4FAE-A79B-6CFF9CCE71D6}" type="presOf" srcId="{5F399C22-20B6-4F90-B4CC-F7B95980BF0A}" destId="{25C256E8-26FD-4046-9A45-EBC8DD33A595}" srcOrd="0" destOrd="1" presId="urn:microsoft.com/office/officeart/2005/8/layout/vList5"/>
    <dgm:cxn modelId="{B565DC82-C1AC-4626-ADC0-E26968943338}" srcId="{FCF1DB2B-80E9-477F-802D-F45D74D67554}" destId="{04072FBE-6349-4AF0-86D9-615CA582092B}" srcOrd="0" destOrd="0" parTransId="{48AA0D64-5087-43DB-B017-DB21AEC092D2}" sibTransId="{E2D1EEE9-BC03-468F-B56E-F38C1B49B58F}"/>
    <dgm:cxn modelId="{2EBF4A9E-0D42-4596-B5D3-65681D5C6FCC}" type="presOf" srcId="{27310D5F-F1ED-4B7D-9F57-A4600F154F62}" destId="{2B5053F7-F3D8-4BDD-9A0F-18078A964336}" srcOrd="0" destOrd="0" presId="urn:microsoft.com/office/officeart/2005/8/layout/vList5"/>
    <dgm:cxn modelId="{BA8F81A6-1D49-4088-9269-E25B1CABF45E}" srcId="{D61B8AD2-1C50-4745-80A6-7C97EBA1834C}" destId="{5F399C22-20B6-4F90-B4CC-F7B95980BF0A}" srcOrd="1" destOrd="0" parTransId="{FED25994-B8E7-42C1-8131-300CC6D4E406}" sibTransId="{F517C763-FCD9-42DD-ADA3-B40ED436433A}"/>
    <dgm:cxn modelId="{A55C6FB9-46CC-4C8D-8FAA-221CDFC61DCB}" type="presOf" srcId="{FCF1DB2B-80E9-477F-802D-F45D74D67554}" destId="{D84A8EE3-90F3-45C5-8660-42F3AD20A129}" srcOrd="0" destOrd="0" presId="urn:microsoft.com/office/officeart/2005/8/layout/vList5"/>
    <dgm:cxn modelId="{310048C8-C9FB-4D9D-875F-DC9A0CF5A8CA}" type="presOf" srcId="{8EBF8A88-9836-4939-AAD0-F6BE120FDC39}" destId="{672C973B-3918-4BC0-9462-B109C0AB85AA}" srcOrd="0" destOrd="0" presId="urn:microsoft.com/office/officeart/2005/8/layout/vList5"/>
    <dgm:cxn modelId="{207A28D0-3132-49C5-BA7F-40E2B3F72F02}" srcId="{773C8396-34DD-4248-B953-E0CCE4C769E6}" destId="{8EBF8A88-9836-4939-AAD0-F6BE120FDC39}" srcOrd="0" destOrd="0" parTransId="{A9DEA241-3593-4B5C-99E7-DB7BAB73F222}" sibTransId="{4FE9B78D-38CE-426E-AD1A-BE2E00AD97E3}"/>
    <dgm:cxn modelId="{A7208CF1-A4EC-4C78-97FE-21639732319D}" type="presOf" srcId="{32F52324-35FE-4755-BECA-A0BB58E3972A}" destId="{25C256E8-26FD-4046-9A45-EBC8DD33A595}" srcOrd="0" destOrd="0" presId="urn:microsoft.com/office/officeart/2005/8/layout/vList5"/>
    <dgm:cxn modelId="{60295BE2-37FE-4EFB-85CA-4CDF652B744D}" type="presParOf" srcId="{92E86E50-9094-4D94-8DDC-A36A5E791B8A}" destId="{F1C74120-94DE-46FA-A825-5B77419721D8}" srcOrd="0" destOrd="0" presId="urn:microsoft.com/office/officeart/2005/8/layout/vList5"/>
    <dgm:cxn modelId="{7FB0BB55-17C0-4823-A64D-026B21EF694D}" type="presParOf" srcId="{F1C74120-94DE-46FA-A825-5B77419721D8}" destId="{672C973B-3918-4BC0-9462-B109C0AB85AA}" srcOrd="0" destOrd="0" presId="urn:microsoft.com/office/officeart/2005/8/layout/vList5"/>
    <dgm:cxn modelId="{ACBE76E3-CEB9-45E9-80D8-20A024A2FCB1}" type="presParOf" srcId="{F1C74120-94DE-46FA-A825-5B77419721D8}" destId="{2B5053F7-F3D8-4BDD-9A0F-18078A964336}" srcOrd="1" destOrd="0" presId="urn:microsoft.com/office/officeart/2005/8/layout/vList5"/>
    <dgm:cxn modelId="{3D8A5358-48BF-4986-8632-1803B1AE4A51}" type="presParOf" srcId="{92E86E50-9094-4D94-8DDC-A36A5E791B8A}" destId="{289AEA36-2D2B-4FE1-B653-A28A7C762B97}" srcOrd="1" destOrd="0" presId="urn:microsoft.com/office/officeart/2005/8/layout/vList5"/>
    <dgm:cxn modelId="{24CEFA93-A5FD-4889-99FD-D542B9168960}" type="presParOf" srcId="{92E86E50-9094-4D94-8DDC-A36A5E791B8A}" destId="{0C0B47F3-D902-4EE8-9B08-FD0E58449632}" srcOrd="2" destOrd="0" presId="urn:microsoft.com/office/officeart/2005/8/layout/vList5"/>
    <dgm:cxn modelId="{6379AC56-49DF-4B5C-B90D-02804C65177F}" type="presParOf" srcId="{0C0B47F3-D902-4EE8-9B08-FD0E58449632}" destId="{14373DD4-6CF2-45E8-A80A-885F48041463}" srcOrd="0" destOrd="0" presId="urn:microsoft.com/office/officeart/2005/8/layout/vList5"/>
    <dgm:cxn modelId="{7E35D37C-62F0-4791-AFE2-E946B52D8661}" type="presParOf" srcId="{0C0B47F3-D902-4EE8-9B08-FD0E58449632}" destId="{25C256E8-26FD-4046-9A45-EBC8DD33A595}" srcOrd="1" destOrd="0" presId="urn:microsoft.com/office/officeart/2005/8/layout/vList5"/>
    <dgm:cxn modelId="{0BA10653-AAB6-40B5-AEE0-01008118C778}" type="presParOf" srcId="{92E86E50-9094-4D94-8DDC-A36A5E791B8A}" destId="{214FF5B2-B856-4C14-8682-32A431E4EEFF}" srcOrd="3" destOrd="0" presId="urn:microsoft.com/office/officeart/2005/8/layout/vList5"/>
    <dgm:cxn modelId="{D8CED03E-1228-4061-99FE-B7568CB0DB68}" type="presParOf" srcId="{92E86E50-9094-4D94-8DDC-A36A5E791B8A}" destId="{3307A9FE-A789-4884-93DC-3180E15B1D3D}" srcOrd="4" destOrd="0" presId="urn:microsoft.com/office/officeart/2005/8/layout/vList5"/>
    <dgm:cxn modelId="{FCD844F8-A35B-4880-B5F6-7A44293AC610}" type="presParOf" srcId="{3307A9FE-A789-4884-93DC-3180E15B1D3D}" destId="{D84A8EE3-90F3-45C5-8660-42F3AD20A129}" srcOrd="0" destOrd="0" presId="urn:microsoft.com/office/officeart/2005/8/layout/vList5"/>
    <dgm:cxn modelId="{B628A864-5CFB-48AB-92A6-CF93E5F3A295}" type="presParOf" srcId="{3307A9FE-A789-4884-93DC-3180E15B1D3D}" destId="{81B3D3CD-5F72-4471-866E-ADB8BB0EB137}"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5053F7-F3D8-4BDD-9A0F-18078A964336}">
      <dsp:nvSpPr>
        <dsp:cNvPr id="0" name=""/>
        <dsp:cNvSpPr/>
      </dsp:nvSpPr>
      <dsp:spPr>
        <a:xfrm rot="5400000">
          <a:off x="6444288" y="-2611569"/>
          <a:ext cx="1075171" cy="6571175"/>
        </a:xfrm>
        <a:prstGeom prst="round2SameRect">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l" defTabSz="755650">
            <a:lnSpc>
              <a:spcPct val="90000"/>
            </a:lnSpc>
            <a:spcBef>
              <a:spcPct val="0"/>
            </a:spcBef>
            <a:spcAft>
              <a:spcPct val="15000"/>
            </a:spcAft>
            <a:buChar char="•"/>
          </a:pPr>
          <a:r>
            <a:rPr lang="en-US" sz="1700" kern="1200"/>
            <a:t>novel hierarchical clustering method for non tree-like (non-phylogeny) data in various domains, or for heterogeneous data across domains</a:t>
          </a:r>
        </a:p>
      </dsp:txBody>
      <dsp:txXfrm rot="-5400000">
        <a:off x="3696286" y="188919"/>
        <a:ext cx="6518689" cy="970199"/>
      </dsp:txXfrm>
    </dsp:sp>
    <dsp:sp modelId="{672C973B-3918-4BC0-9462-B109C0AB85AA}">
      <dsp:nvSpPr>
        <dsp:cNvPr id="0" name=""/>
        <dsp:cNvSpPr/>
      </dsp:nvSpPr>
      <dsp:spPr>
        <a:xfrm>
          <a:off x="0" y="2036"/>
          <a:ext cx="3696286" cy="1343964"/>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32385" rIns="64770" bIns="32385" numCol="1" spcCol="1270" anchor="ctr" anchorCtr="0">
          <a:noAutofit/>
        </a:bodyPr>
        <a:lstStyle/>
        <a:p>
          <a:pPr marL="0" lvl="0" indent="0" algn="ctr" defTabSz="755650">
            <a:lnSpc>
              <a:spcPct val="90000"/>
            </a:lnSpc>
            <a:spcBef>
              <a:spcPct val="0"/>
            </a:spcBef>
            <a:spcAft>
              <a:spcPct val="35000"/>
            </a:spcAft>
            <a:buNone/>
          </a:pPr>
          <a:r>
            <a:rPr lang="en-US" sz="1700" kern="1200"/>
            <a:t>The minimum quartet tree cost (MQTC) problem </a:t>
          </a:r>
          <a:r>
            <a:rPr lang="en-US" sz="1700" kern="1200">
              <a:sym typeface="Wingdings" panose="05000000000000000000" pitchFamily="2" charset="2"/>
            </a:rPr>
            <a:t></a:t>
          </a:r>
          <a:r>
            <a:rPr lang="en-US" sz="1700" kern="1200"/>
            <a:t> mathematical paradigm of the quartet method of hierarchical clustering (Cilibrasi and Vitányi, 2007)</a:t>
          </a:r>
        </a:p>
      </dsp:txBody>
      <dsp:txXfrm>
        <a:off x="65607" y="67643"/>
        <a:ext cx="3565072" cy="1212750"/>
      </dsp:txXfrm>
    </dsp:sp>
    <dsp:sp modelId="{25C256E8-26FD-4046-9A45-EBC8DD33A595}">
      <dsp:nvSpPr>
        <dsp:cNvPr id="0" name=""/>
        <dsp:cNvSpPr/>
      </dsp:nvSpPr>
      <dsp:spPr>
        <a:xfrm rot="5400000">
          <a:off x="6444288" y="-1200406"/>
          <a:ext cx="1075171" cy="6571175"/>
        </a:xfrm>
        <a:prstGeom prst="round2SameRect">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l" defTabSz="755650">
            <a:lnSpc>
              <a:spcPct val="90000"/>
            </a:lnSpc>
            <a:spcBef>
              <a:spcPct val="0"/>
            </a:spcBef>
            <a:spcAft>
              <a:spcPct val="15000"/>
            </a:spcAft>
            <a:buChar char="•"/>
          </a:pPr>
          <a:r>
            <a:rPr lang="en-US" sz="1700" kern="1200"/>
            <a:t>it computes and visualizes a hierarchy of clusters of the objects</a:t>
          </a:r>
        </a:p>
        <a:p>
          <a:pPr marL="171450" lvl="1" indent="-171450" algn="l" defTabSz="755650">
            <a:lnSpc>
              <a:spcPct val="90000"/>
            </a:lnSpc>
            <a:spcBef>
              <a:spcPct val="0"/>
            </a:spcBef>
            <a:spcAft>
              <a:spcPct val="15000"/>
            </a:spcAft>
            <a:buChar char="•"/>
          </a:pPr>
          <a:r>
            <a:rPr lang="en-US" sz="1700" kern="1200"/>
            <a:t>it is robust, gives unique results in the limit, and does not require a priori the number of clusters to be produced</a:t>
          </a:r>
        </a:p>
      </dsp:txBody>
      <dsp:txXfrm rot="-5400000">
        <a:off x="3696286" y="1600082"/>
        <a:ext cx="6518689" cy="970199"/>
      </dsp:txXfrm>
    </dsp:sp>
    <dsp:sp modelId="{14373DD4-6CF2-45E8-A80A-885F48041463}">
      <dsp:nvSpPr>
        <dsp:cNvPr id="0" name=""/>
        <dsp:cNvSpPr/>
      </dsp:nvSpPr>
      <dsp:spPr>
        <a:xfrm>
          <a:off x="0" y="1413199"/>
          <a:ext cx="3696286" cy="1343964"/>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32385" rIns="64770" bIns="32385" numCol="1" spcCol="1270" anchor="ctr" anchorCtr="0">
          <a:noAutofit/>
        </a:bodyPr>
        <a:lstStyle/>
        <a:p>
          <a:pPr marL="0" lvl="0" indent="0" algn="ctr" defTabSz="755650">
            <a:lnSpc>
              <a:spcPct val="90000"/>
            </a:lnSpc>
            <a:spcBef>
              <a:spcPct val="0"/>
            </a:spcBef>
            <a:spcAft>
              <a:spcPct val="35000"/>
            </a:spcAft>
            <a:buNone/>
          </a:pPr>
          <a:r>
            <a:rPr lang="en-US" sz="1700" kern="1200"/>
            <a:t>Quartet Method : given a set of objects and their pairwise distances, determine a visual representation of the data</a:t>
          </a:r>
        </a:p>
      </dsp:txBody>
      <dsp:txXfrm>
        <a:off x="65607" y="1478806"/>
        <a:ext cx="3565072" cy="1212750"/>
      </dsp:txXfrm>
    </dsp:sp>
    <dsp:sp modelId="{81B3D3CD-5F72-4471-866E-ADB8BB0EB137}">
      <dsp:nvSpPr>
        <dsp:cNvPr id="0" name=""/>
        <dsp:cNvSpPr/>
      </dsp:nvSpPr>
      <dsp:spPr>
        <a:xfrm rot="5400000">
          <a:off x="6444288" y="210756"/>
          <a:ext cx="1075171" cy="6571175"/>
        </a:xfrm>
        <a:prstGeom prst="round2SameRect">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l" defTabSz="755650">
            <a:lnSpc>
              <a:spcPct val="90000"/>
            </a:lnSpc>
            <a:spcBef>
              <a:spcPct val="0"/>
            </a:spcBef>
            <a:spcAft>
              <a:spcPct val="15000"/>
            </a:spcAft>
            <a:buChar char="•"/>
          </a:pPr>
          <a:r>
            <a:rPr lang="en-US" sz="1700" kern="1200" dirty="0"/>
            <a:t>Biology, genomics, virology (populate phylogenetic trees, classify unknown pathogens into groups/classes, …)</a:t>
          </a:r>
        </a:p>
      </dsp:txBody>
      <dsp:txXfrm rot="-5400000">
        <a:off x="3696286" y="3011244"/>
        <a:ext cx="6518689" cy="970199"/>
      </dsp:txXfrm>
    </dsp:sp>
    <dsp:sp modelId="{D84A8EE3-90F3-45C5-8660-42F3AD20A129}">
      <dsp:nvSpPr>
        <dsp:cNvPr id="0" name=""/>
        <dsp:cNvSpPr/>
      </dsp:nvSpPr>
      <dsp:spPr>
        <a:xfrm>
          <a:off x="0" y="2824362"/>
          <a:ext cx="3696286" cy="1343964"/>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32385" rIns="64770" bIns="32385" numCol="1" spcCol="1270" anchor="ctr" anchorCtr="0">
          <a:noAutofit/>
        </a:bodyPr>
        <a:lstStyle/>
        <a:p>
          <a:pPr marL="0" lvl="0" indent="0" algn="ctr" defTabSz="755650">
            <a:lnSpc>
              <a:spcPct val="90000"/>
            </a:lnSpc>
            <a:spcBef>
              <a:spcPct val="0"/>
            </a:spcBef>
            <a:spcAft>
              <a:spcPct val="35000"/>
            </a:spcAft>
            <a:buNone/>
          </a:pPr>
          <a:r>
            <a:rPr lang="en-US" sz="1700" kern="1200"/>
            <a:t>Many applications:</a:t>
          </a:r>
        </a:p>
      </dsp:txBody>
      <dsp:txXfrm>
        <a:off x="65607" y="2889969"/>
        <a:ext cx="3565072" cy="1212750"/>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534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50443" y="0"/>
            <a:ext cx="2945659" cy="495348"/>
          </a:xfrm>
          <a:prstGeom prst="rect">
            <a:avLst/>
          </a:prstGeom>
        </p:spPr>
        <p:txBody>
          <a:bodyPr vert="horz" lIns="91440" tIns="45720" rIns="91440" bIns="45720" rtlCol="0"/>
          <a:lstStyle>
            <a:lvl1pPr algn="r">
              <a:defRPr sz="1200"/>
            </a:lvl1pPr>
          </a:lstStyle>
          <a:p>
            <a:fld id="{3A939EFE-0303-44F6-9A16-FD3B5E015DB1}" type="datetimeFigureOut">
              <a:rPr lang="en-GB" smtClean="0"/>
              <a:pPr/>
              <a:t>10/09/2026</a:t>
            </a:fld>
            <a:endParaRPr lang="en-GB"/>
          </a:p>
        </p:txBody>
      </p:sp>
      <p:sp>
        <p:nvSpPr>
          <p:cNvPr id="4" name="Footer Placeholder 3"/>
          <p:cNvSpPr>
            <a:spLocks noGrp="1"/>
          </p:cNvSpPr>
          <p:nvPr>
            <p:ph type="ftr" sz="quarter" idx="2"/>
          </p:nvPr>
        </p:nvSpPr>
        <p:spPr>
          <a:xfrm>
            <a:off x="0" y="9377317"/>
            <a:ext cx="2945659" cy="49534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50443" y="9377317"/>
            <a:ext cx="2945659" cy="495347"/>
          </a:xfrm>
          <a:prstGeom prst="rect">
            <a:avLst/>
          </a:prstGeom>
        </p:spPr>
        <p:txBody>
          <a:bodyPr vert="horz" lIns="91440" tIns="45720" rIns="91440" bIns="45720" rtlCol="0" anchor="b"/>
          <a:lstStyle>
            <a:lvl1pPr algn="r">
              <a:defRPr sz="1200"/>
            </a:lvl1pPr>
          </a:lstStyle>
          <a:p>
            <a:fld id="{C4F04766-77AF-4EBE-9704-229FD5F6AD6A}" type="slidenum">
              <a:rPr lang="en-GB" smtClean="0"/>
              <a:pPr/>
              <a:t>‹#›</a:t>
            </a:fld>
            <a:endParaRPr lang="en-GB"/>
          </a:p>
        </p:txBody>
      </p:sp>
    </p:spTree>
    <p:extLst>
      <p:ext uri="{BB962C8B-B14F-4D97-AF65-F5344CB8AC3E}">
        <p14:creationId xmlns:p14="http://schemas.microsoft.com/office/powerpoint/2010/main" val="378898812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534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50443" y="0"/>
            <a:ext cx="2945659" cy="495348"/>
          </a:xfrm>
          <a:prstGeom prst="rect">
            <a:avLst/>
          </a:prstGeom>
        </p:spPr>
        <p:txBody>
          <a:bodyPr vert="horz" lIns="91440" tIns="45720" rIns="91440" bIns="45720" rtlCol="0"/>
          <a:lstStyle>
            <a:lvl1pPr algn="r">
              <a:defRPr sz="1200"/>
            </a:lvl1pPr>
          </a:lstStyle>
          <a:p>
            <a:fld id="{A3B926D1-0013-4A80-B64E-9D824EE65210}" type="datetimeFigureOut">
              <a:rPr lang="en-GB" smtClean="0"/>
              <a:pPr/>
              <a:t>10/09/2026</a:t>
            </a:fld>
            <a:endParaRPr lang="en-GB"/>
          </a:p>
        </p:txBody>
      </p:sp>
      <p:sp>
        <p:nvSpPr>
          <p:cNvPr id="4" name="Slide Image Placeholder 3"/>
          <p:cNvSpPr>
            <a:spLocks noGrp="1" noRot="1" noChangeAspect="1"/>
          </p:cNvSpPr>
          <p:nvPr>
            <p:ph type="sldImg" idx="2"/>
          </p:nvPr>
        </p:nvSpPr>
        <p:spPr>
          <a:xfrm>
            <a:off x="438150" y="1233488"/>
            <a:ext cx="5921375" cy="3332162"/>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768" y="4751219"/>
            <a:ext cx="5438140" cy="3887361"/>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377317"/>
            <a:ext cx="2945659" cy="49534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50443" y="9377317"/>
            <a:ext cx="2945659" cy="495347"/>
          </a:xfrm>
          <a:prstGeom prst="rect">
            <a:avLst/>
          </a:prstGeom>
        </p:spPr>
        <p:txBody>
          <a:bodyPr vert="horz" lIns="91440" tIns="45720" rIns="91440" bIns="45720" rtlCol="0" anchor="b"/>
          <a:lstStyle>
            <a:lvl1pPr algn="r">
              <a:defRPr sz="1200"/>
            </a:lvl1pPr>
          </a:lstStyle>
          <a:p>
            <a:fld id="{59CF2995-AB43-4B7C-B8CD-9DC7C3692A9C}" type="slidenum">
              <a:rPr lang="en-GB" smtClean="0"/>
              <a:pPr/>
              <a:t>‹#›</a:t>
            </a:fld>
            <a:endParaRPr lang="en-GB"/>
          </a:p>
        </p:txBody>
      </p:sp>
    </p:spTree>
    <p:extLst>
      <p:ext uri="{BB962C8B-B14F-4D97-AF65-F5344CB8AC3E}">
        <p14:creationId xmlns:p14="http://schemas.microsoft.com/office/powerpoint/2010/main" val="1460784660"/>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s://myintracomm.ec.europa.eu/corp/intellectual-property/Documents/2019_Reuse-guidelines(CC-BY).pdf" TargetMode="External"/><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9CF2995-AB43-4B7C-B8CD-9DC7C3692A9C}" type="slidenum">
              <a:rPr lang="en-GB" smtClean="0"/>
              <a:pPr/>
              <a:t>1</a:t>
            </a:fld>
            <a:endParaRPr lang="en-GB"/>
          </a:p>
        </p:txBody>
      </p:sp>
    </p:spTree>
    <p:extLst>
      <p:ext uri="{BB962C8B-B14F-4D97-AF65-F5344CB8AC3E}">
        <p14:creationId xmlns:p14="http://schemas.microsoft.com/office/powerpoint/2010/main" val="34037416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it-IT" dirty="0"/>
          </a:p>
        </p:txBody>
      </p:sp>
      <p:sp>
        <p:nvSpPr>
          <p:cNvPr id="4" name="Slide Number Placeholder 3"/>
          <p:cNvSpPr>
            <a:spLocks noGrp="1"/>
          </p:cNvSpPr>
          <p:nvPr>
            <p:ph type="sldNum" sz="quarter" idx="5"/>
          </p:nvPr>
        </p:nvSpPr>
        <p:spPr/>
        <p:txBody>
          <a:bodyPr/>
          <a:lstStyle/>
          <a:p>
            <a:fld id="{59CF2995-AB43-4B7C-B8CD-9DC7C3692A9C}" type="slidenum">
              <a:rPr lang="en-GB" smtClean="0"/>
              <a:pPr/>
              <a:t>2</a:t>
            </a:fld>
            <a:endParaRPr lang="en-GB"/>
          </a:p>
        </p:txBody>
      </p:sp>
    </p:spTree>
    <p:extLst>
      <p:ext uri="{BB962C8B-B14F-4D97-AF65-F5344CB8AC3E}">
        <p14:creationId xmlns:p14="http://schemas.microsoft.com/office/powerpoint/2010/main" val="18231040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a:extLst>
              <a:ext uri="{FF2B5EF4-FFF2-40B4-BE49-F238E27FC236}">
                <a16:creationId xmlns:a16="http://schemas.microsoft.com/office/drawing/2014/main" id="{D0950828-0BC6-1C48-3B66-CD1A95159D12}"/>
              </a:ext>
            </a:extLst>
          </p:cNvPr>
          <p:cNvSpPr>
            <a:spLocks noGrp="1" noChangeArrowheads="1"/>
          </p:cNvSpPr>
          <p:nvPr>
            <p:ph type="sldNum" sz="quarter" idx="5"/>
          </p:nvPr>
        </p:nvSpPr>
        <p:spPr>
          <a:noFill/>
        </p:spPr>
        <p:txBody>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fld id="{F6E89BE8-F9DC-427E-A695-4CC0C6906295}" type="slidenum">
              <a:rPr lang="en-US" altLang="nl-NL" sz="1200">
                <a:solidFill>
                  <a:schemeClr val="tx1"/>
                </a:solidFill>
                <a:latin typeface="Times New Roman" panose="02020603050405020304" pitchFamily="18" charset="0"/>
                <a:ea typeface="MS PGothic" panose="020B0600070205080204" pitchFamily="34" charset="-128"/>
              </a:rPr>
              <a:pPr/>
              <a:t>3</a:t>
            </a:fld>
            <a:endParaRPr lang="en-US" altLang="nl-NL" sz="1200">
              <a:solidFill>
                <a:schemeClr val="tx1"/>
              </a:solidFill>
              <a:latin typeface="Times New Roman" panose="02020603050405020304" pitchFamily="18" charset="0"/>
              <a:ea typeface="MS PGothic" panose="020B0600070205080204" pitchFamily="34" charset="-128"/>
            </a:endParaRPr>
          </a:p>
        </p:txBody>
      </p:sp>
      <p:sp>
        <p:nvSpPr>
          <p:cNvPr id="22531" name="Rectangle 2">
            <a:extLst>
              <a:ext uri="{FF2B5EF4-FFF2-40B4-BE49-F238E27FC236}">
                <a16:creationId xmlns:a16="http://schemas.microsoft.com/office/drawing/2014/main" id="{8A8D7342-094C-1B47-C1D5-AB79CB405909}"/>
              </a:ext>
            </a:extLst>
          </p:cNvPr>
          <p:cNvSpPr>
            <a:spLocks noGrp="1" noRot="1" noChangeAspect="1" noChangeArrowheads="1" noTextEdit="1"/>
          </p:cNvSpPr>
          <p:nvPr>
            <p:ph type="sldImg"/>
          </p:nvPr>
        </p:nvSpPr>
        <p:spPr>
          <a:ln/>
        </p:spPr>
      </p:sp>
      <p:sp>
        <p:nvSpPr>
          <p:cNvPr id="22532" name="Rectangle 3">
            <a:extLst>
              <a:ext uri="{FF2B5EF4-FFF2-40B4-BE49-F238E27FC236}">
                <a16:creationId xmlns:a16="http://schemas.microsoft.com/office/drawing/2014/main" id="{4A542085-2ECA-4162-F4A6-420BE4AA4A5B}"/>
              </a:ext>
            </a:extLst>
          </p:cNvPr>
          <p:cNvSpPr>
            <a:spLocks noGrp="1" noChangeArrowheads="1"/>
          </p:cNvSpPr>
          <p:nvPr>
            <p:ph type="body" idx="1"/>
          </p:nvPr>
        </p:nvSpPr>
        <p:spPr>
          <a:noFill/>
        </p:spPr>
        <p:txBody>
          <a:bodyPr/>
          <a:lstStyle/>
          <a:p>
            <a:pPr marL="457200" marR="0" lvl="1" indent="0" algn="l" defTabSz="914400" rtl="0" eaLnBrk="1" fontAlgn="auto" latinLnBrk="0" hangingPunct="1">
              <a:lnSpc>
                <a:spcPct val="90000"/>
              </a:lnSpc>
              <a:spcBef>
                <a:spcPts val="0"/>
              </a:spcBef>
              <a:spcAft>
                <a:spcPts val="0"/>
              </a:spcAft>
              <a:buClrTx/>
              <a:buSzTx/>
              <a:buFontTx/>
              <a:buNone/>
              <a:tabLst/>
              <a:defRPr/>
            </a:pPr>
            <a:r>
              <a:rPr lang="en-US" altLang="nl-NL" sz="1700" dirty="0"/>
              <a:t>each leaf </a:t>
            </a:r>
            <a:r>
              <a:rPr lang="en-US" altLang="nl-NL" sz="1700" dirty="0">
                <a:sym typeface="Wingdings" panose="05000000000000000000" pitchFamily="2" charset="2"/>
              </a:rPr>
              <a:t> </a:t>
            </a:r>
            <a:r>
              <a:rPr lang="en-US" altLang="nl-NL" sz="1700" dirty="0"/>
              <a:t>one element in the matrix</a:t>
            </a:r>
          </a:p>
          <a:p>
            <a:pPr lvl="1">
              <a:lnSpc>
                <a:spcPct val="90000"/>
              </a:lnSpc>
            </a:pPr>
            <a:r>
              <a:rPr lang="en-US" altLang="nl-NL" sz="1700" dirty="0"/>
              <a:t>UNROOTED: No root node and no distinction between parent and child nodes</a:t>
            </a:r>
          </a:p>
          <a:p>
            <a:pPr lvl="1">
              <a:lnSpc>
                <a:spcPct val="90000"/>
              </a:lnSpc>
            </a:pPr>
            <a:r>
              <a:rPr lang="en-US" altLang="nl-NL" sz="1700" dirty="0"/>
              <a:t>FULL BINARY: each internal node has degree exactly 3 (as the boron atom) </a:t>
            </a:r>
          </a:p>
          <a:p>
            <a:pPr lvl="1">
              <a:lnSpc>
                <a:spcPct val="90000"/>
              </a:lnSpc>
            </a:pPr>
            <a:r>
              <a:rPr lang="en-US" altLang="nl-NL" sz="1700" i="1" dirty="0"/>
              <a:t>n</a:t>
            </a:r>
            <a:r>
              <a:rPr lang="en-US" altLang="nl-NL" sz="1700" dirty="0"/>
              <a:t> leaves (nodes with valency 1) </a:t>
            </a:r>
            <a:r>
              <a:rPr lang="en-US" altLang="nl-NL" sz="1700" dirty="0">
                <a:sym typeface="Wingdings" panose="05000000000000000000" pitchFamily="2" charset="2"/>
              </a:rPr>
              <a:t></a:t>
            </a:r>
            <a:r>
              <a:rPr lang="en-US" altLang="nl-NL" sz="1700" dirty="0"/>
              <a:t> (</a:t>
            </a:r>
            <a:r>
              <a:rPr lang="en-US" altLang="nl-NL" sz="1700" i="1" dirty="0"/>
              <a:t>n</a:t>
            </a:r>
            <a:r>
              <a:rPr lang="en-US" altLang="nl-NL" sz="1700" dirty="0"/>
              <a:t> – 2) internal nodes (nodes with valency 3)</a:t>
            </a:r>
          </a:p>
          <a:p>
            <a:pPr eaLnBrk="1" hangingPunct="1"/>
            <a:endParaRPr lang="en-GB" altLang="nl-NL" dirty="0">
              <a:ea typeface="MS PGothic" panose="020B0600070205080204" pitchFamily="34"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01CC1D0E-4E29-0045-90B5-8FD8EB40A01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fld id="{B01CEE8D-387E-45F5-B883-B3E82A4A8B9D}" type="slidenum">
              <a:rPr lang="en-US" altLang="nl-NL" sz="1200">
                <a:solidFill>
                  <a:schemeClr val="tx1"/>
                </a:solidFill>
                <a:latin typeface="Times New Roman" panose="02020603050405020304" pitchFamily="18" charset="0"/>
              </a:rPr>
              <a:pPr/>
              <a:t>4</a:t>
            </a:fld>
            <a:endParaRPr lang="en-US" altLang="nl-NL" sz="1200">
              <a:solidFill>
                <a:schemeClr val="tx1"/>
              </a:solidFill>
              <a:latin typeface="Times New Roman" panose="02020603050405020304" pitchFamily="18" charset="0"/>
            </a:endParaRPr>
          </a:p>
        </p:txBody>
      </p:sp>
      <p:sp>
        <p:nvSpPr>
          <p:cNvPr id="28675" name="Rectangle 2">
            <a:extLst>
              <a:ext uri="{FF2B5EF4-FFF2-40B4-BE49-F238E27FC236}">
                <a16:creationId xmlns:a16="http://schemas.microsoft.com/office/drawing/2014/main" id="{9C0DCDFA-7CE5-5F24-707C-A1482549AC7A}"/>
              </a:ext>
            </a:extLst>
          </p:cNvPr>
          <p:cNvSpPr>
            <a:spLocks noGrp="1" noRot="1" noChangeAspect="1" noChangeArrowheads="1" noTextEdit="1"/>
          </p:cNvSpPr>
          <p:nvPr>
            <p:ph type="sldImg"/>
          </p:nvPr>
        </p:nvSpPr>
        <p:spPr>
          <a:ln/>
        </p:spPr>
      </p:sp>
      <p:sp>
        <p:nvSpPr>
          <p:cNvPr id="28676" name="Rectangle 3">
            <a:extLst>
              <a:ext uri="{FF2B5EF4-FFF2-40B4-BE49-F238E27FC236}">
                <a16:creationId xmlns:a16="http://schemas.microsoft.com/office/drawing/2014/main" id="{776B813C-35B5-376B-D308-49E83BF7B13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nl-NL"/>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a:extLst>
              <a:ext uri="{FF2B5EF4-FFF2-40B4-BE49-F238E27FC236}">
                <a16:creationId xmlns:a16="http://schemas.microsoft.com/office/drawing/2014/main" id="{605DA2DD-2B9C-B1CA-E011-4FE52ED6A00A}"/>
              </a:ext>
            </a:extLst>
          </p:cNvPr>
          <p:cNvSpPr>
            <a:spLocks noGrp="1" noChangeArrowheads="1"/>
          </p:cNvSpPr>
          <p:nvPr>
            <p:ph type="sldNum" sz="quarter" idx="5"/>
          </p:nvPr>
        </p:nvSpPr>
        <p:spPr>
          <a:noFill/>
        </p:spPr>
        <p:txBody>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fld id="{A4019EE0-3C78-4941-A602-AE6D660ACEAF}" type="slidenum">
              <a:rPr lang="en-US" altLang="nl-NL" sz="1200">
                <a:solidFill>
                  <a:schemeClr val="tx1"/>
                </a:solidFill>
                <a:latin typeface="Times New Roman" panose="02020603050405020304" pitchFamily="18" charset="0"/>
              </a:rPr>
              <a:pPr/>
              <a:t>5</a:t>
            </a:fld>
            <a:endParaRPr lang="en-US" altLang="nl-NL" sz="1200">
              <a:solidFill>
                <a:schemeClr val="tx1"/>
              </a:solidFill>
              <a:latin typeface="Times New Roman" panose="02020603050405020304" pitchFamily="18" charset="0"/>
            </a:endParaRPr>
          </a:p>
        </p:txBody>
      </p:sp>
      <p:sp>
        <p:nvSpPr>
          <p:cNvPr id="30723" name="Rectangle 2">
            <a:extLst>
              <a:ext uri="{FF2B5EF4-FFF2-40B4-BE49-F238E27FC236}">
                <a16:creationId xmlns:a16="http://schemas.microsoft.com/office/drawing/2014/main" id="{79E732F8-301F-71B9-53A4-76161AE55165}"/>
              </a:ext>
            </a:extLst>
          </p:cNvPr>
          <p:cNvSpPr>
            <a:spLocks noGrp="1" noRot="1" noChangeAspect="1" noChangeArrowheads="1" noTextEdit="1"/>
          </p:cNvSpPr>
          <p:nvPr>
            <p:ph type="sldImg"/>
          </p:nvPr>
        </p:nvSpPr>
        <p:spPr>
          <a:ln/>
        </p:spPr>
      </p:sp>
      <p:sp>
        <p:nvSpPr>
          <p:cNvPr id="30724" name="Rectangle 3">
            <a:extLst>
              <a:ext uri="{FF2B5EF4-FFF2-40B4-BE49-F238E27FC236}">
                <a16:creationId xmlns:a16="http://schemas.microsoft.com/office/drawing/2014/main" id="{6302F061-E7CC-FDB9-EF2C-0751CA85BFF1}"/>
              </a:ext>
            </a:extLst>
          </p:cNvPr>
          <p:cNvSpPr>
            <a:spLocks noGrp="1" noChangeArrowheads="1"/>
          </p:cNvSpPr>
          <p:nvPr>
            <p:ph type="body" idx="1"/>
          </p:nvPr>
        </p:nvSpPr>
        <p:spPr>
          <a:noFill/>
        </p:spPr>
        <p:txBody>
          <a:bodyPr/>
          <a:lstStyle/>
          <a:p>
            <a:pPr eaLnBrk="1" hangingPunct="1"/>
            <a:endParaRPr lang="en-GB" altLang="nl-NL"/>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62A76B70-3B39-5A36-38BD-9C0BC7A4EDCA}"/>
              </a:ext>
            </a:extLst>
          </p:cNvPr>
          <p:cNvSpPr>
            <a:spLocks noGrp="1" noChangeArrowheads="1"/>
          </p:cNvSpPr>
          <p:nvPr>
            <p:ph type="sldNum" sz="quarter" idx="5"/>
          </p:nvPr>
        </p:nvSpPr>
        <p:spPr>
          <a:noFill/>
        </p:spPr>
        <p:txBody>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fld id="{BF7E3CCA-DDBD-439C-AA95-93A2AF44507A}" type="slidenum">
              <a:rPr lang="en-US" altLang="nl-NL" sz="1200">
                <a:solidFill>
                  <a:schemeClr val="tx1"/>
                </a:solidFill>
                <a:latin typeface="Times New Roman" panose="02020603050405020304" pitchFamily="18" charset="0"/>
              </a:rPr>
              <a:pPr/>
              <a:t>6</a:t>
            </a:fld>
            <a:endParaRPr lang="en-US" altLang="nl-NL" sz="1200">
              <a:solidFill>
                <a:schemeClr val="tx1"/>
              </a:solidFill>
              <a:latin typeface="Times New Roman" panose="02020603050405020304" pitchFamily="18" charset="0"/>
            </a:endParaRPr>
          </a:p>
        </p:txBody>
      </p:sp>
      <p:sp>
        <p:nvSpPr>
          <p:cNvPr id="40963" name="Rectangle 2">
            <a:extLst>
              <a:ext uri="{FF2B5EF4-FFF2-40B4-BE49-F238E27FC236}">
                <a16:creationId xmlns:a16="http://schemas.microsoft.com/office/drawing/2014/main" id="{4045FF26-E6A2-B1B6-64F3-5D72CBD66F1A}"/>
              </a:ext>
            </a:extLst>
          </p:cNvPr>
          <p:cNvSpPr>
            <a:spLocks noGrp="1" noRot="1" noChangeAspect="1" noChangeArrowheads="1" noTextEdit="1"/>
          </p:cNvSpPr>
          <p:nvPr>
            <p:ph type="sldImg"/>
          </p:nvPr>
        </p:nvSpPr>
        <p:spPr>
          <a:ln/>
        </p:spPr>
      </p:sp>
      <p:sp>
        <p:nvSpPr>
          <p:cNvPr id="40964" name="Rectangle 3">
            <a:extLst>
              <a:ext uri="{FF2B5EF4-FFF2-40B4-BE49-F238E27FC236}">
                <a16:creationId xmlns:a16="http://schemas.microsoft.com/office/drawing/2014/main" id="{E3D70789-8AAE-CD98-3C09-CA85A7C813DE}"/>
              </a:ext>
            </a:extLst>
          </p:cNvPr>
          <p:cNvSpPr>
            <a:spLocks noGrp="1" noChangeArrowheads="1"/>
          </p:cNvSpPr>
          <p:nvPr>
            <p:ph type="body" idx="1"/>
          </p:nvPr>
        </p:nvSpPr>
        <p:spPr>
          <a:noFill/>
        </p:spPr>
        <p:txBody>
          <a:bodyPr/>
          <a:lstStyle/>
          <a:p>
            <a:pPr eaLnBrk="1" hangingPunct="1"/>
            <a:endParaRPr lang="en-GB" altLang="nl-NL"/>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2A223562-477D-FC37-7E69-E8A604DC272C}"/>
              </a:ext>
            </a:extLst>
          </p:cNvPr>
          <p:cNvSpPr>
            <a:spLocks noGrp="1" noChangeArrowheads="1"/>
          </p:cNvSpPr>
          <p:nvPr>
            <p:ph type="sldNum" sz="quarter" idx="5"/>
          </p:nvPr>
        </p:nvSpPr>
        <p:spPr>
          <a:noFill/>
        </p:spPr>
        <p:txBody>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fld id="{CC868A9A-F5C4-46D8-A135-BDAA9AABEFA6}" type="slidenum">
              <a:rPr lang="en-US" altLang="nl-NL" sz="1200">
                <a:solidFill>
                  <a:schemeClr val="tx1"/>
                </a:solidFill>
                <a:latin typeface="Times New Roman" panose="02020603050405020304" pitchFamily="18" charset="0"/>
              </a:rPr>
              <a:pPr/>
              <a:t>7</a:t>
            </a:fld>
            <a:endParaRPr lang="en-US" altLang="nl-NL" sz="1200">
              <a:solidFill>
                <a:schemeClr val="tx1"/>
              </a:solidFill>
              <a:latin typeface="Times New Roman" panose="02020603050405020304" pitchFamily="18" charset="0"/>
            </a:endParaRPr>
          </a:p>
        </p:txBody>
      </p:sp>
      <p:sp>
        <p:nvSpPr>
          <p:cNvPr id="43011" name="Rectangle 2">
            <a:extLst>
              <a:ext uri="{FF2B5EF4-FFF2-40B4-BE49-F238E27FC236}">
                <a16:creationId xmlns:a16="http://schemas.microsoft.com/office/drawing/2014/main" id="{B6880296-43F7-F1D3-08A2-80B86AED33B5}"/>
              </a:ext>
            </a:extLst>
          </p:cNvPr>
          <p:cNvSpPr>
            <a:spLocks noGrp="1" noRot="1" noChangeAspect="1" noChangeArrowheads="1" noTextEdit="1"/>
          </p:cNvSpPr>
          <p:nvPr>
            <p:ph type="sldImg"/>
          </p:nvPr>
        </p:nvSpPr>
        <p:spPr>
          <a:ln/>
        </p:spPr>
      </p:sp>
      <p:sp>
        <p:nvSpPr>
          <p:cNvPr id="43012" name="Rectangle 3">
            <a:extLst>
              <a:ext uri="{FF2B5EF4-FFF2-40B4-BE49-F238E27FC236}">
                <a16:creationId xmlns:a16="http://schemas.microsoft.com/office/drawing/2014/main" id="{C706F3D8-104C-E752-0419-938BB396BB81}"/>
              </a:ext>
            </a:extLst>
          </p:cNvPr>
          <p:cNvSpPr>
            <a:spLocks noGrp="1" noChangeArrowheads="1"/>
          </p:cNvSpPr>
          <p:nvPr>
            <p:ph type="body" idx="1"/>
          </p:nvPr>
        </p:nvSpPr>
        <p:spPr>
          <a:noFill/>
        </p:spPr>
        <p:txBody>
          <a:bodyPr/>
          <a:lstStyle/>
          <a:p>
            <a:pPr eaLnBrk="1" hangingPunct="1"/>
            <a:endParaRPr lang="en-GB" altLang="nl-NL"/>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37779563-D0DD-10D1-FB47-A7A7BEEF0E12}"/>
              </a:ext>
            </a:extLst>
          </p:cNvPr>
          <p:cNvSpPr>
            <a:spLocks noGrp="1" noChangeArrowheads="1"/>
          </p:cNvSpPr>
          <p:nvPr>
            <p:ph type="sldNum" sz="quarter" idx="5"/>
          </p:nvPr>
        </p:nvSpPr>
        <p:spPr>
          <a:noFill/>
        </p:spPr>
        <p:txBody>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fld id="{D557BEF8-3ABF-4B3A-9C35-8B3BAF2A4FF5}" type="slidenum">
              <a:rPr lang="en-US" altLang="nl-NL" sz="1200">
                <a:solidFill>
                  <a:schemeClr val="tx1"/>
                </a:solidFill>
                <a:latin typeface="Times New Roman" panose="02020603050405020304" pitchFamily="18" charset="0"/>
              </a:rPr>
              <a:pPr/>
              <a:t>8</a:t>
            </a:fld>
            <a:endParaRPr lang="en-US" altLang="nl-NL" sz="1200">
              <a:solidFill>
                <a:schemeClr val="tx1"/>
              </a:solidFill>
              <a:latin typeface="Times New Roman" panose="02020603050405020304" pitchFamily="18" charset="0"/>
            </a:endParaRPr>
          </a:p>
        </p:txBody>
      </p:sp>
      <p:sp>
        <p:nvSpPr>
          <p:cNvPr id="47107" name="Rectangle 2">
            <a:extLst>
              <a:ext uri="{FF2B5EF4-FFF2-40B4-BE49-F238E27FC236}">
                <a16:creationId xmlns:a16="http://schemas.microsoft.com/office/drawing/2014/main" id="{F1A5305B-FE8E-D99B-69E7-2FA6FDE1D572}"/>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158AD80E-2D50-A9B0-72EF-A08D5F9E7F0F}"/>
              </a:ext>
            </a:extLst>
          </p:cNvPr>
          <p:cNvSpPr>
            <a:spLocks noGrp="1" noChangeArrowheads="1"/>
          </p:cNvSpPr>
          <p:nvPr>
            <p:ph type="body" idx="1"/>
          </p:nvPr>
        </p:nvSpPr>
        <p:spPr>
          <a:noFill/>
        </p:spPr>
        <p:txBody>
          <a:bodyPr/>
          <a:lstStyle/>
          <a:p>
            <a:pPr eaLnBrk="1" hangingPunct="1"/>
            <a:endParaRPr lang="en-GB" altLang="nl-NL"/>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a:extLst>
              <a:ext uri="{FF2B5EF4-FFF2-40B4-BE49-F238E27FC236}">
                <a16:creationId xmlns:a16="http://schemas.microsoft.com/office/drawing/2014/main" id="{64EC6D3E-CFF0-AAA4-C69C-52FC73D8F5C3}"/>
              </a:ext>
            </a:extLst>
          </p:cNvPr>
          <p:cNvSpPr>
            <a:spLocks noGrp="1" noChangeArrowheads="1"/>
          </p:cNvSpPr>
          <p:nvPr>
            <p:ph type="sldNum" sz="quarter" idx="5"/>
          </p:nvPr>
        </p:nvSpPr>
        <p:spPr>
          <a:noFill/>
        </p:spPr>
        <p:txBody>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fld id="{820E2020-1FC6-4246-8FDA-11525298DAE5}" type="slidenum">
              <a:rPr lang="en-US" altLang="nl-NL" sz="1200">
                <a:solidFill>
                  <a:schemeClr val="tx1"/>
                </a:solidFill>
                <a:latin typeface="Times New Roman" panose="02020603050405020304" pitchFamily="18" charset="0"/>
              </a:rPr>
              <a:pPr/>
              <a:t>9</a:t>
            </a:fld>
            <a:endParaRPr lang="en-US" altLang="nl-NL" sz="1200">
              <a:solidFill>
                <a:schemeClr val="tx1"/>
              </a:solidFill>
              <a:latin typeface="Times New Roman" panose="02020603050405020304" pitchFamily="18" charset="0"/>
            </a:endParaRPr>
          </a:p>
        </p:txBody>
      </p:sp>
      <p:sp>
        <p:nvSpPr>
          <p:cNvPr id="88067" name="Rectangle 2">
            <a:extLst>
              <a:ext uri="{FF2B5EF4-FFF2-40B4-BE49-F238E27FC236}">
                <a16:creationId xmlns:a16="http://schemas.microsoft.com/office/drawing/2014/main" id="{BDB2160C-2FD5-FE0B-9ABB-2EE81D44B536}"/>
              </a:ext>
            </a:extLst>
          </p:cNvPr>
          <p:cNvSpPr>
            <a:spLocks noGrp="1" noRot="1" noChangeAspect="1" noChangeArrowheads="1" noTextEdit="1"/>
          </p:cNvSpPr>
          <p:nvPr>
            <p:ph type="sldImg"/>
          </p:nvPr>
        </p:nvSpPr>
        <p:spPr>
          <a:ln/>
        </p:spPr>
      </p:sp>
      <p:sp>
        <p:nvSpPr>
          <p:cNvPr id="88068" name="Rectangle 3">
            <a:extLst>
              <a:ext uri="{FF2B5EF4-FFF2-40B4-BE49-F238E27FC236}">
                <a16:creationId xmlns:a16="http://schemas.microsoft.com/office/drawing/2014/main" id="{6D951575-D39A-9C32-054F-30C74B9D7716}"/>
              </a:ext>
            </a:extLst>
          </p:cNvPr>
          <p:cNvSpPr>
            <a:spLocks noGrp="1" noChangeArrowheads="1"/>
          </p:cNvSpPr>
          <p:nvPr>
            <p:ph type="body" idx="1"/>
          </p:nvPr>
        </p:nvSpPr>
        <p:spPr>
          <a:noFill/>
        </p:spPr>
        <p:txBody>
          <a:bodyPr/>
          <a:lstStyle/>
          <a:p>
            <a:pPr eaLnBrk="1" hangingPunct="1"/>
            <a:endParaRPr lang="en-GB" altLang="nl-NL"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a:extLst>
              <a:ext uri="{FF2B5EF4-FFF2-40B4-BE49-F238E27FC236}">
                <a16:creationId xmlns:a16="http://schemas.microsoft.com/office/drawing/2014/main" id="{B1EC1F34-83BB-ED45-202C-B0C5E22E783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610DE81-EE07-463E-A1FB-1B8B2ABB1972}" type="slidenum">
              <a:rPr lang="en-US" altLang="nl-NL"/>
              <a:pPr>
                <a:spcBef>
                  <a:spcPct val="0"/>
                </a:spcBef>
              </a:pPr>
              <a:t>10</a:t>
            </a:fld>
            <a:endParaRPr lang="en-US" altLang="nl-NL"/>
          </a:p>
        </p:txBody>
      </p:sp>
      <p:sp>
        <p:nvSpPr>
          <p:cNvPr id="98307" name="Rectangle 2">
            <a:extLst>
              <a:ext uri="{FF2B5EF4-FFF2-40B4-BE49-F238E27FC236}">
                <a16:creationId xmlns:a16="http://schemas.microsoft.com/office/drawing/2014/main" id="{8FA83C34-0926-57F4-0359-B3315C2E1F88}"/>
              </a:ext>
            </a:extLst>
          </p:cNvPr>
          <p:cNvSpPr>
            <a:spLocks noGrp="1" noRot="1" noChangeAspect="1" noChangeArrowheads="1" noTextEdit="1"/>
          </p:cNvSpPr>
          <p:nvPr>
            <p:ph type="sldImg"/>
          </p:nvPr>
        </p:nvSpPr>
        <p:spPr>
          <a:ln/>
        </p:spPr>
      </p:sp>
      <p:sp>
        <p:nvSpPr>
          <p:cNvPr id="98308" name="Rectangle 3">
            <a:extLst>
              <a:ext uri="{FF2B5EF4-FFF2-40B4-BE49-F238E27FC236}">
                <a16:creationId xmlns:a16="http://schemas.microsoft.com/office/drawing/2014/main" id="{0B8105AF-5AAE-B8F6-18BE-EFDFAEA3216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nl-NL"/>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a:extLst>
              <a:ext uri="{FF2B5EF4-FFF2-40B4-BE49-F238E27FC236}">
                <a16:creationId xmlns:a16="http://schemas.microsoft.com/office/drawing/2014/main" id="{8F90121C-24E3-A3A2-8C0A-758799CF9E36}"/>
              </a:ext>
            </a:extLst>
          </p:cNvPr>
          <p:cNvSpPr>
            <a:spLocks noGrp="1" noChangeArrowheads="1"/>
          </p:cNvSpPr>
          <p:nvPr>
            <p:ph type="sldNum" sz="quarter" idx="5"/>
          </p:nvPr>
        </p:nvSpPr>
        <p:spPr>
          <a:noFill/>
        </p:spPr>
        <p:txBody>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fld id="{CE62BBE6-6503-4508-A5DC-B96E3679B254}" type="slidenum">
              <a:rPr lang="en-US" altLang="nl-NL" sz="1200">
                <a:solidFill>
                  <a:schemeClr val="tx1"/>
                </a:solidFill>
                <a:latin typeface="Times New Roman" panose="02020603050405020304" pitchFamily="18" charset="0"/>
              </a:rPr>
              <a:pPr/>
              <a:t>11</a:t>
            </a:fld>
            <a:endParaRPr lang="en-US" altLang="nl-NL" sz="1200">
              <a:solidFill>
                <a:schemeClr val="tx1"/>
              </a:solidFill>
              <a:latin typeface="Times New Roman" panose="02020603050405020304" pitchFamily="18" charset="0"/>
            </a:endParaRPr>
          </a:p>
        </p:txBody>
      </p:sp>
      <p:sp>
        <p:nvSpPr>
          <p:cNvPr id="89091" name="Rectangle 2">
            <a:extLst>
              <a:ext uri="{FF2B5EF4-FFF2-40B4-BE49-F238E27FC236}">
                <a16:creationId xmlns:a16="http://schemas.microsoft.com/office/drawing/2014/main" id="{945208AE-7FA1-D450-B994-E208280364F0}"/>
              </a:ext>
            </a:extLst>
          </p:cNvPr>
          <p:cNvSpPr>
            <a:spLocks noGrp="1" noRot="1" noChangeAspect="1" noChangeArrowheads="1" noTextEdit="1"/>
          </p:cNvSpPr>
          <p:nvPr>
            <p:ph type="sldImg"/>
          </p:nvPr>
        </p:nvSpPr>
        <p:spPr>
          <a:ln/>
        </p:spPr>
      </p:sp>
      <p:sp>
        <p:nvSpPr>
          <p:cNvPr id="89092" name="Rectangle 3">
            <a:extLst>
              <a:ext uri="{FF2B5EF4-FFF2-40B4-BE49-F238E27FC236}">
                <a16:creationId xmlns:a16="http://schemas.microsoft.com/office/drawing/2014/main" id="{A8B05980-B89E-EFE9-E7B7-01C2CEAF0437}"/>
              </a:ext>
            </a:extLst>
          </p:cNvPr>
          <p:cNvSpPr>
            <a:spLocks noGrp="1" noChangeArrowheads="1"/>
          </p:cNvSpPr>
          <p:nvPr>
            <p:ph type="body" idx="1"/>
          </p:nvPr>
        </p:nvSpPr>
        <p:spPr>
          <a:noFill/>
        </p:spPr>
        <p:txBody>
          <a:bodyPr/>
          <a:lstStyle/>
          <a:p>
            <a:pPr eaLnBrk="1" hangingPunct="1"/>
            <a:endParaRPr lang="en-GB" altLang="nl-NL"/>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a:extLst>
              <a:ext uri="{FF2B5EF4-FFF2-40B4-BE49-F238E27FC236}">
                <a16:creationId xmlns:a16="http://schemas.microsoft.com/office/drawing/2014/main" id="{895782A3-9A77-C94F-EB64-93BDD52ECA3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C90CDBB-8D0F-4EDE-8340-87A2911890A5}" type="slidenum">
              <a:rPr lang="en-US" altLang="nl-NL"/>
              <a:pPr>
                <a:spcBef>
                  <a:spcPct val="0"/>
                </a:spcBef>
              </a:pPr>
              <a:t>13</a:t>
            </a:fld>
            <a:endParaRPr lang="en-US" altLang="nl-NL"/>
          </a:p>
        </p:txBody>
      </p:sp>
      <p:sp>
        <p:nvSpPr>
          <p:cNvPr id="95235" name="Rectangle 7">
            <a:extLst>
              <a:ext uri="{FF2B5EF4-FFF2-40B4-BE49-F238E27FC236}">
                <a16:creationId xmlns:a16="http://schemas.microsoft.com/office/drawing/2014/main" id="{1BEF308A-8A6C-1EE6-0985-619F0676AB7D}"/>
              </a:ext>
            </a:extLst>
          </p:cNvPr>
          <p:cNvSpPr txBox="1">
            <a:spLocks noGrp="1" noChangeArrowheads="1"/>
          </p:cNvSpPr>
          <p:nvPr/>
        </p:nvSpPr>
        <p:spPr bwMode="auto">
          <a:xfrm>
            <a:off x="3935413" y="9586913"/>
            <a:ext cx="3011487"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nchor="b"/>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lgn="r" eaLnBrk="1" hangingPunct="1">
              <a:spcBef>
                <a:spcPct val="0"/>
              </a:spcBef>
            </a:pPr>
            <a:fld id="{E05B871D-87E0-4DC9-B54A-2D5A2BE8A156}" type="slidenum">
              <a:rPr lang="it-IT" altLang="nl-NL">
                <a:latin typeface="Arial" panose="020B0604020202020204" pitchFamily="34" charset="0"/>
              </a:rPr>
              <a:pPr algn="r" eaLnBrk="1" hangingPunct="1">
                <a:spcBef>
                  <a:spcPct val="0"/>
                </a:spcBef>
              </a:pPr>
              <a:t>13</a:t>
            </a:fld>
            <a:endParaRPr lang="it-IT" altLang="nl-NL">
              <a:latin typeface="Arial" panose="020B0604020202020204" pitchFamily="34" charset="0"/>
            </a:endParaRPr>
          </a:p>
        </p:txBody>
      </p:sp>
      <p:sp>
        <p:nvSpPr>
          <p:cNvPr id="95236" name="Rectangle 2">
            <a:extLst>
              <a:ext uri="{FF2B5EF4-FFF2-40B4-BE49-F238E27FC236}">
                <a16:creationId xmlns:a16="http://schemas.microsoft.com/office/drawing/2014/main" id="{478B7D40-F07C-7A2F-9269-AB167FA25B91}"/>
              </a:ext>
            </a:extLst>
          </p:cNvPr>
          <p:cNvSpPr>
            <a:spLocks noGrp="1" noRot="1" noChangeAspect="1" noChangeArrowheads="1" noTextEdit="1"/>
          </p:cNvSpPr>
          <p:nvPr>
            <p:ph type="sldImg"/>
          </p:nvPr>
        </p:nvSpPr>
        <p:spPr>
          <a:ln/>
        </p:spPr>
      </p:sp>
      <p:sp>
        <p:nvSpPr>
          <p:cNvPr id="95237" name="Rectangle 3">
            <a:extLst>
              <a:ext uri="{FF2B5EF4-FFF2-40B4-BE49-F238E27FC236}">
                <a16:creationId xmlns:a16="http://schemas.microsoft.com/office/drawing/2014/main" id="{DA4003AD-55F8-5C50-314E-FDA33D8D518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nl-NL"/>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F96092DD-EA82-3E20-4132-16062D221312}"/>
              </a:ext>
            </a:extLst>
          </p:cNvPr>
          <p:cNvSpPr>
            <a:spLocks noGrp="1" noRot="1" noChangeAspect="1" noChangeArrowheads="1" noTextEdit="1"/>
          </p:cNvSpPr>
          <p:nvPr>
            <p:ph type="sldImg"/>
          </p:nvPr>
        </p:nvSpPr>
        <p:spPr>
          <a:ln/>
        </p:spPr>
      </p:sp>
      <p:sp>
        <p:nvSpPr>
          <p:cNvPr id="45059" name="Rectangle 3">
            <a:extLst>
              <a:ext uri="{FF2B5EF4-FFF2-40B4-BE49-F238E27FC236}">
                <a16:creationId xmlns:a16="http://schemas.microsoft.com/office/drawing/2014/main" id="{8A37C24C-6316-972D-FABC-E879D220D5A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ltLang="nl-NL"/>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8A70FD-C7F0-1998-96A5-4692F85CEDE1}"/>
            </a:ext>
          </a:extLst>
        </p:cNvPr>
        <p:cNvGrpSpPr/>
        <p:nvPr/>
      </p:nvGrpSpPr>
      <p:grpSpPr>
        <a:xfrm>
          <a:off x="0" y="0"/>
          <a:ext cx="0" cy="0"/>
          <a:chOff x="0" y="0"/>
          <a:chExt cx="0" cy="0"/>
        </a:xfrm>
      </p:grpSpPr>
      <p:sp>
        <p:nvSpPr>
          <p:cNvPr id="45058" name="Rectangle 2">
            <a:extLst>
              <a:ext uri="{FF2B5EF4-FFF2-40B4-BE49-F238E27FC236}">
                <a16:creationId xmlns:a16="http://schemas.microsoft.com/office/drawing/2014/main" id="{75A985B4-FF11-75A8-3085-D008FDFDD3C0}"/>
              </a:ext>
            </a:extLst>
          </p:cNvPr>
          <p:cNvSpPr>
            <a:spLocks noGrp="1" noRot="1" noChangeAspect="1" noChangeArrowheads="1" noTextEdit="1"/>
          </p:cNvSpPr>
          <p:nvPr>
            <p:ph type="sldImg"/>
          </p:nvPr>
        </p:nvSpPr>
        <p:spPr>
          <a:ln/>
        </p:spPr>
      </p:sp>
      <p:sp>
        <p:nvSpPr>
          <p:cNvPr id="45059" name="Rectangle 3">
            <a:extLst>
              <a:ext uri="{FF2B5EF4-FFF2-40B4-BE49-F238E27FC236}">
                <a16:creationId xmlns:a16="http://schemas.microsoft.com/office/drawing/2014/main" id="{378207DF-A662-85FB-142C-E673DAC4351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ltLang="nl-NL"/>
          </a:p>
        </p:txBody>
      </p:sp>
    </p:spTree>
    <p:extLst>
      <p:ext uri="{BB962C8B-B14F-4D97-AF65-F5344CB8AC3E}">
        <p14:creationId xmlns:p14="http://schemas.microsoft.com/office/powerpoint/2010/main" val="3062300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it-IT" dirty="0"/>
          </a:p>
        </p:txBody>
      </p:sp>
      <p:sp>
        <p:nvSpPr>
          <p:cNvPr id="4" name="Slide Number Placeholder 3"/>
          <p:cNvSpPr>
            <a:spLocks noGrp="1"/>
          </p:cNvSpPr>
          <p:nvPr>
            <p:ph type="sldNum" sz="quarter" idx="5"/>
          </p:nvPr>
        </p:nvSpPr>
        <p:spPr/>
        <p:txBody>
          <a:bodyPr/>
          <a:lstStyle/>
          <a:p>
            <a:fld id="{59CF2995-AB43-4B7C-B8CD-9DC7C3692A9C}" type="slidenum">
              <a:rPr lang="en-GB" smtClean="0"/>
              <a:pPr/>
              <a:t>26</a:t>
            </a:fld>
            <a:endParaRPr lang="en-GB"/>
          </a:p>
        </p:txBody>
      </p:sp>
    </p:spTree>
    <p:extLst>
      <p:ext uri="{BB962C8B-B14F-4D97-AF65-F5344CB8AC3E}">
        <p14:creationId xmlns:p14="http://schemas.microsoft.com/office/powerpoint/2010/main" val="38631718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30C7FCED-F8A9-B451-CD9F-5650EC93C0AB}"/>
              </a:ext>
            </a:extLst>
          </p:cNvPr>
          <p:cNvSpPr>
            <a:spLocks noGrp="1" noRot="1" noChangeAspect="1" noChangeArrowheads="1" noTextEdit="1"/>
          </p:cNvSpPr>
          <p:nvPr>
            <p:ph type="sldImg"/>
          </p:nvPr>
        </p:nvSpPr>
        <p:spPr>
          <a:ln/>
        </p:spPr>
      </p:sp>
      <p:sp>
        <p:nvSpPr>
          <p:cNvPr id="61443" name="Rectangle 3">
            <a:extLst>
              <a:ext uri="{FF2B5EF4-FFF2-40B4-BE49-F238E27FC236}">
                <a16:creationId xmlns:a16="http://schemas.microsoft.com/office/drawing/2014/main" id="{42DB71DD-AAF8-3676-E5E7-C9AF9552FC5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ltLang="nl-NL"/>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5B7FC5-A5E7-4F49-323E-FD699A3BA62E}"/>
            </a:ext>
          </a:extLst>
        </p:cNvPr>
        <p:cNvGrpSpPr/>
        <p:nvPr/>
      </p:nvGrpSpPr>
      <p:grpSpPr>
        <a:xfrm>
          <a:off x="0" y="0"/>
          <a:ext cx="0" cy="0"/>
          <a:chOff x="0" y="0"/>
          <a:chExt cx="0" cy="0"/>
        </a:xfrm>
      </p:grpSpPr>
      <p:sp>
        <p:nvSpPr>
          <p:cNvPr id="61442" name="Rectangle 2">
            <a:extLst>
              <a:ext uri="{FF2B5EF4-FFF2-40B4-BE49-F238E27FC236}">
                <a16:creationId xmlns:a16="http://schemas.microsoft.com/office/drawing/2014/main" id="{ED1992CE-DFC5-E313-86FA-6D1982B4988F}"/>
              </a:ext>
            </a:extLst>
          </p:cNvPr>
          <p:cNvSpPr>
            <a:spLocks noGrp="1" noRot="1" noChangeAspect="1" noChangeArrowheads="1" noTextEdit="1"/>
          </p:cNvSpPr>
          <p:nvPr>
            <p:ph type="sldImg"/>
          </p:nvPr>
        </p:nvSpPr>
        <p:spPr>
          <a:ln/>
        </p:spPr>
      </p:sp>
      <p:sp>
        <p:nvSpPr>
          <p:cNvPr id="61443" name="Rectangle 3">
            <a:extLst>
              <a:ext uri="{FF2B5EF4-FFF2-40B4-BE49-F238E27FC236}">
                <a16:creationId xmlns:a16="http://schemas.microsoft.com/office/drawing/2014/main" id="{E6CEADC6-C91C-3B51-E439-D16758C03CA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ltLang="nl-NL"/>
          </a:p>
        </p:txBody>
      </p:sp>
    </p:spTree>
    <p:extLst>
      <p:ext uri="{BB962C8B-B14F-4D97-AF65-F5344CB8AC3E}">
        <p14:creationId xmlns:p14="http://schemas.microsoft.com/office/powerpoint/2010/main" val="14432691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4D518F-E634-9B76-AEC8-087A7D6CE3E1}"/>
            </a:ext>
          </a:extLst>
        </p:cNvPr>
        <p:cNvGrpSpPr/>
        <p:nvPr/>
      </p:nvGrpSpPr>
      <p:grpSpPr>
        <a:xfrm>
          <a:off x="0" y="0"/>
          <a:ext cx="0" cy="0"/>
          <a:chOff x="0" y="0"/>
          <a:chExt cx="0" cy="0"/>
        </a:xfrm>
      </p:grpSpPr>
      <p:sp>
        <p:nvSpPr>
          <p:cNvPr id="45058" name="Rectangle 2">
            <a:extLst>
              <a:ext uri="{FF2B5EF4-FFF2-40B4-BE49-F238E27FC236}">
                <a16:creationId xmlns:a16="http://schemas.microsoft.com/office/drawing/2014/main" id="{AD73F703-3169-50EC-2877-8596E493CDF6}"/>
              </a:ext>
            </a:extLst>
          </p:cNvPr>
          <p:cNvSpPr>
            <a:spLocks noGrp="1" noRot="1" noChangeAspect="1" noChangeArrowheads="1" noTextEdit="1"/>
          </p:cNvSpPr>
          <p:nvPr>
            <p:ph type="sldImg"/>
          </p:nvPr>
        </p:nvSpPr>
        <p:spPr>
          <a:ln/>
        </p:spPr>
      </p:sp>
      <p:sp>
        <p:nvSpPr>
          <p:cNvPr id="45059" name="Rectangle 3">
            <a:extLst>
              <a:ext uri="{FF2B5EF4-FFF2-40B4-BE49-F238E27FC236}">
                <a16:creationId xmlns:a16="http://schemas.microsoft.com/office/drawing/2014/main" id="{4E304CCB-827A-1131-8961-9606E8E14ED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ltLang="nl-NL"/>
          </a:p>
        </p:txBody>
      </p:sp>
    </p:spTree>
    <p:extLst>
      <p:ext uri="{BB962C8B-B14F-4D97-AF65-F5344CB8AC3E}">
        <p14:creationId xmlns:p14="http://schemas.microsoft.com/office/powerpoint/2010/main" val="25457034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3F4DC-F7B5-5B92-76BE-758E22CACD0E}"/>
            </a:ext>
          </a:extLst>
        </p:cNvPr>
        <p:cNvGrpSpPr/>
        <p:nvPr/>
      </p:nvGrpSpPr>
      <p:grpSpPr>
        <a:xfrm>
          <a:off x="0" y="0"/>
          <a:ext cx="0" cy="0"/>
          <a:chOff x="0" y="0"/>
          <a:chExt cx="0" cy="0"/>
        </a:xfrm>
      </p:grpSpPr>
      <p:sp>
        <p:nvSpPr>
          <p:cNvPr id="45058" name="Rectangle 2">
            <a:extLst>
              <a:ext uri="{FF2B5EF4-FFF2-40B4-BE49-F238E27FC236}">
                <a16:creationId xmlns:a16="http://schemas.microsoft.com/office/drawing/2014/main" id="{971856FC-156A-935C-190F-0A181F3D38B1}"/>
              </a:ext>
            </a:extLst>
          </p:cNvPr>
          <p:cNvSpPr>
            <a:spLocks noGrp="1" noRot="1" noChangeAspect="1" noChangeArrowheads="1" noTextEdit="1"/>
          </p:cNvSpPr>
          <p:nvPr>
            <p:ph type="sldImg"/>
          </p:nvPr>
        </p:nvSpPr>
        <p:spPr>
          <a:ln/>
        </p:spPr>
      </p:sp>
      <p:sp>
        <p:nvSpPr>
          <p:cNvPr id="45059" name="Rectangle 3">
            <a:extLst>
              <a:ext uri="{FF2B5EF4-FFF2-40B4-BE49-F238E27FC236}">
                <a16:creationId xmlns:a16="http://schemas.microsoft.com/office/drawing/2014/main" id="{2832C740-95C2-A0D4-4DA6-5F8CB6A7699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ltLang="nl-NL"/>
          </a:p>
        </p:txBody>
      </p:sp>
    </p:spTree>
    <p:extLst>
      <p:ext uri="{BB962C8B-B14F-4D97-AF65-F5344CB8AC3E}">
        <p14:creationId xmlns:p14="http://schemas.microsoft.com/office/powerpoint/2010/main" val="37266438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it-IT" dirty="0"/>
          </a:p>
        </p:txBody>
      </p:sp>
      <p:sp>
        <p:nvSpPr>
          <p:cNvPr id="4" name="Slide Number Placeholder 3"/>
          <p:cNvSpPr>
            <a:spLocks noGrp="1"/>
          </p:cNvSpPr>
          <p:nvPr>
            <p:ph type="sldNum" sz="quarter" idx="5"/>
          </p:nvPr>
        </p:nvSpPr>
        <p:spPr/>
        <p:txBody>
          <a:bodyPr/>
          <a:lstStyle/>
          <a:p>
            <a:fld id="{59CF2995-AB43-4B7C-B8CD-9DC7C3692A9C}" type="slidenum">
              <a:rPr lang="en-GB" smtClean="0"/>
              <a:pPr/>
              <a:t>32</a:t>
            </a:fld>
            <a:endParaRPr lang="en-GB"/>
          </a:p>
        </p:txBody>
      </p:sp>
    </p:spTree>
    <p:extLst>
      <p:ext uri="{BB962C8B-B14F-4D97-AF65-F5344CB8AC3E}">
        <p14:creationId xmlns:p14="http://schemas.microsoft.com/office/powerpoint/2010/main" val="9098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3B952C-54BB-5021-870D-4974218BAA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6C1930-0D08-E931-DE29-211C32A817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45BFE1-CFF9-77D7-5AED-28D61CD84990}"/>
              </a:ext>
            </a:extLst>
          </p:cNvPr>
          <p:cNvSpPr>
            <a:spLocks noGrp="1"/>
          </p:cNvSpPr>
          <p:nvPr>
            <p:ph type="body" idx="1"/>
          </p:nvPr>
        </p:nvSpPr>
        <p:spPr/>
        <p:txBody>
          <a:bodyPr/>
          <a:lstStyle/>
          <a:p>
            <a:endParaRPr lang="it-IT" dirty="0"/>
          </a:p>
        </p:txBody>
      </p:sp>
      <p:sp>
        <p:nvSpPr>
          <p:cNvPr id="4" name="Slide Number Placeholder 3">
            <a:extLst>
              <a:ext uri="{FF2B5EF4-FFF2-40B4-BE49-F238E27FC236}">
                <a16:creationId xmlns:a16="http://schemas.microsoft.com/office/drawing/2014/main" id="{27D6E235-E52B-6EE4-E838-5D2EB8100C53}"/>
              </a:ext>
            </a:extLst>
          </p:cNvPr>
          <p:cNvSpPr>
            <a:spLocks noGrp="1"/>
          </p:cNvSpPr>
          <p:nvPr>
            <p:ph type="sldNum" sz="quarter" idx="5"/>
          </p:nvPr>
        </p:nvSpPr>
        <p:spPr/>
        <p:txBody>
          <a:bodyPr/>
          <a:lstStyle/>
          <a:p>
            <a:fld id="{59CF2995-AB43-4B7C-B8CD-9DC7C3692A9C}" type="slidenum">
              <a:rPr lang="en-GB" smtClean="0"/>
              <a:pPr/>
              <a:t>33</a:t>
            </a:fld>
            <a:endParaRPr lang="en-GB"/>
          </a:p>
        </p:txBody>
      </p:sp>
    </p:spTree>
    <p:extLst>
      <p:ext uri="{BB962C8B-B14F-4D97-AF65-F5344CB8AC3E}">
        <p14:creationId xmlns:p14="http://schemas.microsoft.com/office/powerpoint/2010/main" val="42922341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Update/add/delete parts of the</a:t>
            </a:r>
            <a:r>
              <a:rPr lang="en-IE" baseline="0" dirty="0"/>
              <a:t> copy right notice where appropriate.</a:t>
            </a:r>
          </a:p>
          <a:p>
            <a:r>
              <a:rPr lang="en-IE" baseline="0" dirty="0"/>
              <a:t>More information: </a:t>
            </a:r>
            <a:r>
              <a:rPr lang="en-GB" dirty="0">
                <a:hlinkClick r:id="rId3"/>
              </a:rPr>
              <a:t>https://myintracomm.ec.europa.eu/corp/intellectual-property/Documents/2019_Reuse-guidelines%28CC-BY%29.pdf</a:t>
            </a:r>
            <a:endParaRPr lang="en-GB" dirty="0"/>
          </a:p>
        </p:txBody>
      </p:sp>
      <p:sp>
        <p:nvSpPr>
          <p:cNvPr id="4" name="Slide Number Placeholder 3"/>
          <p:cNvSpPr>
            <a:spLocks noGrp="1"/>
          </p:cNvSpPr>
          <p:nvPr>
            <p:ph type="sldNum" sz="quarter" idx="10"/>
          </p:nvPr>
        </p:nvSpPr>
        <p:spPr/>
        <p:txBody>
          <a:bodyPr/>
          <a:lstStyle/>
          <a:p>
            <a:fld id="{59CF2995-AB43-4B7C-B8CD-9DC7C3692A9C}" type="slidenum">
              <a:rPr lang="en-GB" smtClean="0"/>
              <a:pPr/>
              <a:t>36</a:t>
            </a:fld>
            <a:endParaRPr lang="en-GB"/>
          </a:p>
        </p:txBody>
      </p:sp>
    </p:spTree>
    <p:extLst>
      <p:ext uri="{BB962C8B-B14F-4D97-AF65-F5344CB8AC3E}">
        <p14:creationId xmlns:p14="http://schemas.microsoft.com/office/powerpoint/2010/main" val="200751996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11" name="Rectangle 10"/>
          <p:cNvSpPr/>
          <p:nvPr userDrawn="1"/>
        </p:nvSpPr>
        <p:spPr>
          <a:xfrm>
            <a:off x="0" y="1073101"/>
            <a:ext cx="12192000" cy="5784900"/>
          </a:xfrm>
          <a:prstGeom prst="rect">
            <a:avLst/>
          </a:prstGeom>
          <a:gradFill flip="none" rotWithShape="1">
            <a:gsLst>
              <a:gs pos="47000">
                <a:srgbClr val="0D6CB4"/>
              </a:gs>
              <a:gs pos="100000">
                <a:schemeClr val="accent2"/>
              </a:gs>
              <a:gs pos="77000">
                <a:srgbClr val="227DC1"/>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GB">
              <a:solidFill>
                <a:schemeClr val="accent4"/>
              </a:solidFill>
            </a:endParaRPr>
          </a:p>
        </p:txBody>
      </p:sp>
      <p:sp>
        <p:nvSpPr>
          <p:cNvPr id="6" name="Title 1"/>
          <p:cNvSpPr>
            <a:spLocks noGrp="1"/>
          </p:cNvSpPr>
          <p:nvPr>
            <p:ph type="ctrTitle"/>
          </p:nvPr>
        </p:nvSpPr>
        <p:spPr>
          <a:xfrm>
            <a:off x="1071349" y="1992572"/>
            <a:ext cx="10290265" cy="2149523"/>
          </a:xfrm>
          <a:prstGeom prst="rect">
            <a:avLst/>
          </a:prstGeom>
        </p:spPr>
        <p:txBody>
          <a:bodyPr wrap="square" anchor="t">
            <a:noAutofit/>
          </a:bodyPr>
          <a:lstStyle>
            <a:lvl1pPr algn="l">
              <a:defRPr sz="6000" b="0">
                <a:solidFill>
                  <a:schemeClr val="bg1"/>
                </a:solidFill>
              </a:defRPr>
            </a:lvl1pPr>
          </a:lstStyle>
          <a:p>
            <a:r>
              <a:rPr lang="en-GB" noProof="0" dirty="0"/>
              <a:t>Click to edit Master title style</a:t>
            </a:r>
          </a:p>
        </p:txBody>
      </p:sp>
      <p:cxnSp>
        <p:nvCxnSpPr>
          <p:cNvPr id="7" name="Straight Connector 6"/>
          <p:cNvCxnSpPr/>
          <p:nvPr userDrawn="1"/>
        </p:nvCxnSpPr>
        <p:spPr>
          <a:xfrm>
            <a:off x="838200" y="1978925"/>
            <a:ext cx="0" cy="4879075"/>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17" name="Subtitle 2"/>
          <p:cNvSpPr>
            <a:spLocks noGrp="1"/>
          </p:cNvSpPr>
          <p:nvPr>
            <p:ph type="subTitle" idx="1"/>
          </p:nvPr>
        </p:nvSpPr>
        <p:spPr>
          <a:xfrm>
            <a:off x="1071350" y="4418049"/>
            <a:ext cx="10290265" cy="897754"/>
          </a:xfrm>
          <a:prstGeom prst="rect">
            <a:avLst/>
          </a:prstGeom>
        </p:spPr>
        <p:txBody>
          <a:bodyPr>
            <a:noAutofit/>
          </a:bodyPr>
          <a:lstStyle>
            <a:lvl1pPr marL="0" indent="0" algn="l">
              <a:buNone/>
              <a:defRPr sz="2800" i="0">
                <a:solidFill>
                  <a:schemeClr val="accent5"/>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noProof="0" dirty="0"/>
              <a:t>Click to edit Master subtitle style</a:t>
            </a:r>
          </a:p>
        </p:txBody>
      </p:sp>
      <p:sp>
        <p:nvSpPr>
          <p:cNvPr id="19" name="Text Placeholder 18"/>
          <p:cNvSpPr>
            <a:spLocks noGrp="1"/>
          </p:cNvSpPr>
          <p:nvPr>
            <p:ph type="body" sz="quarter" idx="13" hasCustomPrompt="1"/>
          </p:nvPr>
        </p:nvSpPr>
        <p:spPr>
          <a:xfrm>
            <a:off x="6094413" y="5391726"/>
            <a:ext cx="5267202" cy="877455"/>
          </a:xfrm>
          <a:prstGeom prst="rect">
            <a:avLst/>
          </a:prstGeom>
        </p:spPr>
        <p:txBody>
          <a:bodyPr>
            <a:noAutofit/>
          </a:bodyPr>
          <a:lstStyle>
            <a:lvl1pPr marL="0" indent="0" algn="r">
              <a:spcAft>
                <a:spcPts val="800"/>
              </a:spcAft>
              <a:buFontTx/>
              <a:buNone/>
              <a:defRPr sz="2200" i="1" baseline="0">
                <a:solidFill>
                  <a:schemeClr val="bg1"/>
                </a:solidFill>
              </a:defRPr>
            </a:lvl1pPr>
          </a:lstStyle>
          <a:p>
            <a:pPr lvl="0"/>
            <a:r>
              <a:rPr lang="en-GB" noProof="0" dirty="0"/>
              <a:t>Speaker</a:t>
            </a:r>
            <a:br>
              <a:rPr lang="en-GB" noProof="0" dirty="0"/>
            </a:br>
            <a:r>
              <a:rPr lang="en-GB" noProof="0" dirty="0"/>
              <a:t>Venue and date</a:t>
            </a:r>
          </a:p>
        </p:txBody>
      </p:sp>
      <p:pic>
        <p:nvPicPr>
          <p:cNvPr id="8" name="Picture 7" descr="Footer.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747221" y="6390001"/>
            <a:ext cx="697559" cy="467999"/>
          </a:xfrm>
          <a:prstGeom prst="rect">
            <a:avLst/>
          </a:prstGeom>
        </p:spPr>
      </p:pic>
      <p:pic>
        <p:nvPicPr>
          <p:cNvPr id="13" name="Picture 12" descr="EC-JRC-logo_vertical_EN_pos_transparent-background.png"/>
          <p:cNvPicPr>
            <a:picLocks noChangeAspect="1"/>
          </p:cNvPicPr>
          <p:nvPr userDrawn="1"/>
        </p:nvPicPr>
        <p:blipFill rotWithShape="1">
          <a:blip r:embed="rId3" cstate="print">
            <a:extLst>
              <a:ext uri="{28A0092B-C50C-407E-A947-70E740481C1C}">
                <a14:useLocalDpi xmlns:a14="http://schemas.microsoft.com/office/drawing/2010/main" val="0"/>
              </a:ext>
            </a:extLst>
          </a:blip>
          <a:srcRect l="3733" t="5040" r="4159" b="4382"/>
          <a:stretch/>
        </p:blipFill>
        <p:spPr>
          <a:xfrm>
            <a:off x="5373779" y="264907"/>
            <a:ext cx="1674947" cy="1152000"/>
          </a:xfrm>
          <a:prstGeom prst="rect">
            <a:avLst/>
          </a:prstGeom>
        </p:spPr>
      </p:pic>
    </p:spTree>
    <p:extLst>
      <p:ext uri="{BB962C8B-B14F-4D97-AF65-F5344CB8AC3E}">
        <p14:creationId xmlns:p14="http://schemas.microsoft.com/office/powerpoint/2010/main" val="39921833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Chapter cover (option 1)">
    <p:spTree>
      <p:nvGrpSpPr>
        <p:cNvPr id="1" name=""/>
        <p:cNvGrpSpPr/>
        <p:nvPr/>
      </p:nvGrpSpPr>
      <p:grpSpPr>
        <a:xfrm>
          <a:off x="0" y="0"/>
          <a:ext cx="0" cy="0"/>
          <a:chOff x="0" y="0"/>
          <a:chExt cx="0" cy="0"/>
        </a:xfrm>
      </p:grpSpPr>
      <p:sp>
        <p:nvSpPr>
          <p:cNvPr id="11" name="Rectangle 10"/>
          <p:cNvSpPr/>
          <p:nvPr userDrawn="1"/>
        </p:nvSpPr>
        <p:spPr>
          <a:xfrm>
            <a:off x="0" y="1"/>
            <a:ext cx="12192000" cy="6858000"/>
          </a:xfrm>
          <a:prstGeom prst="rect">
            <a:avLst/>
          </a:prstGeom>
          <a:gradFill flip="none" rotWithShape="1">
            <a:gsLst>
              <a:gs pos="47000">
                <a:srgbClr val="0D6CB4"/>
              </a:gs>
              <a:gs pos="100000">
                <a:schemeClr val="accent2"/>
              </a:gs>
              <a:gs pos="77000">
                <a:srgbClr val="227DC1"/>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GB">
              <a:solidFill>
                <a:schemeClr val="accent4"/>
              </a:solidFill>
            </a:endParaRPr>
          </a:p>
        </p:txBody>
      </p:sp>
      <p:sp>
        <p:nvSpPr>
          <p:cNvPr id="2" name="Title 1"/>
          <p:cNvSpPr>
            <a:spLocks noGrp="1"/>
          </p:cNvSpPr>
          <p:nvPr>
            <p:ph type="ctrTitle"/>
          </p:nvPr>
        </p:nvSpPr>
        <p:spPr>
          <a:xfrm>
            <a:off x="1070189" y="1122363"/>
            <a:ext cx="10281657" cy="2387600"/>
          </a:xfrm>
          <a:prstGeom prst="rect">
            <a:avLst/>
          </a:prstGeom>
        </p:spPr>
        <p:txBody>
          <a:bodyPr anchor="b">
            <a:noAutofit/>
          </a:bodyPr>
          <a:lstStyle>
            <a:lvl1pPr algn="l">
              <a:defRPr sz="6000">
                <a:solidFill>
                  <a:srgbClr val="FFD129"/>
                </a:solidFill>
              </a:defRPr>
            </a:lvl1pPr>
          </a:lstStyle>
          <a:p>
            <a:r>
              <a:rPr lang="en-GB" noProof="0" dirty="0"/>
              <a:t>Click to edit Master title style</a:t>
            </a:r>
          </a:p>
        </p:txBody>
      </p:sp>
      <p:sp>
        <p:nvSpPr>
          <p:cNvPr id="3" name="Subtitle 2"/>
          <p:cNvSpPr>
            <a:spLocks noGrp="1"/>
          </p:cNvSpPr>
          <p:nvPr>
            <p:ph type="subTitle" idx="1"/>
          </p:nvPr>
        </p:nvSpPr>
        <p:spPr>
          <a:xfrm>
            <a:off x="1070189" y="3602038"/>
            <a:ext cx="10281657" cy="1655762"/>
          </a:xfrm>
          <a:prstGeom prst="rect">
            <a:avLst/>
          </a:prstGeom>
        </p:spPr>
        <p:txBody>
          <a:bodyPr>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noProof="0"/>
              <a:t>Click to edit Master subtitle style</a:t>
            </a:r>
          </a:p>
        </p:txBody>
      </p:sp>
      <p:cxnSp>
        <p:nvCxnSpPr>
          <p:cNvPr id="7" name="Straight Connector 6"/>
          <p:cNvCxnSpPr/>
          <p:nvPr userDrawn="1"/>
        </p:nvCxnSpPr>
        <p:spPr>
          <a:xfrm>
            <a:off x="838200" y="0"/>
            <a:ext cx="0" cy="3478213"/>
          </a:xfrm>
          <a:prstGeom prst="line">
            <a:avLst/>
          </a:prstGeom>
          <a:ln w="28575">
            <a:solidFill>
              <a:srgbClr val="FFD129"/>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945929" y="6193922"/>
            <a:ext cx="1718512" cy="451153"/>
          </a:xfrm>
          <a:prstGeom prst="rect">
            <a:avLst/>
          </a:prstGeom>
        </p:spPr>
      </p:pic>
    </p:spTree>
    <p:extLst>
      <p:ext uri="{BB962C8B-B14F-4D97-AF65-F5344CB8AC3E}">
        <p14:creationId xmlns:p14="http://schemas.microsoft.com/office/powerpoint/2010/main" val="37886990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apter cover (option 2)">
    <p:spTree>
      <p:nvGrpSpPr>
        <p:cNvPr id="1" name=""/>
        <p:cNvGrpSpPr/>
        <p:nvPr/>
      </p:nvGrpSpPr>
      <p:grpSpPr>
        <a:xfrm>
          <a:off x="0" y="0"/>
          <a:ext cx="0" cy="0"/>
          <a:chOff x="0" y="0"/>
          <a:chExt cx="0" cy="0"/>
        </a:xfrm>
      </p:grpSpPr>
      <p:sp>
        <p:nvSpPr>
          <p:cNvPr id="13" name="Rectangle 12"/>
          <p:cNvSpPr/>
          <p:nvPr userDrawn="1"/>
        </p:nvSpPr>
        <p:spPr>
          <a:xfrm>
            <a:off x="0" y="0"/>
            <a:ext cx="12192000" cy="685800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sp>
        <p:nvSpPr>
          <p:cNvPr id="11" name="Title 1"/>
          <p:cNvSpPr>
            <a:spLocks noGrp="1"/>
          </p:cNvSpPr>
          <p:nvPr>
            <p:ph type="ctrTitle"/>
          </p:nvPr>
        </p:nvSpPr>
        <p:spPr>
          <a:xfrm>
            <a:off x="1077013" y="1122363"/>
            <a:ext cx="10284602" cy="2387600"/>
          </a:xfrm>
          <a:prstGeom prst="rect">
            <a:avLst/>
          </a:prstGeom>
        </p:spPr>
        <p:txBody>
          <a:bodyPr anchor="b">
            <a:noAutofit/>
          </a:bodyPr>
          <a:lstStyle>
            <a:lvl1pPr algn="l">
              <a:defRPr sz="6000">
                <a:solidFill>
                  <a:schemeClr val="accent2">
                    <a:lumMod val="75000"/>
                  </a:schemeClr>
                </a:solidFill>
              </a:defRPr>
            </a:lvl1pPr>
          </a:lstStyle>
          <a:p>
            <a:r>
              <a:rPr lang="en-GB" noProof="0" dirty="0"/>
              <a:t>Click to edit Master title style</a:t>
            </a:r>
          </a:p>
        </p:txBody>
      </p:sp>
      <p:sp>
        <p:nvSpPr>
          <p:cNvPr id="14" name="Subtitle 2"/>
          <p:cNvSpPr>
            <a:spLocks noGrp="1"/>
          </p:cNvSpPr>
          <p:nvPr>
            <p:ph type="subTitle" idx="1"/>
          </p:nvPr>
        </p:nvSpPr>
        <p:spPr>
          <a:xfrm>
            <a:off x="1070189" y="3602038"/>
            <a:ext cx="10284602" cy="1655762"/>
          </a:xfrm>
          <a:prstGeom prst="rect">
            <a:avLst/>
          </a:prstGeom>
        </p:spPr>
        <p:txBody>
          <a:bodyPr>
            <a:noAutofit/>
          </a:bodyPr>
          <a:lstStyle>
            <a:lvl1pPr marL="0" indent="0" algn="l">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noProof="0" dirty="0"/>
              <a:t>Click to edit Master subtitle style</a:t>
            </a:r>
          </a:p>
        </p:txBody>
      </p:sp>
      <p:cxnSp>
        <p:nvCxnSpPr>
          <p:cNvPr id="7" name="Straight Connector 6"/>
          <p:cNvCxnSpPr/>
          <p:nvPr userDrawn="1"/>
        </p:nvCxnSpPr>
        <p:spPr>
          <a:xfrm>
            <a:off x="838200" y="0"/>
            <a:ext cx="0" cy="3478213"/>
          </a:xfrm>
          <a:prstGeom prst="line">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18" name="Picture 17"/>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945929" y="6193922"/>
            <a:ext cx="1718512" cy="451153"/>
          </a:xfrm>
          <a:prstGeom prst="rect">
            <a:avLst/>
          </a:prstGeom>
        </p:spPr>
      </p:pic>
    </p:spTree>
    <p:extLst>
      <p:ext uri="{BB962C8B-B14F-4D97-AF65-F5344CB8AC3E}">
        <p14:creationId xmlns:p14="http://schemas.microsoft.com/office/powerpoint/2010/main" val="9325099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967154" y="1825624"/>
            <a:ext cx="10267462" cy="4170363"/>
          </a:xfrm>
          <a:prstGeom prst="rect">
            <a:avLst/>
          </a:prstGeom>
        </p:spPr>
        <p:txBody>
          <a:bodyPr>
            <a:noAutofit/>
          </a:bodyPr>
          <a:lstStyle>
            <a:lvl1pPr marL="0" indent="-342900">
              <a:lnSpc>
                <a:spcPct val="100000"/>
              </a:lnSpc>
              <a:spcBef>
                <a:spcPts val="0"/>
              </a:spcBef>
              <a:spcAft>
                <a:spcPts val="1800"/>
              </a:spcAft>
              <a:buClr>
                <a:schemeClr val="accent5"/>
              </a:buClr>
              <a:buFont typeface="Arial" pitchFamily="34" charset="0"/>
              <a:buNone/>
              <a:defRPr baseline="0"/>
            </a:lvl1pPr>
            <a:lvl2pPr>
              <a:lnSpc>
                <a:spcPct val="100000"/>
              </a:lnSpc>
              <a:spcAft>
                <a:spcPts val="1800"/>
              </a:spcAft>
              <a:buClr>
                <a:schemeClr val="accent5"/>
              </a:buClr>
              <a:buNone/>
              <a:defRPr/>
            </a:lvl2pPr>
            <a:lvl3pPr>
              <a:lnSpc>
                <a:spcPct val="100000"/>
              </a:lnSpc>
              <a:spcAft>
                <a:spcPts val="1800"/>
              </a:spcAft>
              <a:buClr>
                <a:schemeClr val="accent5"/>
              </a:buClr>
              <a:buNone/>
              <a:defRPr/>
            </a:lvl3pPr>
            <a:lvl4pPr>
              <a:lnSpc>
                <a:spcPct val="100000"/>
              </a:lnSpc>
              <a:spcAft>
                <a:spcPts val="1800"/>
              </a:spcAft>
              <a:buClr>
                <a:schemeClr val="accent5"/>
              </a:buClr>
              <a:buNone/>
              <a:defRPr/>
            </a:lvl4pPr>
            <a:lvl5pPr>
              <a:lnSpc>
                <a:spcPct val="100000"/>
              </a:lnSpc>
              <a:spcAft>
                <a:spcPts val="1800"/>
              </a:spcAft>
              <a:buClr>
                <a:schemeClr val="accent5"/>
              </a:buClr>
              <a:buNone/>
              <a:defRPr/>
            </a:lvl5pPr>
          </a:lstStyle>
          <a:p>
            <a:pPr lvl="0"/>
            <a:r>
              <a:rPr lang="en-GB" noProof="0" dirty="0"/>
              <a:t>Insert text</a:t>
            </a:r>
          </a:p>
        </p:txBody>
      </p:sp>
      <p:cxnSp>
        <p:nvCxnSpPr>
          <p:cNvPr id="7" name="Straight Connector 6"/>
          <p:cNvCxnSpPr/>
          <p:nvPr userDrawn="1"/>
        </p:nvCxnSpPr>
        <p:spPr>
          <a:xfrm flipH="1">
            <a:off x="838201" y="0"/>
            <a:ext cx="1" cy="1365250"/>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11" name="Title Placeholder 1"/>
          <p:cNvSpPr>
            <a:spLocks noGrp="1"/>
          </p:cNvSpPr>
          <p:nvPr>
            <p:ph type="title"/>
          </p:nvPr>
        </p:nvSpPr>
        <p:spPr>
          <a:xfrm>
            <a:off x="970722" y="575220"/>
            <a:ext cx="10263893" cy="782357"/>
          </a:xfrm>
          <a:prstGeom prst="rect">
            <a:avLst/>
          </a:prstGeom>
        </p:spPr>
        <p:txBody>
          <a:bodyPr vert="horz" lIns="91440" tIns="45720" rIns="91440" bIns="0" rtlCol="0" anchor="b" anchorCtr="0">
            <a:noAutofit/>
          </a:bodyPr>
          <a:lstStyle>
            <a:lvl1pPr>
              <a:defRPr sz="3800"/>
            </a:lvl1pPr>
          </a:lstStyle>
          <a:p>
            <a:r>
              <a:rPr lang="en-GB" noProof="0" dirty="0"/>
              <a:t>Click to edit Master title style</a:t>
            </a:r>
          </a:p>
        </p:txBody>
      </p:sp>
    </p:spTree>
    <p:extLst>
      <p:ext uri="{BB962C8B-B14F-4D97-AF65-F5344CB8AC3E}">
        <p14:creationId xmlns:p14="http://schemas.microsoft.com/office/powerpoint/2010/main" val="30423415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and Object">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6232525" y="1825625"/>
            <a:ext cx="5002090" cy="4170363"/>
          </a:xfrm>
          <a:prstGeom prst="rect">
            <a:avLst/>
          </a:prstGeom>
          <a:noFill/>
        </p:spPr>
        <p:txBody>
          <a:bodyPr>
            <a:noAutofit/>
          </a:bodyPr>
          <a:lstStyle>
            <a:lvl1pPr marL="0" indent="0">
              <a:buClr>
                <a:schemeClr val="accent5"/>
              </a:buClr>
              <a:buFont typeface="Arial"/>
              <a:buNone/>
              <a:defRPr/>
            </a:lvl1pPr>
          </a:lstStyle>
          <a:p>
            <a:pPr lvl="0"/>
            <a:endParaRPr lang="en-GB" noProof="0" dirty="0"/>
          </a:p>
        </p:txBody>
      </p:sp>
      <p:cxnSp>
        <p:nvCxnSpPr>
          <p:cNvPr id="8" name="Straight Connector 7"/>
          <p:cNvCxnSpPr/>
          <p:nvPr userDrawn="1"/>
        </p:nvCxnSpPr>
        <p:spPr>
          <a:xfrm flipH="1">
            <a:off x="838201" y="0"/>
            <a:ext cx="1" cy="1365250"/>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17" name="Title Placeholder 1"/>
          <p:cNvSpPr>
            <a:spLocks noGrp="1"/>
          </p:cNvSpPr>
          <p:nvPr>
            <p:ph type="title"/>
          </p:nvPr>
        </p:nvSpPr>
        <p:spPr>
          <a:xfrm>
            <a:off x="970722" y="575220"/>
            <a:ext cx="10263893" cy="782357"/>
          </a:xfrm>
          <a:prstGeom prst="rect">
            <a:avLst/>
          </a:prstGeom>
        </p:spPr>
        <p:txBody>
          <a:bodyPr vert="horz" lIns="91440" tIns="45720" rIns="91440" bIns="0" rtlCol="0" anchor="b" anchorCtr="0">
            <a:noAutofit/>
          </a:bodyPr>
          <a:lstStyle>
            <a:lvl1pPr>
              <a:defRPr sz="3800"/>
            </a:lvl1pPr>
          </a:lstStyle>
          <a:p>
            <a:r>
              <a:rPr lang="en-GB" noProof="0" dirty="0"/>
              <a:t>Click to edit Master title style</a:t>
            </a:r>
          </a:p>
        </p:txBody>
      </p:sp>
      <p:sp>
        <p:nvSpPr>
          <p:cNvPr id="18" name="Content Placeholder 2"/>
          <p:cNvSpPr>
            <a:spLocks noGrp="1"/>
          </p:cNvSpPr>
          <p:nvPr>
            <p:ph idx="10" hasCustomPrompt="1"/>
          </p:nvPr>
        </p:nvSpPr>
        <p:spPr>
          <a:xfrm>
            <a:off x="967154" y="1825624"/>
            <a:ext cx="5004000" cy="4170363"/>
          </a:xfrm>
          <a:prstGeom prst="rect">
            <a:avLst/>
          </a:prstGeom>
        </p:spPr>
        <p:txBody>
          <a:bodyPr>
            <a:noAutofit/>
          </a:bodyPr>
          <a:lstStyle>
            <a:lvl1pPr marL="0" marR="0" indent="-342900" algn="l" defTabSz="914400" rtl="0" eaLnBrk="1" fontAlgn="auto" latinLnBrk="0" hangingPunct="1">
              <a:lnSpc>
                <a:spcPct val="100000"/>
              </a:lnSpc>
              <a:spcBef>
                <a:spcPts val="0"/>
              </a:spcBef>
              <a:spcAft>
                <a:spcPts val="1800"/>
              </a:spcAft>
              <a:buClr>
                <a:schemeClr val="accent5"/>
              </a:buClr>
              <a:buSzTx/>
              <a:buFont typeface="Arial"/>
              <a:buNone/>
              <a:tabLst/>
              <a:defRPr baseline="0"/>
            </a:lvl1pPr>
            <a:lvl2pPr>
              <a:lnSpc>
                <a:spcPct val="100000"/>
              </a:lnSpc>
              <a:spcAft>
                <a:spcPts val="1800"/>
              </a:spcAft>
              <a:buClr>
                <a:schemeClr val="accent5"/>
              </a:buClr>
              <a:buNone/>
              <a:defRPr/>
            </a:lvl2pPr>
            <a:lvl3pPr>
              <a:lnSpc>
                <a:spcPct val="100000"/>
              </a:lnSpc>
              <a:spcAft>
                <a:spcPts val="1800"/>
              </a:spcAft>
              <a:buClr>
                <a:schemeClr val="accent5"/>
              </a:buClr>
              <a:buNone/>
              <a:defRPr/>
            </a:lvl3pPr>
            <a:lvl4pPr>
              <a:lnSpc>
                <a:spcPct val="100000"/>
              </a:lnSpc>
              <a:spcAft>
                <a:spcPts val="1800"/>
              </a:spcAft>
              <a:buClr>
                <a:schemeClr val="accent5"/>
              </a:buClr>
              <a:buNone/>
              <a:defRPr/>
            </a:lvl4pPr>
            <a:lvl5pPr>
              <a:lnSpc>
                <a:spcPct val="100000"/>
              </a:lnSpc>
              <a:spcAft>
                <a:spcPts val="1800"/>
              </a:spcAft>
              <a:buClr>
                <a:schemeClr val="accent5"/>
              </a:buClr>
              <a:buNone/>
              <a:defRPr/>
            </a:lvl5pPr>
          </a:lstStyle>
          <a:p>
            <a:pPr marL="0" marR="0" lvl="0" indent="-342900" algn="l" defTabSz="914400" rtl="0" eaLnBrk="1" fontAlgn="auto" latinLnBrk="0" hangingPunct="1">
              <a:lnSpc>
                <a:spcPct val="100000"/>
              </a:lnSpc>
              <a:spcBef>
                <a:spcPts val="0"/>
              </a:spcBef>
              <a:spcAft>
                <a:spcPts val="1800"/>
              </a:spcAft>
              <a:buClr>
                <a:schemeClr val="accent5"/>
              </a:buClr>
              <a:buSzTx/>
              <a:buFont typeface="Arial"/>
              <a:buNone/>
              <a:tabLst/>
              <a:defRPr/>
            </a:pPr>
            <a:r>
              <a:rPr lang="en-GB" noProof="0" dirty="0"/>
              <a:t>Insert text</a:t>
            </a:r>
          </a:p>
          <a:p>
            <a:pPr marL="0" marR="0" lvl="0" indent="-342900" algn="l" defTabSz="914400" rtl="0" eaLnBrk="1" fontAlgn="auto" latinLnBrk="0" hangingPunct="1">
              <a:lnSpc>
                <a:spcPct val="100000"/>
              </a:lnSpc>
              <a:spcBef>
                <a:spcPts val="0"/>
              </a:spcBef>
              <a:spcAft>
                <a:spcPts val="1800"/>
              </a:spcAft>
              <a:buClr>
                <a:schemeClr val="accent5"/>
              </a:buClr>
              <a:buSzTx/>
              <a:buFont typeface="Arial"/>
              <a:buNone/>
              <a:tabLst/>
              <a:defRPr/>
            </a:pPr>
            <a:endParaRPr lang="en-GB" noProof="0" dirty="0"/>
          </a:p>
          <a:p>
            <a:pPr lvl="0"/>
            <a:endParaRPr lang="en-GB" noProof="0" dirty="0"/>
          </a:p>
        </p:txBody>
      </p:sp>
    </p:spTree>
    <p:extLst>
      <p:ext uri="{BB962C8B-B14F-4D97-AF65-F5344CB8AC3E}">
        <p14:creationId xmlns:p14="http://schemas.microsoft.com/office/powerpoint/2010/main" val="28038392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 2 columns">
    <p:spTree>
      <p:nvGrpSpPr>
        <p:cNvPr id="1" name=""/>
        <p:cNvGrpSpPr/>
        <p:nvPr/>
      </p:nvGrpSpPr>
      <p:grpSpPr>
        <a:xfrm>
          <a:off x="0" y="0"/>
          <a:ext cx="0" cy="0"/>
          <a:chOff x="0" y="0"/>
          <a:chExt cx="0" cy="0"/>
        </a:xfrm>
      </p:grpSpPr>
      <p:sp>
        <p:nvSpPr>
          <p:cNvPr id="8" name="Content Placeholder 2"/>
          <p:cNvSpPr>
            <a:spLocks noGrp="1"/>
          </p:cNvSpPr>
          <p:nvPr>
            <p:ph idx="11" hasCustomPrompt="1"/>
          </p:nvPr>
        </p:nvSpPr>
        <p:spPr>
          <a:xfrm>
            <a:off x="6232524" y="1825624"/>
            <a:ext cx="5004000" cy="4170363"/>
          </a:xfrm>
          <a:prstGeom prst="rect">
            <a:avLst/>
          </a:prstGeom>
        </p:spPr>
        <p:txBody>
          <a:bodyPr>
            <a:noAutofit/>
          </a:bodyPr>
          <a:lstStyle>
            <a:lvl1pPr marL="0" indent="-342900">
              <a:lnSpc>
                <a:spcPct val="100000"/>
              </a:lnSpc>
              <a:spcBef>
                <a:spcPts val="0"/>
              </a:spcBef>
              <a:spcAft>
                <a:spcPts val="1800"/>
              </a:spcAft>
              <a:buClr>
                <a:schemeClr val="accent5"/>
              </a:buClr>
              <a:buFont typeface="Arial"/>
              <a:buNone/>
              <a:defRPr strike="noStrike"/>
            </a:lvl1pPr>
            <a:lvl2pPr>
              <a:lnSpc>
                <a:spcPct val="100000"/>
              </a:lnSpc>
              <a:spcAft>
                <a:spcPts val="1800"/>
              </a:spcAft>
              <a:buClr>
                <a:schemeClr val="accent5"/>
              </a:buClr>
              <a:defRPr strike="noStrike"/>
            </a:lvl2pPr>
            <a:lvl3pPr>
              <a:lnSpc>
                <a:spcPct val="100000"/>
              </a:lnSpc>
              <a:spcAft>
                <a:spcPts val="1800"/>
              </a:spcAft>
              <a:buClr>
                <a:schemeClr val="accent5"/>
              </a:buClr>
              <a:defRPr strike="noStrike"/>
            </a:lvl3pPr>
            <a:lvl4pPr>
              <a:lnSpc>
                <a:spcPct val="100000"/>
              </a:lnSpc>
              <a:spcAft>
                <a:spcPts val="1800"/>
              </a:spcAft>
              <a:buClr>
                <a:schemeClr val="accent5"/>
              </a:buClr>
              <a:defRPr strike="noStrike"/>
            </a:lvl4pPr>
            <a:lvl5pPr>
              <a:lnSpc>
                <a:spcPct val="100000"/>
              </a:lnSpc>
              <a:spcAft>
                <a:spcPts val="1800"/>
              </a:spcAft>
              <a:buClr>
                <a:schemeClr val="accent5"/>
              </a:buClr>
              <a:defRPr strike="noStrike"/>
            </a:lvl5pPr>
          </a:lstStyle>
          <a:p>
            <a:pPr lvl="0"/>
            <a:r>
              <a:rPr lang="en-GB" noProof="0" dirty="0"/>
              <a:t>Insert text</a:t>
            </a:r>
          </a:p>
        </p:txBody>
      </p:sp>
      <p:cxnSp>
        <p:nvCxnSpPr>
          <p:cNvPr id="9" name="Straight Connector 8"/>
          <p:cNvCxnSpPr/>
          <p:nvPr userDrawn="1"/>
        </p:nvCxnSpPr>
        <p:spPr>
          <a:xfrm flipH="1">
            <a:off x="838201" y="0"/>
            <a:ext cx="1" cy="1365250"/>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11" name="Title Placeholder 1"/>
          <p:cNvSpPr>
            <a:spLocks noGrp="1"/>
          </p:cNvSpPr>
          <p:nvPr>
            <p:ph type="title"/>
          </p:nvPr>
        </p:nvSpPr>
        <p:spPr>
          <a:xfrm>
            <a:off x="970722" y="575220"/>
            <a:ext cx="10263893" cy="782357"/>
          </a:xfrm>
          <a:prstGeom prst="rect">
            <a:avLst/>
          </a:prstGeom>
        </p:spPr>
        <p:txBody>
          <a:bodyPr vert="horz" lIns="91440" tIns="45720" rIns="91440" bIns="0" rtlCol="0" anchor="b" anchorCtr="0">
            <a:noAutofit/>
          </a:bodyPr>
          <a:lstStyle>
            <a:lvl1pPr>
              <a:defRPr sz="3800"/>
            </a:lvl1pPr>
          </a:lstStyle>
          <a:p>
            <a:r>
              <a:rPr lang="en-GB" noProof="0" dirty="0"/>
              <a:t>Click to edit Master title style</a:t>
            </a:r>
          </a:p>
        </p:txBody>
      </p:sp>
      <p:sp>
        <p:nvSpPr>
          <p:cNvPr id="12" name="Content Placeholder 2"/>
          <p:cNvSpPr>
            <a:spLocks noGrp="1"/>
          </p:cNvSpPr>
          <p:nvPr>
            <p:ph idx="10" hasCustomPrompt="1"/>
          </p:nvPr>
        </p:nvSpPr>
        <p:spPr>
          <a:xfrm>
            <a:off x="967154" y="1825624"/>
            <a:ext cx="5004000" cy="4170363"/>
          </a:xfrm>
          <a:prstGeom prst="rect">
            <a:avLst/>
          </a:prstGeom>
        </p:spPr>
        <p:txBody>
          <a:bodyPr>
            <a:noAutofit/>
          </a:bodyPr>
          <a:lstStyle>
            <a:lvl1pPr marL="0" indent="-342900">
              <a:lnSpc>
                <a:spcPct val="100000"/>
              </a:lnSpc>
              <a:spcBef>
                <a:spcPts val="0"/>
              </a:spcBef>
              <a:spcAft>
                <a:spcPts val="1800"/>
              </a:spcAft>
              <a:buClr>
                <a:schemeClr val="accent5"/>
              </a:buClr>
              <a:buFont typeface="Arial" pitchFamily="34" charset="0"/>
              <a:buNone/>
              <a:defRPr baseline="0"/>
            </a:lvl1pPr>
            <a:lvl2pPr>
              <a:lnSpc>
                <a:spcPct val="100000"/>
              </a:lnSpc>
              <a:spcAft>
                <a:spcPts val="1800"/>
              </a:spcAft>
              <a:buClr>
                <a:schemeClr val="accent5"/>
              </a:buClr>
              <a:defRPr/>
            </a:lvl2pPr>
            <a:lvl3pPr>
              <a:lnSpc>
                <a:spcPct val="100000"/>
              </a:lnSpc>
              <a:spcAft>
                <a:spcPts val="1800"/>
              </a:spcAft>
              <a:buClr>
                <a:schemeClr val="accent5"/>
              </a:buClr>
              <a:defRPr/>
            </a:lvl3pPr>
            <a:lvl4pPr>
              <a:lnSpc>
                <a:spcPct val="100000"/>
              </a:lnSpc>
              <a:spcAft>
                <a:spcPts val="1800"/>
              </a:spcAft>
              <a:buClr>
                <a:schemeClr val="accent5"/>
              </a:buClr>
              <a:defRPr/>
            </a:lvl4pPr>
            <a:lvl5pPr>
              <a:lnSpc>
                <a:spcPct val="100000"/>
              </a:lnSpc>
              <a:spcAft>
                <a:spcPts val="1800"/>
              </a:spcAft>
              <a:buClr>
                <a:schemeClr val="accent5"/>
              </a:buClr>
              <a:defRPr/>
            </a:lvl5pPr>
          </a:lstStyle>
          <a:p>
            <a:pPr lvl="0"/>
            <a:r>
              <a:rPr lang="en-GB" noProof="0" dirty="0"/>
              <a:t>Insert text</a:t>
            </a:r>
          </a:p>
        </p:txBody>
      </p:sp>
    </p:spTree>
    <p:extLst>
      <p:ext uri="{BB962C8B-B14F-4D97-AF65-F5344CB8AC3E}">
        <p14:creationId xmlns:p14="http://schemas.microsoft.com/office/powerpoint/2010/main" val="12467745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 3 columns">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970722" y="1825625"/>
            <a:ext cx="3229533" cy="4170363"/>
          </a:xfrm>
          <a:prstGeom prst="rect">
            <a:avLst/>
          </a:prstGeom>
        </p:spPr>
        <p:txBody>
          <a:bodyPr>
            <a:noAutofit/>
          </a:bodyPr>
          <a:lstStyle>
            <a:lvl1pPr marL="0" indent="-342900">
              <a:buClr>
                <a:schemeClr val="accent5"/>
              </a:buClr>
              <a:buFont typeface="Arial"/>
              <a:buNone/>
              <a:defRPr baseline="0"/>
            </a:lvl1pPr>
            <a:lvl2pPr>
              <a:buClr>
                <a:schemeClr val="accent5"/>
              </a:buClr>
              <a:buNone/>
              <a:defRPr/>
            </a:lvl2pPr>
            <a:lvl3pPr>
              <a:buClr>
                <a:schemeClr val="accent5"/>
              </a:buClr>
              <a:buNone/>
              <a:defRPr/>
            </a:lvl3pPr>
            <a:lvl4pPr>
              <a:buClr>
                <a:schemeClr val="accent5"/>
              </a:buClr>
              <a:buNone/>
              <a:defRPr/>
            </a:lvl4pPr>
            <a:lvl5pPr>
              <a:buClr>
                <a:schemeClr val="accent5"/>
              </a:buClr>
              <a:buNone/>
              <a:defRPr/>
            </a:lvl5pPr>
          </a:lstStyle>
          <a:p>
            <a:pPr lvl="0"/>
            <a:r>
              <a:rPr lang="en-GB" noProof="0" dirty="0"/>
              <a:t>Insert text</a:t>
            </a:r>
          </a:p>
        </p:txBody>
      </p:sp>
      <p:sp>
        <p:nvSpPr>
          <p:cNvPr id="9" name="Content Placeholder 2"/>
          <p:cNvSpPr>
            <a:spLocks noGrp="1"/>
          </p:cNvSpPr>
          <p:nvPr>
            <p:ph sz="half" idx="13" hasCustomPrompt="1"/>
          </p:nvPr>
        </p:nvSpPr>
        <p:spPr>
          <a:xfrm>
            <a:off x="4476002" y="1825624"/>
            <a:ext cx="3239996" cy="4170363"/>
          </a:xfrm>
          <a:prstGeom prst="rect">
            <a:avLst/>
          </a:prstGeom>
        </p:spPr>
        <p:txBody>
          <a:bodyPr>
            <a:noAutofit/>
          </a:bodyPr>
          <a:lstStyle>
            <a:lvl1pPr marL="0" marR="0" indent="-342900" algn="l" defTabSz="914400" rtl="0" eaLnBrk="1" fontAlgn="auto" latinLnBrk="0" hangingPunct="1">
              <a:lnSpc>
                <a:spcPct val="100000"/>
              </a:lnSpc>
              <a:spcBef>
                <a:spcPts val="0"/>
              </a:spcBef>
              <a:spcAft>
                <a:spcPts val="1800"/>
              </a:spcAft>
              <a:buClr>
                <a:schemeClr val="accent5"/>
              </a:buClr>
              <a:buSzTx/>
              <a:buFont typeface="Arial"/>
              <a:buNone/>
              <a:tabLst/>
              <a:defRPr/>
            </a:lvl1pPr>
            <a:lvl2pPr>
              <a:buClr>
                <a:schemeClr val="accent5"/>
              </a:buClr>
              <a:defRPr/>
            </a:lvl2pPr>
            <a:lvl3pPr>
              <a:buClr>
                <a:schemeClr val="accent5"/>
              </a:buClr>
              <a:defRPr/>
            </a:lvl3pPr>
            <a:lvl4pPr>
              <a:buClr>
                <a:schemeClr val="accent5"/>
              </a:buClr>
              <a:defRPr/>
            </a:lvl4pPr>
            <a:lvl5pPr>
              <a:buClr>
                <a:schemeClr val="accent5"/>
              </a:buClr>
              <a:defRPr/>
            </a:lvl5pPr>
          </a:lstStyle>
          <a:p>
            <a:pPr marL="342900" marR="0" lvl="0" indent="-342900" algn="l" defTabSz="914400" rtl="0" eaLnBrk="1" fontAlgn="auto" latinLnBrk="0" hangingPunct="1">
              <a:lnSpc>
                <a:spcPct val="100000"/>
              </a:lnSpc>
              <a:spcBef>
                <a:spcPts val="0"/>
              </a:spcBef>
              <a:spcAft>
                <a:spcPts val="1800"/>
              </a:spcAft>
              <a:buClr>
                <a:schemeClr val="accent5"/>
              </a:buClr>
              <a:buSzTx/>
              <a:buFont typeface="Arial"/>
              <a:buNone/>
              <a:tabLst/>
              <a:defRPr/>
            </a:pPr>
            <a:r>
              <a:rPr lang="en-GB" noProof="0" dirty="0"/>
              <a:t>Insert text</a:t>
            </a:r>
          </a:p>
        </p:txBody>
      </p:sp>
      <p:sp>
        <p:nvSpPr>
          <p:cNvPr id="7" name="Content Placeholder 2"/>
          <p:cNvSpPr>
            <a:spLocks noGrp="1"/>
          </p:cNvSpPr>
          <p:nvPr>
            <p:ph sz="half" idx="15" hasCustomPrompt="1"/>
          </p:nvPr>
        </p:nvSpPr>
        <p:spPr>
          <a:xfrm>
            <a:off x="7990763" y="1825624"/>
            <a:ext cx="3239998" cy="4170363"/>
          </a:xfrm>
          <a:prstGeom prst="rect">
            <a:avLst/>
          </a:prstGeom>
        </p:spPr>
        <p:txBody>
          <a:bodyPr>
            <a:noAutofit/>
          </a:bodyPr>
          <a:lstStyle>
            <a:lvl1pPr marL="0" marR="0" indent="-342900" algn="l" defTabSz="914400" rtl="0" eaLnBrk="1" fontAlgn="auto" latinLnBrk="0" hangingPunct="1">
              <a:lnSpc>
                <a:spcPct val="100000"/>
              </a:lnSpc>
              <a:spcBef>
                <a:spcPts val="0"/>
              </a:spcBef>
              <a:spcAft>
                <a:spcPts val="1800"/>
              </a:spcAft>
              <a:buClr>
                <a:schemeClr val="accent5"/>
              </a:buClr>
              <a:buSzTx/>
              <a:buFont typeface="Arial"/>
              <a:buNone/>
              <a:tabLst/>
              <a:defRPr/>
            </a:lvl1pPr>
            <a:lvl2pPr>
              <a:buClr>
                <a:schemeClr val="accent5"/>
              </a:buClr>
              <a:defRPr/>
            </a:lvl2pPr>
            <a:lvl3pPr>
              <a:buClr>
                <a:schemeClr val="accent5"/>
              </a:buClr>
              <a:defRPr/>
            </a:lvl3pPr>
            <a:lvl4pPr>
              <a:buClr>
                <a:schemeClr val="accent5"/>
              </a:buClr>
              <a:defRPr/>
            </a:lvl4pPr>
            <a:lvl5pPr>
              <a:buClr>
                <a:schemeClr val="accent5"/>
              </a:buClr>
              <a:defRPr/>
            </a:lvl5pPr>
          </a:lstStyle>
          <a:p>
            <a:pPr marL="342900" marR="0" lvl="0" indent="-342900" algn="l" defTabSz="914400" rtl="0" eaLnBrk="1" fontAlgn="auto" latinLnBrk="0" hangingPunct="1">
              <a:lnSpc>
                <a:spcPct val="100000"/>
              </a:lnSpc>
              <a:spcBef>
                <a:spcPts val="0"/>
              </a:spcBef>
              <a:spcAft>
                <a:spcPts val="1800"/>
              </a:spcAft>
              <a:buClr>
                <a:schemeClr val="accent5"/>
              </a:buClr>
              <a:buSzTx/>
              <a:buFont typeface="Arial"/>
              <a:buNone/>
              <a:tabLst/>
              <a:defRPr/>
            </a:pPr>
            <a:r>
              <a:rPr lang="en-GB" noProof="0" dirty="0"/>
              <a:t>Insert text</a:t>
            </a:r>
          </a:p>
        </p:txBody>
      </p:sp>
      <p:cxnSp>
        <p:nvCxnSpPr>
          <p:cNvPr id="8" name="Straight Connector 7"/>
          <p:cNvCxnSpPr/>
          <p:nvPr userDrawn="1"/>
        </p:nvCxnSpPr>
        <p:spPr>
          <a:xfrm flipH="1">
            <a:off x="838201" y="0"/>
            <a:ext cx="1" cy="1365250"/>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16" name="Title Placeholder 1"/>
          <p:cNvSpPr>
            <a:spLocks noGrp="1"/>
          </p:cNvSpPr>
          <p:nvPr>
            <p:ph type="title"/>
          </p:nvPr>
        </p:nvSpPr>
        <p:spPr>
          <a:xfrm>
            <a:off x="970722" y="575220"/>
            <a:ext cx="10263893" cy="782357"/>
          </a:xfrm>
          <a:prstGeom prst="rect">
            <a:avLst/>
          </a:prstGeom>
        </p:spPr>
        <p:txBody>
          <a:bodyPr vert="horz" lIns="91440" tIns="45720" rIns="91440" bIns="0" rtlCol="0" anchor="b" anchorCtr="0">
            <a:noAutofit/>
          </a:bodyPr>
          <a:lstStyle>
            <a:lvl1pPr>
              <a:defRPr sz="3800"/>
            </a:lvl1pPr>
          </a:lstStyle>
          <a:p>
            <a:r>
              <a:rPr lang="en-GB" noProof="0" dirty="0"/>
              <a:t>Click to edit Master title style</a:t>
            </a:r>
          </a:p>
        </p:txBody>
      </p:sp>
    </p:spTree>
    <p:extLst>
      <p:ext uri="{BB962C8B-B14F-4D97-AF65-F5344CB8AC3E}">
        <p14:creationId xmlns:p14="http://schemas.microsoft.com/office/powerpoint/2010/main" val="22071010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970722" y="1681163"/>
            <a:ext cx="5003999" cy="823912"/>
          </a:xfrm>
          <a:prstGeom prst="rect">
            <a:avLst/>
          </a:prstGeom>
        </p:spPr>
        <p:txBody>
          <a:bodyPr wrap="square" anchor="b">
            <a:noAutofit/>
          </a:bodyPr>
          <a:lstStyle>
            <a:lvl1pPr marL="0" indent="0">
              <a:buNone/>
              <a:defRPr sz="2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noProof="0" dirty="0"/>
              <a:t>Edit Master text styles</a:t>
            </a:r>
          </a:p>
        </p:txBody>
      </p:sp>
      <p:sp>
        <p:nvSpPr>
          <p:cNvPr id="4" name="Content Placeholder 3"/>
          <p:cNvSpPr>
            <a:spLocks noGrp="1"/>
          </p:cNvSpPr>
          <p:nvPr>
            <p:ph sz="half" idx="2" hasCustomPrompt="1"/>
          </p:nvPr>
        </p:nvSpPr>
        <p:spPr>
          <a:xfrm>
            <a:off x="970722" y="2597727"/>
            <a:ext cx="5003999" cy="3398261"/>
          </a:xfrm>
          <a:prstGeom prst="rect">
            <a:avLst/>
          </a:prstGeom>
        </p:spPr>
        <p:txBody>
          <a:bodyPr wrap="square">
            <a:noAutofit/>
          </a:bodyPr>
          <a:lstStyle>
            <a:lvl1pPr marL="0" indent="-342900">
              <a:buClr>
                <a:schemeClr val="accent5"/>
              </a:buClr>
              <a:buFont typeface="Arial"/>
              <a:buNone/>
              <a:defRPr/>
            </a:lvl1pPr>
            <a:lvl2pPr>
              <a:buClr>
                <a:schemeClr val="accent5"/>
              </a:buClr>
              <a:buNone/>
              <a:defRPr/>
            </a:lvl2pPr>
            <a:lvl3pPr>
              <a:buClr>
                <a:schemeClr val="accent5"/>
              </a:buClr>
              <a:buNone/>
              <a:defRPr/>
            </a:lvl3pPr>
            <a:lvl4pPr>
              <a:buClr>
                <a:schemeClr val="accent5"/>
              </a:buClr>
              <a:buNone/>
              <a:defRPr/>
            </a:lvl4pPr>
            <a:lvl5pPr>
              <a:buClr>
                <a:schemeClr val="accent5"/>
              </a:buClr>
              <a:buNone/>
              <a:defRPr/>
            </a:lvl5pPr>
          </a:lstStyle>
          <a:p>
            <a:pPr lvl="0"/>
            <a:r>
              <a:rPr lang="en-GB" noProof="0" dirty="0"/>
              <a:t>Insert text</a:t>
            </a:r>
          </a:p>
        </p:txBody>
      </p:sp>
      <p:sp>
        <p:nvSpPr>
          <p:cNvPr id="5" name="Text Placeholder 4"/>
          <p:cNvSpPr>
            <a:spLocks noGrp="1"/>
          </p:cNvSpPr>
          <p:nvPr>
            <p:ph type="body" sz="quarter" idx="3"/>
          </p:nvPr>
        </p:nvSpPr>
        <p:spPr>
          <a:xfrm>
            <a:off x="6232768" y="1681163"/>
            <a:ext cx="5003999" cy="823912"/>
          </a:xfrm>
          <a:prstGeom prst="rect">
            <a:avLst/>
          </a:prstGeom>
          <a:noFill/>
        </p:spPr>
        <p:txBody>
          <a:bodyPr wrap="square" anchor="b">
            <a:noAutofit/>
          </a:bodyPr>
          <a:lstStyle>
            <a:lvl1pPr marL="0" indent="0">
              <a:buNone/>
              <a:defRPr sz="2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noProof="0" dirty="0"/>
              <a:t>Edit Master text styles</a:t>
            </a:r>
          </a:p>
        </p:txBody>
      </p:sp>
      <p:sp>
        <p:nvSpPr>
          <p:cNvPr id="6" name="Content Placeholder 5"/>
          <p:cNvSpPr>
            <a:spLocks noGrp="1"/>
          </p:cNvSpPr>
          <p:nvPr>
            <p:ph sz="quarter" idx="4" hasCustomPrompt="1"/>
          </p:nvPr>
        </p:nvSpPr>
        <p:spPr>
          <a:xfrm>
            <a:off x="6232768" y="2597727"/>
            <a:ext cx="5003999" cy="3398261"/>
          </a:xfrm>
          <a:prstGeom prst="rect">
            <a:avLst/>
          </a:prstGeom>
        </p:spPr>
        <p:txBody>
          <a:bodyPr wrap="square">
            <a:noAutofit/>
          </a:bodyPr>
          <a:lstStyle>
            <a:lvl1pPr marL="0" indent="-342900">
              <a:buClr>
                <a:schemeClr val="accent5"/>
              </a:buClr>
              <a:buFont typeface="Arial"/>
              <a:buNone/>
              <a:defRPr/>
            </a:lvl1pPr>
            <a:lvl2pPr>
              <a:buClr>
                <a:schemeClr val="accent5"/>
              </a:buClr>
              <a:defRPr/>
            </a:lvl2pPr>
            <a:lvl3pPr>
              <a:buClr>
                <a:schemeClr val="accent5"/>
              </a:buClr>
              <a:defRPr/>
            </a:lvl3pPr>
            <a:lvl4pPr>
              <a:buClr>
                <a:schemeClr val="accent5"/>
              </a:buClr>
              <a:defRPr/>
            </a:lvl4pPr>
            <a:lvl5pPr>
              <a:buClr>
                <a:schemeClr val="accent5"/>
              </a:buClr>
              <a:defRPr/>
            </a:lvl5pPr>
          </a:lstStyle>
          <a:p>
            <a:pPr lvl="0"/>
            <a:r>
              <a:rPr lang="en-GB" noProof="0" dirty="0"/>
              <a:t>Insert text</a:t>
            </a:r>
          </a:p>
        </p:txBody>
      </p:sp>
      <p:cxnSp>
        <p:nvCxnSpPr>
          <p:cNvPr id="9" name="Straight Connector 8"/>
          <p:cNvCxnSpPr/>
          <p:nvPr userDrawn="1"/>
        </p:nvCxnSpPr>
        <p:spPr>
          <a:xfrm flipH="1">
            <a:off x="838201" y="0"/>
            <a:ext cx="1" cy="1365250"/>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14" name="Title Placeholder 1"/>
          <p:cNvSpPr>
            <a:spLocks noGrp="1"/>
          </p:cNvSpPr>
          <p:nvPr>
            <p:ph type="title"/>
          </p:nvPr>
        </p:nvSpPr>
        <p:spPr>
          <a:xfrm>
            <a:off x="970722" y="575220"/>
            <a:ext cx="10263893" cy="782357"/>
          </a:xfrm>
          <a:prstGeom prst="rect">
            <a:avLst/>
          </a:prstGeom>
        </p:spPr>
        <p:txBody>
          <a:bodyPr vert="horz" lIns="91440" tIns="45720" rIns="91440" bIns="0" rtlCol="0" anchor="b" anchorCtr="0">
            <a:noAutofit/>
          </a:bodyPr>
          <a:lstStyle>
            <a:lvl1pPr>
              <a:defRPr sz="3800"/>
            </a:lvl1pPr>
          </a:lstStyle>
          <a:p>
            <a:r>
              <a:rPr lang="en-GB" noProof="0" dirty="0"/>
              <a:t>Click to edit Master title style</a:t>
            </a:r>
          </a:p>
        </p:txBody>
      </p:sp>
    </p:spTree>
    <p:extLst>
      <p:ext uri="{BB962C8B-B14F-4D97-AF65-F5344CB8AC3E}">
        <p14:creationId xmlns:p14="http://schemas.microsoft.com/office/powerpoint/2010/main" val="27426941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_photo">
    <p:spTree>
      <p:nvGrpSpPr>
        <p:cNvPr id="1" name=""/>
        <p:cNvGrpSpPr/>
        <p:nvPr/>
      </p:nvGrpSpPr>
      <p:grpSpPr>
        <a:xfrm>
          <a:off x="0" y="0"/>
          <a:ext cx="0" cy="0"/>
          <a:chOff x="0" y="0"/>
          <a:chExt cx="0" cy="0"/>
        </a:xfrm>
      </p:grpSpPr>
      <p:sp>
        <p:nvSpPr>
          <p:cNvPr id="6" name="Picture Placeholder 2"/>
          <p:cNvSpPr>
            <a:spLocks noGrp="1"/>
          </p:cNvSpPr>
          <p:nvPr>
            <p:ph type="pic" sz="quarter" idx="13"/>
          </p:nvPr>
        </p:nvSpPr>
        <p:spPr>
          <a:xfrm>
            <a:off x="0" y="1750540"/>
            <a:ext cx="12192000" cy="4245448"/>
          </a:xfrm>
          <a:prstGeom prst="rect">
            <a:avLst/>
          </a:prstGeom>
          <a:solidFill>
            <a:schemeClr val="bg2"/>
          </a:solidFill>
        </p:spPr>
        <p:txBody>
          <a:bodyPr/>
          <a:lstStyle>
            <a:lvl1pPr marL="0" indent="0">
              <a:buNone/>
              <a:defRPr/>
            </a:lvl1pPr>
          </a:lstStyle>
          <a:p>
            <a:endParaRPr lang="en-GB" noProof="0"/>
          </a:p>
        </p:txBody>
      </p:sp>
      <p:sp>
        <p:nvSpPr>
          <p:cNvPr id="10" name="Title Placeholder 1"/>
          <p:cNvSpPr>
            <a:spLocks noGrp="1"/>
          </p:cNvSpPr>
          <p:nvPr>
            <p:ph type="title"/>
          </p:nvPr>
        </p:nvSpPr>
        <p:spPr>
          <a:xfrm>
            <a:off x="970722" y="575220"/>
            <a:ext cx="10263893" cy="782357"/>
          </a:xfrm>
          <a:prstGeom prst="rect">
            <a:avLst/>
          </a:prstGeom>
        </p:spPr>
        <p:txBody>
          <a:bodyPr vert="horz" lIns="91440" tIns="45720" rIns="91440" bIns="0" rtlCol="0" anchor="b" anchorCtr="0">
            <a:noAutofit/>
          </a:bodyPr>
          <a:lstStyle>
            <a:lvl1pPr>
              <a:defRPr sz="3800"/>
            </a:lvl1pPr>
          </a:lstStyle>
          <a:p>
            <a:r>
              <a:rPr lang="en-GB" noProof="0" dirty="0"/>
              <a:t>Click to edit Master title style</a:t>
            </a:r>
          </a:p>
        </p:txBody>
      </p:sp>
      <p:cxnSp>
        <p:nvCxnSpPr>
          <p:cNvPr id="5" name="Straight Connector 4"/>
          <p:cNvCxnSpPr/>
          <p:nvPr userDrawn="1"/>
        </p:nvCxnSpPr>
        <p:spPr>
          <a:xfrm flipH="1">
            <a:off x="838201" y="0"/>
            <a:ext cx="1" cy="1365250"/>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843015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5" name="Picture Placeholder 4"/>
          <p:cNvSpPr>
            <a:spLocks noGrp="1"/>
          </p:cNvSpPr>
          <p:nvPr>
            <p:ph type="pic" sz="quarter" idx="13"/>
          </p:nvPr>
        </p:nvSpPr>
        <p:spPr>
          <a:xfrm>
            <a:off x="-59635" y="-59635"/>
            <a:ext cx="6155635" cy="6983896"/>
          </a:xfrm>
          <a:prstGeom prst="rect">
            <a:avLst/>
          </a:prstGeom>
          <a:solidFill>
            <a:schemeClr val="bg2"/>
          </a:solidFill>
          <a:ln w="28575">
            <a:solidFill>
              <a:schemeClr val="accent5"/>
            </a:solidFill>
          </a:ln>
        </p:spPr>
        <p:txBody>
          <a:bodyPr/>
          <a:lstStyle>
            <a:lvl1pPr marL="0" indent="0">
              <a:buNone/>
              <a:defRPr/>
            </a:lvl1pPr>
          </a:lstStyle>
          <a:p>
            <a:endParaRPr lang="en-GB" noProof="0"/>
          </a:p>
        </p:txBody>
      </p:sp>
      <p:sp>
        <p:nvSpPr>
          <p:cNvPr id="10" name="Rectangle 9"/>
          <p:cNvSpPr/>
          <p:nvPr userDrawn="1"/>
        </p:nvSpPr>
        <p:spPr>
          <a:xfrm>
            <a:off x="3214048" y="1992573"/>
            <a:ext cx="8550322" cy="36166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27615" y="743802"/>
            <a:ext cx="544923" cy="544923"/>
          </a:xfrm>
          <a:prstGeom prst="rect">
            <a:avLst/>
          </a:prstGeom>
        </p:spPr>
      </p:pic>
      <p:sp>
        <p:nvSpPr>
          <p:cNvPr id="3" name="Content Placeholder 2"/>
          <p:cNvSpPr>
            <a:spLocks noGrp="1"/>
          </p:cNvSpPr>
          <p:nvPr>
            <p:ph idx="1" hasCustomPrompt="1"/>
          </p:nvPr>
        </p:nvSpPr>
        <p:spPr>
          <a:xfrm>
            <a:off x="3214048" y="1992572"/>
            <a:ext cx="8010798" cy="3616657"/>
          </a:xfrm>
          <a:prstGeom prst="rect">
            <a:avLst/>
          </a:prstGeom>
          <a:solidFill>
            <a:schemeClr val="bg1"/>
          </a:solidFill>
        </p:spPr>
        <p:txBody>
          <a:bodyPr lIns="360000" tIns="360000" rIns="360000" bIns="360000" anchor="ctr" anchorCtr="0">
            <a:noAutofit/>
          </a:bodyPr>
          <a:lstStyle>
            <a:lvl1pPr marL="0" indent="0">
              <a:buFontTx/>
              <a:buNone/>
              <a:defRPr i="1" baseline="0">
                <a:solidFill>
                  <a:schemeClr val="tx2"/>
                </a:solidFill>
              </a:defRPr>
            </a:lvl1pPr>
          </a:lstStyle>
          <a:p>
            <a:pPr lvl="0"/>
            <a:r>
              <a:rPr lang="en-GB" noProof="0" dirty="0"/>
              <a:t>Insert text</a:t>
            </a:r>
          </a:p>
        </p:txBody>
      </p:sp>
    </p:spTree>
    <p:extLst>
      <p:ext uri="{BB962C8B-B14F-4D97-AF65-F5344CB8AC3E}">
        <p14:creationId xmlns:p14="http://schemas.microsoft.com/office/powerpoint/2010/main" val="178406293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icture and Content (half page)">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6662614" y="1825625"/>
            <a:ext cx="4583519" cy="4170363"/>
          </a:xfrm>
          <a:prstGeom prst="rect">
            <a:avLst/>
          </a:prstGeom>
        </p:spPr>
        <p:txBody>
          <a:bodyPr>
            <a:noAutofit/>
          </a:bodyPr>
          <a:lstStyle>
            <a:lvl1pPr marL="0" indent="-342900">
              <a:buClr>
                <a:schemeClr val="accent5"/>
              </a:buClr>
              <a:buFont typeface="Arial"/>
              <a:buNone/>
              <a:defRPr/>
            </a:lvl1pPr>
            <a:lvl2pPr>
              <a:buClr>
                <a:schemeClr val="accent5"/>
              </a:buClr>
              <a:buNone/>
              <a:defRPr/>
            </a:lvl2pPr>
            <a:lvl3pPr>
              <a:buClr>
                <a:schemeClr val="accent5"/>
              </a:buClr>
              <a:buNone/>
              <a:defRPr/>
            </a:lvl3pPr>
            <a:lvl4pPr>
              <a:buClr>
                <a:schemeClr val="accent5"/>
              </a:buClr>
              <a:buNone/>
              <a:defRPr/>
            </a:lvl4pPr>
            <a:lvl5pPr>
              <a:buClr>
                <a:schemeClr val="accent5"/>
              </a:buClr>
              <a:buNone/>
              <a:defRPr/>
            </a:lvl5pPr>
          </a:lstStyle>
          <a:p>
            <a:pPr lvl="0"/>
            <a:r>
              <a:rPr lang="en-GB" noProof="0" dirty="0"/>
              <a:t>Insert text</a:t>
            </a:r>
          </a:p>
        </p:txBody>
      </p:sp>
      <p:sp>
        <p:nvSpPr>
          <p:cNvPr id="6" name="Slide Number Placeholder 5"/>
          <p:cNvSpPr>
            <a:spLocks noGrp="1"/>
          </p:cNvSpPr>
          <p:nvPr>
            <p:ph type="sldNum" sz="quarter" idx="12"/>
          </p:nvPr>
        </p:nvSpPr>
        <p:spPr>
          <a:xfrm>
            <a:off x="838200" y="6131286"/>
            <a:ext cx="2743200" cy="365125"/>
          </a:xfrm>
          <a:prstGeom prst="rect">
            <a:avLst/>
          </a:prstGeom>
        </p:spPr>
        <p:txBody>
          <a:bodyPr/>
          <a:lstStyle/>
          <a:p>
            <a:fld id="{F46C79FD-C571-418B-AB0F-5EE936C85276}" type="slidenum">
              <a:rPr lang="en-GB" smtClean="0"/>
              <a:pPr/>
              <a:t>‹#›</a:t>
            </a:fld>
            <a:endParaRPr lang="en-GB"/>
          </a:p>
        </p:txBody>
      </p:sp>
      <p:sp>
        <p:nvSpPr>
          <p:cNvPr id="10" name="Title Placeholder 1"/>
          <p:cNvSpPr>
            <a:spLocks noGrp="1"/>
          </p:cNvSpPr>
          <p:nvPr>
            <p:ph type="title"/>
          </p:nvPr>
        </p:nvSpPr>
        <p:spPr>
          <a:xfrm>
            <a:off x="6662614" y="586765"/>
            <a:ext cx="4581771" cy="782357"/>
          </a:xfrm>
          <a:prstGeom prst="rect">
            <a:avLst/>
          </a:prstGeom>
        </p:spPr>
        <p:txBody>
          <a:bodyPr vert="horz" lIns="91440" tIns="45720" rIns="91440" bIns="0" rtlCol="0" anchor="b" anchorCtr="0">
            <a:noAutofit/>
          </a:bodyPr>
          <a:lstStyle>
            <a:lvl1pPr>
              <a:defRPr sz="3800"/>
            </a:lvl1pPr>
          </a:lstStyle>
          <a:p>
            <a:r>
              <a:rPr lang="en-GB" noProof="0" dirty="0"/>
              <a:t>Click to edit Master title style</a:t>
            </a:r>
          </a:p>
        </p:txBody>
      </p:sp>
      <p:sp>
        <p:nvSpPr>
          <p:cNvPr id="7" name="Picture Placeholder 4"/>
          <p:cNvSpPr>
            <a:spLocks noGrp="1"/>
          </p:cNvSpPr>
          <p:nvPr>
            <p:ph type="pic" sz="quarter" idx="13"/>
          </p:nvPr>
        </p:nvSpPr>
        <p:spPr>
          <a:xfrm>
            <a:off x="-46383" y="-46383"/>
            <a:ext cx="6142383" cy="6964017"/>
          </a:xfrm>
          <a:prstGeom prst="rect">
            <a:avLst/>
          </a:prstGeom>
          <a:solidFill>
            <a:schemeClr val="bg2"/>
          </a:solidFill>
          <a:ln w="28575">
            <a:solidFill>
              <a:schemeClr val="accent5"/>
            </a:solidFill>
          </a:ln>
        </p:spPr>
        <p:txBody>
          <a:bodyPr/>
          <a:lstStyle>
            <a:lvl1pPr marL="0" indent="0">
              <a:buNone/>
              <a:defRPr/>
            </a:lvl1pPr>
          </a:lstStyle>
          <a:p>
            <a:endParaRPr lang="en-GB" noProof="0"/>
          </a:p>
        </p:txBody>
      </p:sp>
    </p:spTree>
    <p:extLst>
      <p:ext uri="{BB962C8B-B14F-4D97-AF65-F5344CB8AC3E}">
        <p14:creationId xmlns:p14="http://schemas.microsoft.com/office/powerpoint/2010/main" val="369203447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Horizontal Picture and Content">
    <p:spTree>
      <p:nvGrpSpPr>
        <p:cNvPr id="1" name=""/>
        <p:cNvGrpSpPr/>
        <p:nvPr/>
      </p:nvGrpSpPr>
      <p:grpSpPr>
        <a:xfrm>
          <a:off x="0" y="0"/>
          <a:ext cx="0" cy="0"/>
          <a:chOff x="0" y="0"/>
          <a:chExt cx="0" cy="0"/>
        </a:xfrm>
      </p:grpSpPr>
      <p:sp>
        <p:nvSpPr>
          <p:cNvPr id="4" name="Picture Placeholder 2"/>
          <p:cNvSpPr>
            <a:spLocks noGrp="1"/>
          </p:cNvSpPr>
          <p:nvPr>
            <p:ph type="pic" sz="quarter" idx="13"/>
          </p:nvPr>
        </p:nvSpPr>
        <p:spPr>
          <a:xfrm>
            <a:off x="-63280" y="-62165"/>
            <a:ext cx="12318560" cy="3468939"/>
          </a:xfrm>
          <a:prstGeom prst="rect">
            <a:avLst/>
          </a:prstGeom>
          <a:solidFill>
            <a:schemeClr val="bg2"/>
          </a:solidFill>
          <a:ln w="28575" cmpd="sng">
            <a:solidFill>
              <a:schemeClr val="accent5"/>
            </a:solidFill>
          </a:ln>
        </p:spPr>
        <p:txBody>
          <a:bodyPr/>
          <a:lstStyle>
            <a:lvl1pPr marL="0" indent="0">
              <a:buClr>
                <a:schemeClr val="accent2"/>
              </a:buClr>
              <a:buFont typeface="Arial"/>
              <a:buNone/>
              <a:defRPr/>
            </a:lvl1pPr>
          </a:lstStyle>
          <a:p>
            <a:endParaRPr lang="en-GB" noProof="0"/>
          </a:p>
        </p:txBody>
      </p:sp>
      <p:sp>
        <p:nvSpPr>
          <p:cNvPr id="2" name="Title 1"/>
          <p:cNvSpPr>
            <a:spLocks noGrp="1"/>
          </p:cNvSpPr>
          <p:nvPr>
            <p:ph type="title"/>
          </p:nvPr>
        </p:nvSpPr>
        <p:spPr>
          <a:xfrm>
            <a:off x="957385" y="2818576"/>
            <a:ext cx="10287000" cy="628377"/>
          </a:xfrm>
          <a:prstGeom prst="rect">
            <a:avLst/>
          </a:prstGeom>
          <a:solidFill>
            <a:schemeClr val="bg1"/>
          </a:solidFill>
        </p:spPr>
        <p:txBody>
          <a:bodyPr wrap="square" anchor="b">
            <a:spAutoFit/>
          </a:bodyPr>
          <a:lstStyle>
            <a:lvl1pPr>
              <a:defRPr sz="3800"/>
            </a:lvl1pPr>
          </a:lstStyle>
          <a:p>
            <a:r>
              <a:rPr lang="en-GB" noProof="0" dirty="0"/>
              <a:t>Click to edit Master title style</a:t>
            </a:r>
          </a:p>
        </p:txBody>
      </p:sp>
      <p:sp>
        <p:nvSpPr>
          <p:cNvPr id="6" name="Text Placeholder 5"/>
          <p:cNvSpPr>
            <a:spLocks noGrp="1"/>
          </p:cNvSpPr>
          <p:nvPr>
            <p:ph type="body" sz="quarter" idx="14" hasCustomPrompt="1"/>
          </p:nvPr>
        </p:nvSpPr>
        <p:spPr>
          <a:xfrm>
            <a:off x="957385" y="3630613"/>
            <a:ext cx="10287000" cy="2365375"/>
          </a:xfrm>
          <a:prstGeom prst="rect">
            <a:avLst/>
          </a:prstGeom>
        </p:spPr>
        <p:txBody>
          <a:bodyPr/>
          <a:lstStyle>
            <a:lvl1pPr marL="0" indent="-342900" algn="l">
              <a:buClr>
                <a:schemeClr val="accent5"/>
              </a:buClr>
              <a:buFont typeface="Arial"/>
              <a:buNone/>
              <a:defRPr/>
            </a:lvl1pPr>
            <a:lvl2pPr marL="800100" indent="-342900">
              <a:buClr>
                <a:schemeClr val="accent5"/>
              </a:buClr>
              <a:buFont typeface="Arial"/>
              <a:buNone/>
              <a:defRPr/>
            </a:lvl2pPr>
            <a:lvl3pPr marL="1200150" indent="-285750">
              <a:buClr>
                <a:schemeClr val="accent5"/>
              </a:buClr>
              <a:buFont typeface="Arial"/>
              <a:buNone/>
              <a:defRPr/>
            </a:lvl3pPr>
            <a:lvl4pPr marL="1657350" indent="-285750">
              <a:buClr>
                <a:schemeClr val="accent5"/>
              </a:buClr>
              <a:buFont typeface="Arial"/>
              <a:buNone/>
              <a:defRPr/>
            </a:lvl4pPr>
            <a:lvl5pPr marL="2114550" indent="-285750">
              <a:buClr>
                <a:schemeClr val="accent5"/>
              </a:buClr>
              <a:buFont typeface="Arial"/>
              <a:buNone/>
              <a:defRPr/>
            </a:lvl5pPr>
          </a:lstStyle>
          <a:p>
            <a:pPr lvl="0"/>
            <a:r>
              <a:rPr lang="en-GB" noProof="0" dirty="0"/>
              <a:t>Insert text</a:t>
            </a:r>
          </a:p>
        </p:txBody>
      </p:sp>
    </p:spTree>
    <p:extLst>
      <p:ext uri="{BB962C8B-B14F-4D97-AF65-F5344CB8AC3E}">
        <p14:creationId xmlns:p14="http://schemas.microsoft.com/office/powerpoint/2010/main" val="413677460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images">
    <p:spTree>
      <p:nvGrpSpPr>
        <p:cNvPr id="1" name=""/>
        <p:cNvGrpSpPr/>
        <p:nvPr/>
      </p:nvGrpSpPr>
      <p:grpSpPr>
        <a:xfrm>
          <a:off x="0" y="0"/>
          <a:ext cx="0" cy="0"/>
          <a:chOff x="0" y="0"/>
          <a:chExt cx="0" cy="0"/>
        </a:xfrm>
      </p:grpSpPr>
      <p:sp>
        <p:nvSpPr>
          <p:cNvPr id="20" name="Title Placeholder 1"/>
          <p:cNvSpPr>
            <a:spLocks noGrp="1"/>
          </p:cNvSpPr>
          <p:nvPr>
            <p:ph type="title"/>
          </p:nvPr>
        </p:nvSpPr>
        <p:spPr>
          <a:xfrm>
            <a:off x="970722" y="575220"/>
            <a:ext cx="10263893" cy="782357"/>
          </a:xfrm>
          <a:prstGeom prst="rect">
            <a:avLst/>
          </a:prstGeom>
        </p:spPr>
        <p:txBody>
          <a:bodyPr vert="horz" lIns="91440" tIns="45720" rIns="91440" bIns="0" rtlCol="0" anchor="b" anchorCtr="0">
            <a:noAutofit/>
          </a:bodyPr>
          <a:lstStyle>
            <a:lvl1pPr>
              <a:defRPr sz="3800"/>
            </a:lvl1pPr>
          </a:lstStyle>
          <a:p>
            <a:r>
              <a:rPr lang="en-GB" noProof="0" dirty="0"/>
              <a:t>Click to edit Master title style</a:t>
            </a:r>
          </a:p>
        </p:txBody>
      </p:sp>
      <p:cxnSp>
        <p:nvCxnSpPr>
          <p:cNvPr id="10" name="Straight Connector 9"/>
          <p:cNvCxnSpPr/>
          <p:nvPr userDrawn="1"/>
        </p:nvCxnSpPr>
        <p:spPr>
          <a:xfrm flipH="1">
            <a:off x="838201" y="0"/>
            <a:ext cx="1" cy="1365250"/>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14" name="Picture Placeholder 2">
            <a:extLst>
              <a:ext uri="{FF2B5EF4-FFF2-40B4-BE49-F238E27FC236}">
                <a16:creationId xmlns:a16="http://schemas.microsoft.com/office/drawing/2014/main" id="{BF77687C-AC6F-634F-AC60-81131BCE7FCF}"/>
              </a:ext>
            </a:extLst>
          </p:cNvPr>
          <p:cNvSpPr>
            <a:spLocks noGrp="1"/>
          </p:cNvSpPr>
          <p:nvPr>
            <p:ph type="pic" sz="quarter" idx="19"/>
          </p:nvPr>
        </p:nvSpPr>
        <p:spPr>
          <a:xfrm>
            <a:off x="838201" y="1750540"/>
            <a:ext cx="3416382" cy="3523152"/>
          </a:xfrm>
          <a:prstGeom prst="rect">
            <a:avLst/>
          </a:prstGeom>
          <a:solidFill>
            <a:schemeClr val="bg2"/>
          </a:solidFill>
        </p:spPr>
        <p:txBody>
          <a:bodyPr/>
          <a:lstStyle>
            <a:lvl1pPr marL="0" indent="0">
              <a:buNone/>
              <a:defRPr/>
            </a:lvl1pPr>
          </a:lstStyle>
          <a:p>
            <a:endParaRPr lang="en-GB" noProof="0" dirty="0"/>
          </a:p>
        </p:txBody>
      </p:sp>
      <p:sp>
        <p:nvSpPr>
          <p:cNvPr id="17" name="Text Placeholder 4">
            <a:extLst>
              <a:ext uri="{FF2B5EF4-FFF2-40B4-BE49-F238E27FC236}">
                <a16:creationId xmlns:a16="http://schemas.microsoft.com/office/drawing/2014/main" id="{A1F17483-D7EC-5F47-B284-CA9DDB1A8905}"/>
              </a:ext>
            </a:extLst>
          </p:cNvPr>
          <p:cNvSpPr>
            <a:spLocks noGrp="1"/>
          </p:cNvSpPr>
          <p:nvPr>
            <p:ph type="body" sz="quarter" idx="16"/>
          </p:nvPr>
        </p:nvSpPr>
        <p:spPr>
          <a:xfrm>
            <a:off x="1178392" y="4331292"/>
            <a:ext cx="2736000" cy="1524235"/>
          </a:xfrm>
          <a:prstGeom prst="rect">
            <a:avLst/>
          </a:prstGeom>
          <a:solidFill>
            <a:schemeClr val="bg1"/>
          </a:solidFill>
        </p:spPr>
        <p:txBody>
          <a:bodyPr/>
          <a:lstStyle>
            <a:lvl1pPr marL="0" indent="0">
              <a:buNone/>
              <a:defRPr sz="1400"/>
            </a:lvl1pPr>
          </a:lstStyle>
          <a:p>
            <a:endParaRPr lang="en-GB" dirty="0"/>
          </a:p>
        </p:txBody>
      </p:sp>
      <p:sp>
        <p:nvSpPr>
          <p:cNvPr id="18" name="Picture Placeholder 2">
            <a:extLst>
              <a:ext uri="{FF2B5EF4-FFF2-40B4-BE49-F238E27FC236}">
                <a16:creationId xmlns:a16="http://schemas.microsoft.com/office/drawing/2014/main" id="{E020C457-3C2E-CA42-88B4-5E3F06B1AE96}"/>
              </a:ext>
            </a:extLst>
          </p:cNvPr>
          <p:cNvSpPr>
            <a:spLocks noGrp="1"/>
          </p:cNvSpPr>
          <p:nvPr>
            <p:ph type="pic" sz="quarter" idx="20"/>
          </p:nvPr>
        </p:nvSpPr>
        <p:spPr>
          <a:xfrm>
            <a:off x="4338313" y="1750540"/>
            <a:ext cx="3416382" cy="3523152"/>
          </a:xfrm>
          <a:prstGeom prst="rect">
            <a:avLst/>
          </a:prstGeom>
          <a:solidFill>
            <a:schemeClr val="bg2"/>
          </a:solidFill>
        </p:spPr>
        <p:txBody>
          <a:bodyPr/>
          <a:lstStyle>
            <a:lvl1pPr marL="0" indent="0">
              <a:buNone/>
              <a:defRPr/>
            </a:lvl1pPr>
          </a:lstStyle>
          <a:p>
            <a:endParaRPr lang="en-GB" noProof="0" dirty="0"/>
          </a:p>
        </p:txBody>
      </p:sp>
      <p:sp>
        <p:nvSpPr>
          <p:cNvPr id="19" name="Text Placeholder 4">
            <a:extLst>
              <a:ext uri="{FF2B5EF4-FFF2-40B4-BE49-F238E27FC236}">
                <a16:creationId xmlns:a16="http://schemas.microsoft.com/office/drawing/2014/main" id="{B33CC6E2-D391-D44C-9F83-EE43AEFB9DA4}"/>
              </a:ext>
            </a:extLst>
          </p:cNvPr>
          <p:cNvSpPr>
            <a:spLocks noGrp="1"/>
          </p:cNvSpPr>
          <p:nvPr>
            <p:ph type="body" sz="quarter" idx="21"/>
          </p:nvPr>
        </p:nvSpPr>
        <p:spPr>
          <a:xfrm>
            <a:off x="4678504" y="4331292"/>
            <a:ext cx="2736000" cy="1524235"/>
          </a:xfrm>
          <a:prstGeom prst="rect">
            <a:avLst/>
          </a:prstGeom>
          <a:solidFill>
            <a:schemeClr val="bg1"/>
          </a:solidFill>
        </p:spPr>
        <p:txBody>
          <a:bodyPr/>
          <a:lstStyle>
            <a:lvl1pPr marL="0" indent="0">
              <a:buNone/>
              <a:defRPr sz="1400"/>
            </a:lvl1pPr>
          </a:lstStyle>
          <a:p>
            <a:endParaRPr lang="en-GB" dirty="0"/>
          </a:p>
        </p:txBody>
      </p:sp>
      <p:sp>
        <p:nvSpPr>
          <p:cNvPr id="21" name="Picture Placeholder 2">
            <a:extLst>
              <a:ext uri="{FF2B5EF4-FFF2-40B4-BE49-F238E27FC236}">
                <a16:creationId xmlns:a16="http://schemas.microsoft.com/office/drawing/2014/main" id="{82EE2749-4448-E94D-A3B6-E8FD4C9B9E33}"/>
              </a:ext>
            </a:extLst>
          </p:cNvPr>
          <p:cNvSpPr>
            <a:spLocks noGrp="1"/>
          </p:cNvSpPr>
          <p:nvPr>
            <p:ph type="pic" sz="quarter" idx="22"/>
          </p:nvPr>
        </p:nvSpPr>
        <p:spPr>
          <a:xfrm>
            <a:off x="7841783" y="1750540"/>
            <a:ext cx="3416382" cy="3523152"/>
          </a:xfrm>
          <a:prstGeom prst="rect">
            <a:avLst/>
          </a:prstGeom>
          <a:solidFill>
            <a:schemeClr val="bg2"/>
          </a:solidFill>
        </p:spPr>
        <p:txBody>
          <a:bodyPr/>
          <a:lstStyle>
            <a:lvl1pPr marL="0" indent="0">
              <a:buNone/>
              <a:defRPr/>
            </a:lvl1pPr>
          </a:lstStyle>
          <a:p>
            <a:endParaRPr lang="en-GB" noProof="0" dirty="0"/>
          </a:p>
        </p:txBody>
      </p:sp>
      <p:sp>
        <p:nvSpPr>
          <p:cNvPr id="22" name="Text Placeholder 4">
            <a:extLst>
              <a:ext uri="{FF2B5EF4-FFF2-40B4-BE49-F238E27FC236}">
                <a16:creationId xmlns:a16="http://schemas.microsoft.com/office/drawing/2014/main" id="{292FCF7F-70FF-AF43-824A-E78383E715EC}"/>
              </a:ext>
            </a:extLst>
          </p:cNvPr>
          <p:cNvSpPr>
            <a:spLocks noGrp="1"/>
          </p:cNvSpPr>
          <p:nvPr>
            <p:ph type="body" sz="quarter" idx="23"/>
          </p:nvPr>
        </p:nvSpPr>
        <p:spPr>
          <a:xfrm>
            <a:off x="8181974" y="4331292"/>
            <a:ext cx="2736000" cy="1524235"/>
          </a:xfrm>
          <a:prstGeom prst="rect">
            <a:avLst/>
          </a:prstGeom>
          <a:solidFill>
            <a:schemeClr val="bg1"/>
          </a:solidFill>
        </p:spPr>
        <p:txBody>
          <a:bodyPr/>
          <a:lstStyle>
            <a:lvl1pPr marL="0" indent="0">
              <a:buNone/>
              <a:defRPr sz="1400"/>
            </a:lvl1pPr>
          </a:lstStyle>
          <a:p>
            <a:endParaRPr lang="en-GB" dirty="0"/>
          </a:p>
        </p:txBody>
      </p:sp>
    </p:spTree>
    <p:extLst>
      <p:ext uri="{BB962C8B-B14F-4D97-AF65-F5344CB8AC3E}">
        <p14:creationId xmlns:p14="http://schemas.microsoft.com/office/powerpoint/2010/main" val="17801072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 images">
    <p:spTree>
      <p:nvGrpSpPr>
        <p:cNvPr id="1" name=""/>
        <p:cNvGrpSpPr/>
        <p:nvPr/>
      </p:nvGrpSpPr>
      <p:grpSpPr>
        <a:xfrm>
          <a:off x="0" y="0"/>
          <a:ext cx="0" cy="0"/>
          <a:chOff x="0" y="0"/>
          <a:chExt cx="0" cy="0"/>
        </a:xfrm>
      </p:grpSpPr>
      <p:sp>
        <p:nvSpPr>
          <p:cNvPr id="21" name="Title Placeholder 1"/>
          <p:cNvSpPr>
            <a:spLocks noGrp="1"/>
          </p:cNvSpPr>
          <p:nvPr>
            <p:ph type="title"/>
          </p:nvPr>
        </p:nvSpPr>
        <p:spPr>
          <a:xfrm>
            <a:off x="970722" y="575220"/>
            <a:ext cx="10263893" cy="782357"/>
          </a:xfrm>
          <a:prstGeom prst="rect">
            <a:avLst/>
          </a:prstGeom>
        </p:spPr>
        <p:txBody>
          <a:bodyPr vert="horz" lIns="91440" tIns="45720" rIns="91440" bIns="0" rtlCol="0" anchor="b" anchorCtr="0">
            <a:noAutofit/>
          </a:bodyPr>
          <a:lstStyle>
            <a:lvl1pPr>
              <a:defRPr sz="3800"/>
            </a:lvl1pPr>
          </a:lstStyle>
          <a:p>
            <a:r>
              <a:rPr lang="en-GB" noProof="0" dirty="0"/>
              <a:t>Click to edit Master title style</a:t>
            </a:r>
          </a:p>
        </p:txBody>
      </p:sp>
      <p:cxnSp>
        <p:nvCxnSpPr>
          <p:cNvPr id="15" name="Straight Connector 14"/>
          <p:cNvCxnSpPr/>
          <p:nvPr userDrawn="1"/>
        </p:nvCxnSpPr>
        <p:spPr>
          <a:xfrm flipH="1">
            <a:off x="838201" y="0"/>
            <a:ext cx="1" cy="1365250"/>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26" name="Picture Placeholder 2">
            <a:extLst>
              <a:ext uri="{FF2B5EF4-FFF2-40B4-BE49-F238E27FC236}">
                <a16:creationId xmlns:a16="http://schemas.microsoft.com/office/drawing/2014/main" id="{5F365213-848B-024E-A456-0D200676FA24}"/>
              </a:ext>
            </a:extLst>
          </p:cNvPr>
          <p:cNvSpPr>
            <a:spLocks noGrp="1"/>
          </p:cNvSpPr>
          <p:nvPr>
            <p:ph type="pic" sz="quarter" idx="13"/>
          </p:nvPr>
        </p:nvSpPr>
        <p:spPr>
          <a:xfrm>
            <a:off x="2733074" y="1750540"/>
            <a:ext cx="3330000" cy="2088000"/>
          </a:xfrm>
          <a:prstGeom prst="rect">
            <a:avLst/>
          </a:prstGeom>
          <a:solidFill>
            <a:schemeClr val="bg2"/>
          </a:solidFill>
        </p:spPr>
        <p:txBody>
          <a:bodyPr/>
          <a:lstStyle>
            <a:lvl1pPr marL="0" indent="0">
              <a:buNone/>
              <a:defRPr/>
            </a:lvl1pPr>
          </a:lstStyle>
          <a:p>
            <a:endParaRPr lang="en-GB" noProof="0" dirty="0"/>
          </a:p>
        </p:txBody>
      </p:sp>
      <p:sp>
        <p:nvSpPr>
          <p:cNvPr id="27" name="Picture Placeholder 2">
            <a:extLst>
              <a:ext uri="{FF2B5EF4-FFF2-40B4-BE49-F238E27FC236}">
                <a16:creationId xmlns:a16="http://schemas.microsoft.com/office/drawing/2014/main" id="{1F0C252E-54B1-624A-B251-93ACB24B44EB}"/>
              </a:ext>
            </a:extLst>
          </p:cNvPr>
          <p:cNvSpPr>
            <a:spLocks noGrp="1"/>
          </p:cNvSpPr>
          <p:nvPr>
            <p:ph type="pic" sz="quarter" idx="14"/>
          </p:nvPr>
        </p:nvSpPr>
        <p:spPr>
          <a:xfrm>
            <a:off x="2733075" y="3907988"/>
            <a:ext cx="3330000" cy="2088000"/>
          </a:xfrm>
          <a:prstGeom prst="rect">
            <a:avLst/>
          </a:prstGeom>
          <a:solidFill>
            <a:schemeClr val="bg2"/>
          </a:solidFill>
        </p:spPr>
        <p:txBody>
          <a:bodyPr/>
          <a:lstStyle>
            <a:lvl1pPr marL="0" indent="0">
              <a:buNone/>
              <a:defRPr/>
            </a:lvl1pPr>
          </a:lstStyle>
          <a:p>
            <a:endParaRPr lang="en-GB" noProof="0" dirty="0"/>
          </a:p>
        </p:txBody>
      </p:sp>
      <p:sp>
        <p:nvSpPr>
          <p:cNvPr id="28" name="Picture Placeholder 2">
            <a:extLst>
              <a:ext uri="{FF2B5EF4-FFF2-40B4-BE49-F238E27FC236}">
                <a16:creationId xmlns:a16="http://schemas.microsoft.com/office/drawing/2014/main" id="{EC7BFE4B-D881-0841-972F-3BB3E43AAF62}"/>
              </a:ext>
            </a:extLst>
          </p:cNvPr>
          <p:cNvSpPr>
            <a:spLocks noGrp="1"/>
          </p:cNvSpPr>
          <p:nvPr>
            <p:ph type="pic" sz="quarter" idx="15"/>
          </p:nvPr>
        </p:nvSpPr>
        <p:spPr>
          <a:xfrm>
            <a:off x="6127391" y="1750540"/>
            <a:ext cx="3330000" cy="2088000"/>
          </a:xfrm>
          <a:prstGeom prst="rect">
            <a:avLst/>
          </a:prstGeom>
          <a:solidFill>
            <a:schemeClr val="bg2"/>
          </a:solidFill>
        </p:spPr>
        <p:txBody>
          <a:bodyPr/>
          <a:lstStyle>
            <a:lvl1pPr marL="0" indent="0">
              <a:buNone/>
              <a:defRPr/>
            </a:lvl1pPr>
          </a:lstStyle>
          <a:p>
            <a:endParaRPr lang="en-GB" noProof="0" dirty="0"/>
          </a:p>
        </p:txBody>
      </p:sp>
      <p:sp>
        <p:nvSpPr>
          <p:cNvPr id="29" name="Text Placeholder 12">
            <a:extLst>
              <a:ext uri="{FF2B5EF4-FFF2-40B4-BE49-F238E27FC236}">
                <a16:creationId xmlns:a16="http://schemas.microsoft.com/office/drawing/2014/main" id="{26D230BA-B3D4-3543-AD14-9F6C784D2F43}"/>
              </a:ext>
            </a:extLst>
          </p:cNvPr>
          <p:cNvSpPr>
            <a:spLocks noGrp="1"/>
          </p:cNvSpPr>
          <p:nvPr>
            <p:ph type="body" sz="quarter" idx="16"/>
          </p:nvPr>
        </p:nvSpPr>
        <p:spPr>
          <a:xfrm>
            <a:off x="9549106" y="3907988"/>
            <a:ext cx="1620000" cy="2088000"/>
          </a:xfrm>
          <a:prstGeom prst="rect">
            <a:avLst/>
          </a:prstGeom>
          <a:noFill/>
        </p:spPr>
        <p:txBody>
          <a:bodyPr tIns="90000"/>
          <a:lstStyle>
            <a:lvl1pPr marL="0" indent="0" algn="l">
              <a:lnSpc>
                <a:spcPts val="1680"/>
              </a:lnSpc>
              <a:spcAft>
                <a:spcPts val="0"/>
              </a:spcAft>
              <a:buNone/>
              <a:defRPr sz="1400"/>
            </a:lvl1pPr>
          </a:lstStyle>
          <a:p>
            <a:pPr lvl="0"/>
            <a:r>
              <a:rPr lang="en-GB" noProof="0" dirty="0"/>
              <a:t>Edit Master text styles</a:t>
            </a:r>
          </a:p>
        </p:txBody>
      </p:sp>
      <p:sp>
        <p:nvSpPr>
          <p:cNvPr id="30" name="Text Placeholder 12">
            <a:extLst>
              <a:ext uri="{FF2B5EF4-FFF2-40B4-BE49-F238E27FC236}">
                <a16:creationId xmlns:a16="http://schemas.microsoft.com/office/drawing/2014/main" id="{6151C0D4-98EF-D447-A8C6-142CA23E3F17}"/>
              </a:ext>
            </a:extLst>
          </p:cNvPr>
          <p:cNvSpPr>
            <a:spLocks noGrp="1"/>
          </p:cNvSpPr>
          <p:nvPr>
            <p:ph type="body" sz="quarter" idx="18"/>
          </p:nvPr>
        </p:nvSpPr>
        <p:spPr>
          <a:xfrm>
            <a:off x="970722" y="1750540"/>
            <a:ext cx="1663928" cy="2088000"/>
          </a:xfrm>
          <a:prstGeom prst="rect">
            <a:avLst/>
          </a:prstGeom>
          <a:noFill/>
        </p:spPr>
        <p:txBody>
          <a:bodyPr tIns="90000"/>
          <a:lstStyle>
            <a:lvl1pPr marL="0" indent="0" algn="r">
              <a:lnSpc>
                <a:spcPts val="1680"/>
              </a:lnSpc>
              <a:spcAft>
                <a:spcPts val="0"/>
              </a:spcAft>
              <a:buNone/>
              <a:defRPr sz="1400"/>
            </a:lvl1pPr>
          </a:lstStyle>
          <a:p>
            <a:pPr lvl="0"/>
            <a:r>
              <a:rPr lang="en-GB" noProof="0" dirty="0"/>
              <a:t>Edit Master text styles</a:t>
            </a:r>
          </a:p>
        </p:txBody>
      </p:sp>
      <p:sp>
        <p:nvSpPr>
          <p:cNvPr id="31" name="Picture Placeholder 2">
            <a:extLst>
              <a:ext uri="{FF2B5EF4-FFF2-40B4-BE49-F238E27FC236}">
                <a16:creationId xmlns:a16="http://schemas.microsoft.com/office/drawing/2014/main" id="{3298D3D7-E8BE-DE4C-9995-3011560B905D}"/>
              </a:ext>
            </a:extLst>
          </p:cNvPr>
          <p:cNvSpPr>
            <a:spLocks noGrp="1"/>
          </p:cNvSpPr>
          <p:nvPr>
            <p:ph type="pic" sz="quarter" idx="19"/>
          </p:nvPr>
        </p:nvSpPr>
        <p:spPr>
          <a:xfrm>
            <a:off x="6127393" y="3907988"/>
            <a:ext cx="3330000" cy="2088000"/>
          </a:xfrm>
          <a:prstGeom prst="rect">
            <a:avLst/>
          </a:prstGeom>
          <a:solidFill>
            <a:schemeClr val="bg2"/>
          </a:solidFill>
        </p:spPr>
        <p:txBody>
          <a:bodyPr/>
          <a:lstStyle>
            <a:lvl1pPr marL="0" indent="0">
              <a:buNone/>
              <a:defRPr/>
            </a:lvl1pPr>
          </a:lstStyle>
          <a:p>
            <a:endParaRPr lang="en-GB" noProof="0"/>
          </a:p>
        </p:txBody>
      </p:sp>
      <p:sp>
        <p:nvSpPr>
          <p:cNvPr id="32" name="Text Placeholder 12">
            <a:extLst>
              <a:ext uri="{FF2B5EF4-FFF2-40B4-BE49-F238E27FC236}">
                <a16:creationId xmlns:a16="http://schemas.microsoft.com/office/drawing/2014/main" id="{5AA5AF97-B62D-1649-9296-29B8A162A14E}"/>
              </a:ext>
            </a:extLst>
          </p:cNvPr>
          <p:cNvSpPr>
            <a:spLocks noGrp="1"/>
          </p:cNvSpPr>
          <p:nvPr>
            <p:ph type="body" sz="quarter" idx="20"/>
          </p:nvPr>
        </p:nvSpPr>
        <p:spPr>
          <a:xfrm>
            <a:off x="978650" y="3897313"/>
            <a:ext cx="1656000" cy="2098675"/>
          </a:xfrm>
          <a:prstGeom prst="rect">
            <a:avLst/>
          </a:prstGeom>
          <a:noFill/>
        </p:spPr>
        <p:txBody>
          <a:bodyPr tIns="90000"/>
          <a:lstStyle>
            <a:lvl1pPr marL="0" indent="0" algn="r">
              <a:lnSpc>
                <a:spcPts val="1680"/>
              </a:lnSpc>
              <a:spcAft>
                <a:spcPts val="0"/>
              </a:spcAft>
              <a:buNone/>
              <a:defRPr sz="1400"/>
            </a:lvl1pPr>
          </a:lstStyle>
          <a:p>
            <a:pPr lvl="0"/>
            <a:r>
              <a:rPr lang="en-GB" noProof="0" dirty="0"/>
              <a:t>Edit Master text styles</a:t>
            </a:r>
          </a:p>
        </p:txBody>
      </p:sp>
      <p:sp>
        <p:nvSpPr>
          <p:cNvPr id="33" name="Text Placeholder 12">
            <a:extLst>
              <a:ext uri="{FF2B5EF4-FFF2-40B4-BE49-F238E27FC236}">
                <a16:creationId xmlns:a16="http://schemas.microsoft.com/office/drawing/2014/main" id="{018AC41E-3877-BF47-AA29-7A9F0F0A096F}"/>
              </a:ext>
            </a:extLst>
          </p:cNvPr>
          <p:cNvSpPr>
            <a:spLocks noGrp="1"/>
          </p:cNvSpPr>
          <p:nvPr>
            <p:ph type="body" sz="quarter" idx="21"/>
          </p:nvPr>
        </p:nvSpPr>
        <p:spPr>
          <a:xfrm>
            <a:off x="9549106" y="1750540"/>
            <a:ext cx="1620000" cy="2088000"/>
          </a:xfrm>
          <a:prstGeom prst="rect">
            <a:avLst/>
          </a:prstGeom>
          <a:noFill/>
        </p:spPr>
        <p:txBody>
          <a:bodyPr tIns="90000"/>
          <a:lstStyle>
            <a:lvl1pPr marL="0" indent="0" algn="l">
              <a:lnSpc>
                <a:spcPts val="1680"/>
              </a:lnSpc>
              <a:spcAft>
                <a:spcPts val="0"/>
              </a:spcAft>
              <a:buNone/>
              <a:defRPr sz="1400"/>
            </a:lvl1pPr>
          </a:lstStyle>
          <a:p>
            <a:pPr lvl="0"/>
            <a:r>
              <a:rPr lang="en-GB" noProof="0" dirty="0"/>
              <a:t>Edit Master text styles</a:t>
            </a:r>
          </a:p>
        </p:txBody>
      </p:sp>
    </p:spTree>
    <p:extLst>
      <p:ext uri="{BB962C8B-B14F-4D97-AF65-F5344CB8AC3E}">
        <p14:creationId xmlns:p14="http://schemas.microsoft.com/office/powerpoint/2010/main" val="36385566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41180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ast slide (option 1)">
    <p:spTree>
      <p:nvGrpSpPr>
        <p:cNvPr id="1" name=""/>
        <p:cNvGrpSpPr/>
        <p:nvPr/>
      </p:nvGrpSpPr>
      <p:grpSpPr>
        <a:xfrm>
          <a:off x="0" y="0"/>
          <a:ext cx="0" cy="0"/>
          <a:chOff x="0" y="0"/>
          <a:chExt cx="0" cy="0"/>
        </a:xfrm>
      </p:grpSpPr>
      <p:sp>
        <p:nvSpPr>
          <p:cNvPr id="7" name="Rectangle 6"/>
          <p:cNvSpPr/>
          <p:nvPr userDrawn="1"/>
        </p:nvSpPr>
        <p:spPr>
          <a:xfrm>
            <a:off x="0" y="1"/>
            <a:ext cx="12192000" cy="3430587"/>
          </a:xfrm>
          <a:prstGeom prst="rect">
            <a:avLst/>
          </a:prstGeom>
          <a:gradFill flip="none" rotWithShape="1">
            <a:gsLst>
              <a:gs pos="47000">
                <a:srgbClr val="0D6CB4"/>
              </a:gs>
              <a:gs pos="100000">
                <a:schemeClr val="accent2"/>
              </a:gs>
              <a:gs pos="77000">
                <a:srgbClr val="227DC1"/>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GB">
              <a:solidFill>
                <a:schemeClr val="accent4"/>
              </a:solidFill>
            </a:endParaRPr>
          </a:p>
        </p:txBody>
      </p:sp>
      <p:sp>
        <p:nvSpPr>
          <p:cNvPr id="11" name="Title 1"/>
          <p:cNvSpPr>
            <a:spLocks noGrp="1"/>
          </p:cNvSpPr>
          <p:nvPr>
            <p:ph type="ctrTitle"/>
          </p:nvPr>
        </p:nvSpPr>
        <p:spPr>
          <a:xfrm>
            <a:off x="1077013" y="1122363"/>
            <a:ext cx="10020968" cy="1240348"/>
          </a:xfrm>
          <a:prstGeom prst="rect">
            <a:avLst/>
          </a:prstGeom>
        </p:spPr>
        <p:txBody>
          <a:bodyPr anchor="b">
            <a:noAutofit/>
          </a:bodyPr>
          <a:lstStyle>
            <a:lvl1pPr algn="l">
              <a:defRPr sz="6000">
                <a:solidFill>
                  <a:schemeClr val="accent5"/>
                </a:solidFill>
              </a:defRPr>
            </a:lvl1pPr>
          </a:lstStyle>
          <a:p>
            <a:r>
              <a:rPr lang="en-GB" noProof="0" dirty="0"/>
              <a:t>Click to edit Master title style</a:t>
            </a:r>
          </a:p>
        </p:txBody>
      </p:sp>
      <p:cxnSp>
        <p:nvCxnSpPr>
          <p:cNvPr id="13" name="Straight Connector 12"/>
          <p:cNvCxnSpPr/>
          <p:nvPr userDrawn="1"/>
        </p:nvCxnSpPr>
        <p:spPr>
          <a:xfrm>
            <a:off x="838200" y="0"/>
            <a:ext cx="0" cy="2362711"/>
          </a:xfrm>
          <a:prstGeom prst="line">
            <a:avLst/>
          </a:prstGeom>
          <a:ln w="28575">
            <a:solidFill>
              <a:srgbClr val="F8CC29"/>
            </a:solidFill>
          </a:ln>
        </p:spPr>
        <p:style>
          <a:lnRef idx="1">
            <a:schemeClr val="accent1"/>
          </a:lnRef>
          <a:fillRef idx="0">
            <a:schemeClr val="accent1"/>
          </a:fillRef>
          <a:effectRef idx="0">
            <a:schemeClr val="accent1"/>
          </a:effectRef>
          <a:fontRef idx="minor">
            <a:schemeClr val="tx1"/>
          </a:fontRef>
        </p:style>
      </p:cxnSp>
      <p:sp>
        <p:nvSpPr>
          <p:cNvPr id="6" name="Subtitle 2"/>
          <p:cNvSpPr>
            <a:spLocks noGrp="1"/>
          </p:cNvSpPr>
          <p:nvPr>
            <p:ph type="subTitle" idx="1"/>
          </p:nvPr>
        </p:nvSpPr>
        <p:spPr>
          <a:xfrm>
            <a:off x="1084385" y="3855676"/>
            <a:ext cx="10003692" cy="1925295"/>
          </a:xfrm>
          <a:prstGeom prst="rect">
            <a:avLst/>
          </a:prstGeom>
        </p:spPr>
        <p:txBody>
          <a:bodyPr>
            <a:noAutofit/>
          </a:bodyPr>
          <a:lstStyle>
            <a:lvl1pPr marL="0" indent="0" algn="l">
              <a:buNone/>
              <a:defRPr sz="14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noProof="0" dirty="0"/>
              <a:t>Click to edit Master subtitle style</a:t>
            </a:r>
          </a:p>
        </p:txBody>
      </p:sp>
    </p:spTree>
    <p:extLst>
      <p:ext uri="{BB962C8B-B14F-4D97-AF65-F5344CB8AC3E}">
        <p14:creationId xmlns:p14="http://schemas.microsoft.com/office/powerpoint/2010/main" val="411006177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Last slide (option 2)">
    <p:spTree>
      <p:nvGrpSpPr>
        <p:cNvPr id="1" name=""/>
        <p:cNvGrpSpPr/>
        <p:nvPr/>
      </p:nvGrpSpPr>
      <p:grpSpPr>
        <a:xfrm>
          <a:off x="0" y="0"/>
          <a:ext cx="0" cy="0"/>
          <a:chOff x="0" y="0"/>
          <a:chExt cx="0" cy="0"/>
        </a:xfrm>
      </p:grpSpPr>
      <p:sp>
        <p:nvSpPr>
          <p:cNvPr id="10" name="Rectangle 9"/>
          <p:cNvSpPr/>
          <p:nvPr userDrawn="1"/>
        </p:nvSpPr>
        <p:spPr>
          <a:xfrm>
            <a:off x="0" y="0"/>
            <a:ext cx="12192000" cy="3432175"/>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cxnSp>
        <p:nvCxnSpPr>
          <p:cNvPr id="13" name="Straight Connector 12"/>
          <p:cNvCxnSpPr/>
          <p:nvPr userDrawn="1"/>
        </p:nvCxnSpPr>
        <p:spPr>
          <a:xfrm>
            <a:off x="838200" y="0"/>
            <a:ext cx="0" cy="2362711"/>
          </a:xfrm>
          <a:prstGeom prst="line">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8" name="Title 1"/>
          <p:cNvSpPr>
            <a:spLocks noGrp="1"/>
          </p:cNvSpPr>
          <p:nvPr>
            <p:ph type="ctrTitle"/>
          </p:nvPr>
        </p:nvSpPr>
        <p:spPr>
          <a:xfrm>
            <a:off x="1077013" y="1122363"/>
            <a:ext cx="10020968" cy="1240348"/>
          </a:xfrm>
          <a:prstGeom prst="rect">
            <a:avLst/>
          </a:prstGeom>
        </p:spPr>
        <p:txBody>
          <a:bodyPr anchor="b">
            <a:noAutofit/>
          </a:bodyPr>
          <a:lstStyle>
            <a:lvl1pPr algn="l">
              <a:defRPr sz="6000">
                <a:solidFill>
                  <a:schemeClr val="accent2">
                    <a:lumMod val="75000"/>
                  </a:schemeClr>
                </a:solidFill>
              </a:defRPr>
            </a:lvl1pPr>
          </a:lstStyle>
          <a:p>
            <a:r>
              <a:rPr lang="en-GB" noProof="0" dirty="0"/>
              <a:t>Click to edit Master title style</a:t>
            </a:r>
          </a:p>
        </p:txBody>
      </p:sp>
      <p:sp>
        <p:nvSpPr>
          <p:cNvPr id="9" name="Subtitle 2"/>
          <p:cNvSpPr>
            <a:spLocks noGrp="1"/>
          </p:cNvSpPr>
          <p:nvPr>
            <p:ph type="subTitle" idx="1"/>
          </p:nvPr>
        </p:nvSpPr>
        <p:spPr>
          <a:xfrm>
            <a:off x="1084385" y="3855676"/>
            <a:ext cx="10003692" cy="1925295"/>
          </a:xfrm>
          <a:prstGeom prst="rect">
            <a:avLst/>
          </a:prstGeom>
        </p:spPr>
        <p:txBody>
          <a:bodyPr>
            <a:noAutofit/>
          </a:bodyPr>
          <a:lstStyle>
            <a:lvl1pPr marL="0" indent="0" algn="l">
              <a:buNone/>
              <a:defRPr sz="14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noProof="0" dirty="0"/>
              <a:t>Click to edit Master subtitle style</a:t>
            </a:r>
          </a:p>
        </p:txBody>
      </p:sp>
    </p:spTree>
    <p:extLst>
      <p:ext uri="{BB962C8B-B14F-4D97-AF65-F5344CB8AC3E}">
        <p14:creationId xmlns:p14="http://schemas.microsoft.com/office/powerpoint/2010/main" val="303055028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ext slide">
    <p:spTree>
      <p:nvGrpSpPr>
        <p:cNvPr id="1" name=""/>
        <p:cNvGrpSpPr/>
        <p:nvPr/>
      </p:nvGrpSpPr>
      <p:grpSpPr>
        <a:xfrm>
          <a:off x="0" y="0"/>
          <a:ext cx="0" cy="0"/>
          <a:chOff x="0" y="0"/>
          <a:chExt cx="0" cy="0"/>
        </a:xfrm>
      </p:grpSpPr>
      <p:sp>
        <p:nvSpPr>
          <p:cNvPr id="8" name="Rechthoek 6"/>
          <p:cNvSpPr/>
          <p:nvPr userDrawn="1"/>
        </p:nvSpPr>
        <p:spPr>
          <a:xfrm>
            <a:off x="0" y="1566647"/>
            <a:ext cx="12192001" cy="4430116"/>
          </a:xfrm>
          <a:prstGeom prst="rect">
            <a:avLst/>
          </a:prstGeom>
          <a:solidFill>
            <a:srgbClr val="C1E3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nl-NL"/>
            </a:defPPr>
            <a:lvl1pPr marL="0" algn="l" defTabSz="950336" rtl="0" eaLnBrk="1" latinLnBrk="0" hangingPunct="1">
              <a:defRPr sz="1871" kern="1200">
                <a:solidFill>
                  <a:schemeClr val="lt1"/>
                </a:solidFill>
                <a:latin typeface="+mn-lt"/>
                <a:ea typeface="+mn-ea"/>
                <a:cs typeface="+mn-cs"/>
              </a:defRPr>
            </a:lvl1pPr>
            <a:lvl2pPr marL="475168" algn="l" defTabSz="950336" rtl="0" eaLnBrk="1" latinLnBrk="0" hangingPunct="1">
              <a:defRPr sz="1871" kern="1200">
                <a:solidFill>
                  <a:schemeClr val="lt1"/>
                </a:solidFill>
                <a:latin typeface="+mn-lt"/>
                <a:ea typeface="+mn-ea"/>
                <a:cs typeface="+mn-cs"/>
              </a:defRPr>
            </a:lvl2pPr>
            <a:lvl3pPr marL="950336" algn="l" defTabSz="950336" rtl="0" eaLnBrk="1" latinLnBrk="0" hangingPunct="1">
              <a:defRPr sz="1871" kern="1200">
                <a:solidFill>
                  <a:schemeClr val="lt1"/>
                </a:solidFill>
                <a:latin typeface="+mn-lt"/>
                <a:ea typeface="+mn-ea"/>
                <a:cs typeface="+mn-cs"/>
              </a:defRPr>
            </a:lvl3pPr>
            <a:lvl4pPr marL="1425504" algn="l" defTabSz="950336" rtl="0" eaLnBrk="1" latinLnBrk="0" hangingPunct="1">
              <a:defRPr sz="1871" kern="1200">
                <a:solidFill>
                  <a:schemeClr val="lt1"/>
                </a:solidFill>
                <a:latin typeface="+mn-lt"/>
                <a:ea typeface="+mn-ea"/>
                <a:cs typeface="+mn-cs"/>
              </a:defRPr>
            </a:lvl4pPr>
            <a:lvl5pPr marL="1900672" algn="l" defTabSz="950336" rtl="0" eaLnBrk="1" latinLnBrk="0" hangingPunct="1">
              <a:defRPr sz="1871" kern="1200">
                <a:solidFill>
                  <a:schemeClr val="lt1"/>
                </a:solidFill>
                <a:latin typeface="+mn-lt"/>
                <a:ea typeface="+mn-ea"/>
                <a:cs typeface="+mn-cs"/>
              </a:defRPr>
            </a:lvl5pPr>
            <a:lvl6pPr marL="2375840" algn="l" defTabSz="950336" rtl="0" eaLnBrk="1" latinLnBrk="0" hangingPunct="1">
              <a:defRPr sz="1871" kern="1200">
                <a:solidFill>
                  <a:schemeClr val="lt1"/>
                </a:solidFill>
                <a:latin typeface="+mn-lt"/>
                <a:ea typeface="+mn-ea"/>
                <a:cs typeface="+mn-cs"/>
              </a:defRPr>
            </a:lvl6pPr>
            <a:lvl7pPr marL="2851008" algn="l" defTabSz="950336" rtl="0" eaLnBrk="1" latinLnBrk="0" hangingPunct="1">
              <a:defRPr sz="1871" kern="1200">
                <a:solidFill>
                  <a:schemeClr val="lt1"/>
                </a:solidFill>
                <a:latin typeface="+mn-lt"/>
                <a:ea typeface="+mn-ea"/>
                <a:cs typeface="+mn-cs"/>
              </a:defRPr>
            </a:lvl7pPr>
            <a:lvl8pPr marL="3326176" algn="l" defTabSz="950336" rtl="0" eaLnBrk="1" latinLnBrk="0" hangingPunct="1">
              <a:defRPr sz="1871" kern="1200">
                <a:solidFill>
                  <a:schemeClr val="lt1"/>
                </a:solidFill>
                <a:latin typeface="+mn-lt"/>
                <a:ea typeface="+mn-ea"/>
                <a:cs typeface="+mn-cs"/>
              </a:defRPr>
            </a:lvl8pPr>
            <a:lvl9pPr marL="3801344" algn="l" defTabSz="950336" rtl="0" eaLnBrk="1" latinLnBrk="0" hangingPunct="1">
              <a:defRPr sz="1871" kern="1200">
                <a:solidFill>
                  <a:schemeClr val="lt1"/>
                </a:solidFill>
                <a:latin typeface="+mn-lt"/>
                <a:ea typeface="+mn-ea"/>
                <a:cs typeface="+mn-cs"/>
              </a:defRPr>
            </a:lvl9pPr>
          </a:lstStyle>
          <a:p>
            <a:pPr algn="ctr"/>
            <a:endParaRPr lang="nl-NL"/>
          </a:p>
        </p:txBody>
      </p:sp>
      <p:sp>
        <p:nvSpPr>
          <p:cNvPr id="3" name="Rechthoek 7"/>
          <p:cNvSpPr/>
          <p:nvPr userDrawn="1"/>
        </p:nvSpPr>
        <p:spPr>
          <a:xfrm>
            <a:off x="0" y="0"/>
            <a:ext cx="12192000" cy="1439056"/>
          </a:xfrm>
          <a:prstGeom prst="rect">
            <a:avLst/>
          </a:prstGeom>
          <a:solidFill>
            <a:srgbClr val="093B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b="0" i="0" dirty="0">
              <a:solidFill>
                <a:schemeClr val="accent1">
                  <a:lumMod val="50000"/>
                </a:schemeClr>
              </a:solidFill>
              <a:latin typeface="Verdana Standaard" charset="0"/>
            </a:endParaRPr>
          </a:p>
        </p:txBody>
      </p:sp>
      <p:sp>
        <p:nvSpPr>
          <p:cNvPr id="5" name="Tijdelijke aanduiding voor tekst 17"/>
          <p:cNvSpPr>
            <a:spLocks noGrp="1"/>
          </p:cNvSpPr>
          <p:nvPr>
            <p:ph type="body" sz="quarter" idx="11" hasCustomPrompt="1"/>
          </p:nvPr>
        </p:nvSpPr>
        <p:spPr>
          <a:xfrm>
            <a:off x="939800" y="445746"/>
            <a:ext cx="10896600" cy="993310"/>
          </a:xfrm>
          <a:prstGeom prst="rect">
            <a:avLst/>
          </a:prstGeom>
        </p:spPr>
        <p:txBody>
          <a:bodyPr/>
          <a:lstStyle>
            <a:lvl1pPr marL="0" indent="0">
              <a:buNone/>
              <a:defRPr sz="3600" b="0">
                <a:solidFill>
                  <a:schemeClr val="bg1"/>
                </a:solidFill>
                <a:latin typeface="Verdana"/>
                <a:cs typeface="Verdana"/>
              </a:defRPr>
            </a:lvl1pPr>
            <a:lvl2pPr>
              <a:defRPr sz="3600" b="1">
                <a:solidFill>
                  <a:schemeClr val="bg1"/>
                </a:solidFill>
              </a:defRPr>
            </a:lvl2pPr>
            <a:lvl3pPr>
              <a:defRPr sz="3600" b="1">
                <a:solidFill>
                  <a:schemeClr val="bg1"/>
                </a:solidFill>
              </a:defRPr>
            </a:lvl3pPr>
            <a:lvl4pPr>
              <a:defRPr sz="3600" b="1">
                <a:solidFill>
                  <a:schemeClr val="bg1"/>
                </a:solidFill>
              </a:defRPr>
            </a:lvl4pPr>
            <a:lvl5pPr>
              <a:defRPr sz="3600" b="1">
                <a:solidFill>
                  <a:schemeClr val="bg1"/>
                </a:solidFill>
              </a:defRPr>
            </a:lvl5pPr>
          </a:lstStyle>
          <a:p>
            <a:pPr lvl="0"/>
            <a:r>
              <a:rPr lang="nl-NL" dirty="0" err="1"/>
              <a:t>Heading</a:t>
            </a:r>
            <a:endParaRPr lang="nl-NL" dirty="0"/>
          </a:p>
        </p:txBody>
      </p:sp>
      <p:sp>
        <p:nvSpPr>
          <p:cNvPr id="7" name="Text Placeholder 6"/>
          <p:cNvSpPr>
            <a:spLocks noGrp="1"/>
          </p:cNvSpPr>
          <p:nvPr>
            <p:ph type="body" sz="quarter" idx="12"/>
          </p:nvPr>
        </p:nvSpPr>
        <p:spPr>
          <a:xfrm>
            <a:off x="939800" y="1765300"/>
            <a:ext cx="10896600" cy="3614738"/>
          </a:xfrm>
          <a:prstGeom prst="rect">
            <a:avLst/>
          </a:prstGeom>
        </p:spPr>
        <p:txBody>
          <a:bodyPr/>
          <a:lstStyle>
            <a:lvl1pPr>
              <a:defRPr lang="en-US" sz="2800" b="0" i="0" kern="1200" dirty="0" smtClean="0">
                <a:solidFill>
                  <a:srgbClr val="093B37"/>
                </a:solidFill>
                <a:latin typeface="Verdana"/>
                <a:ea typeface="+mn-ea"/>
                <a:cs typeface="Verdana"/>
              </a:defRPr>
            </a:lvl1pPr>
            <a:lvl2pPr>
              <a:defRPr lang="en-US" sz="2800" b="0" i="0" kern="1200" dirty="0" smtClean="0">
                <a:solidFill>
                  <a:srgbClr val="093B37"/>
                </a:solidFill>
                <a:latin typeface="Verdana"/>
                <a:ea typeface="+mn-ea"/>
                <a:cs typeface="Verdana"/>
              </a:defRPr>
            </a:lvl2pPr>
            <a:lvl3pPr>
              <a:defRPr lang="en-US" sz="2800" b="0" i="0" kern="1200" dirty="0" smtClean="0">
                <a:solidFill>
                  <a:srgbClr val="093B37"/>
                </a:solidFill>
                <a:latin typeface="Verdana"/>
                <a:ea typeface="+mn-ea"/>
                <a:cs typeface="Verdana"/>
              </a:defRPr>
            </a:lvl3pPr>
            <a:lvl4pPr>
              <a:defRPr lang="en-US" sz="2800" b="0" i="0" kern="1200" dirty="0" smtClean="0">
                <a:solidFill>
                  <a:srgbClr val="093B37"/>
                </a:solidFill>
                <a:latin typeface="Verdana"/>
                <a:ea typeface="+mn-ea"/>
                <a:cs typeface="Verdana"/>
              </a:defRPr>
            </a:lvl4pPr>
            <a:lvl5pPr>
              <a:defRPr lang="en-GB" sz="2800" b="0" i="0" kern="1200" dirty="0">
                <a:solidFill>
                  <a:srgbClr val="093B37"/>
                </a:solidFill>
                <a:latin typeface="Verdana"/>
                <a:ea typeface="+mn-ea"/>
                <a:cs typeface="Verdana"/>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2162763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Image slide">
    <p:spTree>
      <p:nvGrpSpPr>
        <p:cNvPr id="1" name=""/>
        <p:cNvGrpSpPr/>
        <p:nvPr/>
      </p:nvGrpSpPr>
      <p:grpSpPr>
        <a:xfrm>
          <a:off x="0" y="0"/>
          <a:ext cx="0" cy="0"/>
          <a:chOff x="0" y="0"/>
          <a:chExt cx="0" cy="0"/>
        </a:xfrm>
      </p:grpSpPr>
      <p:sp>
        <p:nvSpPr>
          <p:cNvPr id="8" name="Rechthoek 7"/>
          <p:cNvSpPr/>
          <p:nvPr userDrawn="1"/>
        </p:nvSpPr>
        <p:spPr>
          <a:xfrm>
            <a:off x="0" y="0"/>
            <a:ext cx="12192000" cy="1439056"/>
          </a:xfrm>
          <a:prstGeom prst="rect">
            <a:avLst/>
          </a:prstGeom>
          <a:solidFill>
            <a:srgbClr val="093B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b="0" i="0" dirty="0">
              <a:solidFill>
                <a:schemeClr val="accent1">
                  <a:lumMod val="50000"/>
                </a:schemeClr>
              </a:solidFill>
              <a:latin typeface="Verdana Standaard" charset="0"/>
            </a:endParaRPr>
          </a:p>
        </p:txBody>
      </p:sp>
      <p:sp>
        <p:nvSpPr>
          <p:cNvPr id="3" name="Tijdelijke aanduiding voor afbeelding 2"/>
          <p:cNvSpPr>
            <a:spLocks noGrp="1"/>
          </p:cNvSpPr>
          <p:nvPr>
            <p:ph type="pic" sz="quarter" idx="10" hasCustomPrompt="1"/>
          </p:nvPr>
        </p:nvSpPr>
        <p:spPr>
          <a:xfrm>
            <a:off x="0" y="1552352"/>
            <a:ext cx="12192000" cy="4437286"/>
          </a:xfrm>
          <a:prstGeom prst="rect">
            <a:avLst/>
          </a:prstGeom>
        </p:spPr>
        <p:txBody>
          <a:bodyPr anchor="ctr"/>
          <a:lstStyle>
            <a:lvl1pPr marL="0" indent="0" algn="ctr">
              <a:buNone/>
              <a:defRPr sz="1800"/>
            </a:lvl1pPr>
          </a:lstStyle>
          <a:p>
            <a:r>
              <a:rPr lang="nl-NL" dirty="0"/>
              <a:t>Image</a:t>
            </a:r>
          </a:p>
        </p:txBody>
      </p:sp>
      <p:sp>
        <p:nvSpPr>
          <p:cNvPr id="14" name="Tijdelijke aanduiding voor tekst 17"/>
          <p:cNvSpPr>
            <a:spLocks noGrp="1"/>
          </p:cNvSpPr>
          <p:nvPr>
            <p:ph type="body" sz="quarter" idx="11" hasCustomPrompt="1"/>
          </p:nvPr>
        </p:nvSpPr>
        <p:spPr>
          <a:xfrm>
            <a:off x="939800" y="445746"/>
            <a:ext cx="10896600" cy="993310"/>
          </a:xfrm>
          <a:prstGeom prst="rect">
            <a:avLst/>
          </a:prstGeom>
        </p:spPr>
        <p:txBody>
          <a:bodyPr/>
          <a:lstStyle>
            <a:lvl1pPr marL="0" indent="0">
              <a:buNone/>
              <a:defRPr sz="3600" b="0">
                <a:solidFill>
                  <a:schemeClr val="bg1"/>
                </a:solidFill>
                <a:latin typeface="Verdana"/>
                <a:cs typeface="Verdana"/>
              </a:defRPr>
            </a:lvl1pPr>
            <a:lvl2pPr>
              <a:defRPr sz="3600" b="1">
                <a:solidFill>
                  <a:schemeClr val="bg1"/>
                </a:solidFill>
              </a:defRPr>
            </a:lvl2pPr>
            <a:lvl3pPr>
              <a:defRPr sz="3600" b="1">
                <a:solidFill>
                  <a:schemeClr val="bg1"/>
                </a:solidFill>
              </a:defRPr>
            </a:lvl3pPr>
            <a:lvl4pPr>
              <a:defRPr sz="3600" b="1">
                <a:solidFill>
                  <a:schemeClr val="bg1"/>
                </a:solidFill>
              </a:defRPr>
            </a:lvl4pPr>
            <a:lvl5pPr>
              <a:defRPr sz="3600" b="1">
                <a:solidFill>
                  <a:schemeClr val="bg1"/>
                </a:solidFill>
              </a:defRPr>
            </a:lvl5pPr>
          </a:lstStyle>
          <a:p>
            <a:pPr lvl="0"/>
            <a:r>
              <a:rPr lang="nl-NL" dirty="0" err="1"/>
              <a:t>Heading</a:t>
            </a:r>
            <a:endParaRPr lang="nl-NL" dirty="0"/>
          </a:p>
        </p:txBody>
      </p:sp>
    </p:spTree>
    <p:extLst>
      <p:ext uri="{BB962C8B-B14F-4D97-AF65-F5344CB8AC3E}">
        <p14:creationId xmlns:p14="http://schemas.microsoft.com/office/powerpoint/2010/main" val="10033377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22818" y="565150"/>
            <a:ext cx="11146367" cy="914400"/>
          </a:xfrm>
        </p:spPr>
        <p:txBody>
          <a:bodyPr/>
          <a:lstStyle/>
          <a:p>
            <a:r>
              <a:rPr lang="en-US"/>
              <a:t>Click to edit Master title style</a:t>
            </a:r>
            <a:endParaRPr lang="nl-NL"/>
          </a:p>
        </p:txBody>
      </p:sp>
      <p:sp>
        <p:nvSpPr>
          <p:cNvPr id="3" name="Text Placeholder 2"/>
          <p:cNvSpPr>
            <a:spLocks noGrp="1"/>
          </p:cNvSpPr>
          <p:nvPr>
            <p:ph type="body" sz="half" idx="1"/>
          </p:nvPr>
        </p:nvSpPr>
        <p:spPr>
          <a:xfrm>
            <a:off x="522818" y="1714500"/>
            <a:ext cx="5471583" cy="4381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Content Placeholder 3"/>
          <p:cNvSpPr>
            <a:spLocks noGrp="1"/>
          </p:cNvSpPr>
          <p:nvPr>
            <p:ph sz="half" idx="2"/>
          </p:nvPr>
        </p:nvSpPr>
        <p:spPr>
          <a:xfrm>
            <a:off x="6197600" y="1714500"/>
            <a:ext cx="5471584" cy="4381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5" name="Slide Number Placeholder 4">
            <a:extLst>
              <a:ext uri="{FF2B5EF4-FFF2-40B4-BE49-F238E27FC236}">
                <a16:creationId xmlns:a16="http://schemas.microsoft.com/office/drawing/2014/main" id="{7415DA4C-7399-BCFE-F64A-AFF081087939}"/>
              </a:ext>
            </a:extLst>
          </p:cNvPr>
          <p:cNvSpPr>
            <a:spLocks noGrp="1"/>
          </p:cNvSpPr>
          <p:nvPr>
            <p:ph type="sldNum" sz="quarter" idx="10"/>
          </p:nvPr>
        </p:nvSpPr>
        <p:spPr/>
        <p:txBody>
          <a:bodyPr/>
          <a:lstStyle>
            <a:lvl1pPr>
              <a:defRPr/>
            </a:lvl1pPr>
          </a:lstStyle>
          <a:p>
            <a:fld id="{74CAD10F-8914-4F83-A0D4-59AB20999631}" type="slidenum">
              <a:rPr altLang="nl-NL"/>
              <a:pPr/>
              <a:t>‹#›</a:t>
            </a:fld>
            <a:endParaRPr lang="it-IT" altLang="nl-NL"/>
          </a:p>
        </p:txBody>
      </p:sp>
      <p:sp>
        <p:nvSpPr>
          <p:cNvPr id="6" name="Date Placeholder 5">
            <a:extLst>
              <a:ext uri="{FF2B5EF4-FFF2-40B4-BE49-F238E27FC236}">
                <a16:creationId xmlns:a16="http://schemas.microsoft.com/office/drawing/2014/main" id="{BC688078-6CE3-EFE4-3973-2906F2CAF43C}"/>
              </a:ext>
            </a:extLst>
          </p:cNvPr>
          <p:cNvSpPr>
            <a:spLocks noGrp="1"/>
          </p:cNvSpPr>
          <p:nvPr>
            <p:ph type="dt" sz="half" idx="11"/>
          </p:nvPr>
        </p:nvSpPr>
        <p:spPr/>
        <p:txBody>
          <a:bodyPr/>
          <a:lstStyle>
            <a:lvl1pPr>
              <a:defRPr/>
            </a:lvl1pPr>
          </a:lstStyle>
          <a:p>
            <a:pPr>
              <a:defRPr/>
            </a:pPr>
            <a:endParaRPr lang="en-US" altLang="nl-NL"/>
          </a:p>
        </p:txBody>
      </p:sp>
    </p:spTree>
    <p:extLst>
      <p:ext uri="{BB962C8B-B14F-4D97-AF65-F5344CB8AC3E}">
        <p14:creationId xmlns:p14="http://schemas.microsoft.com/office/powerpoint/2010/main" val="5556829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522818" y="565150"/>
            <a:ext cx="11146367" cy="914400"/>
          </a:xfrm>
        </p:spPr>
        <p:txBody>
          <a:bodyPr/>
          <a:lstStyle/>
          <a:p>
            <a:r>
              <a:rPr lang="en-US"/>
              <a:t>Click to edit Master title style</a:t>
            </a:r>
            <a:endParaRPr lang="nl-NL"/>
          </a:p>
        </p:txBody>
      </p:sp>
      <p:sp>
        <p:nvSpPr>
          <p:cNvPr id="3" name="Text Placeholder 2"/>
          <p:cNvSpPr>
            <a:spLocks noGrp="1"/>
          </p:cNvSpPr>
          <p:nvPr>
            <p:ph type="body" sz="half" idx="1"/>
          </p:nvPr>
        </p:nvSpPr>
        <p:spPr>
          <a:xfrm>
            <a:off x="522818" y="1714500"/>
            <a:ext cx="5471583" cy="4381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Content Placeholder 3"/>
          <p:cNvSpPr>
            <a:spLocks noGrp="1"/>
          </p:cNvSpPr>
          <p:nvPr>
            <p:ph sz="quarter" idx="2"/>
          </p:nvPr>
        </p:nvSpPr>
        <p:spPr>
          <a:xfrm>
            <a:off x="6197600" y="1714500"/>
            <a:ext cx="5471584" cy="21145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5" name="Content Placeholder 4"/>
          <p:cNvSpPr>
            <a:spLocks noGrp="1"/>
          </p:cNvSpPr>
          <p:nvPr>
            <p:ph sz="quarter" idx="3"/>
          </p:nvPr>
        </p:nvSpPr>
        <p:spPr>
          <a:xfrm>
            <a:off x="6197600" y="3981450"/>
            <a:ext cx="5471584" cy="21145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6" name="Slide Number Placeholder 5">
            <a:extLst>
              <a:ext uri="{FF2B5EF4-FFF2-40B4-BE49-F238E27FC236}">
                <a16:creationId xmlns:a16="http://schemas.microsoft.com/office/drawing/2014/main" id="{33201CBB-0948-C1E1-4DFD-0912F304568E}"/>
              </a:ext>
            </a:extLst>
          </p:cNvPr>
          <p:cNvSpPr>
            <a:spLocks noGrp="1"/>
          </p:cNvSpPr>
          <p:nvPr>
            <p:ph type="sldNum" sz="quarter" idx="10"/>
          </p:nvPr>
        </p:nvSpPr>
        <p:spPr/>
        <p:txBody>
          <a:bodyPr/>
          <a:lstStyle>
            <a:lvl1pPr>
              <a:defRPr/>
            </a:lvl1pPr>
          </a:lstStyle>
          <a:p>
            <a:fld id="{0837581A-6238-49C5-B9F9-8394499EC6FB}" type="slidenum">
              <a:rPr altLang="nl-NL"/>
              <a:pPr/>
              <a:t>‹#›</a:t>
            </a:fld>
            <a:endParaRPr lang="it-IT" altLang="nl-NL"/>
          </a:p>
        </p:txBody>
      </p:sp>
      <p:sp>
        <p:nvSpPr>
          <p:cNvPr id="7" name="Date Placeholder 6">
            <a:extLst>
              <a:ext uri="{FF2B5EF4-FFF2-40B4-BE49-F238E27FC236}">
                <a16:creationId xmlns:a16="http://schemas.microsoft.com/office/drawing/2014/main" id="{0D69515D-77A7-22FF-762E-7687A842CD90}"/>
              </a:ext>
            </a:extLst>
          </p:cNvPr>
          <p:cNvSpPr>
            <a:spLocks noGrp="1"/>
          </p:cNvSpPr>
          <p:nvPr>
            <p:ph type="dt" sz="half" idx="11"/>
          </p:nvPr>
        </p:nvSpPr>
        <p:spPr/>
        <p:txBody>
          <a:bodyPr/>
          <a:lstStyle>
            <a:lvl1pPr>
              <a:defRPr/>
            </a:lvl1pPr>
          </a:lstStyle>
          <a:p>
            <a:pPr>
              <a:defRPr/>
            </a:pPr>
            <a:endParaRPr lang="en-US" altLang="nl-NL"/>
          </a:p>
        </p:txBody>
      </p:sp>
    </p:spTree>
    <p:extLst>
      <p:ext uri="{BB962C8B-B14F-4D97-AF65-F5344CB8AC3E}">
        <p14:creationId xmlns:p14="http://schemas.microsoft.com/office/powerpoint/2010/main" val="4602739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9" name="Picture 8" descr="EC-JRC-logo_horizontal_EN_pos_transparent-background.png"/>
          <p:cNvPicPr>
            <a:picLocks noChangeAspect="1"/>
          </p:cNvPicPr>
          <p:nvPr userDrawn="1"/>
        </p:nvPicPr>
        <p:blipFill rotWithShape="1">
          <a:blip r:embed="rId23" cstate="print">
            <a:extLst>
              <a:ext uri="{28A0092B-C50C-407E-A947-70E740481C1C}">
                <a14:useLocalDpi xmlns:a14="http://schemas.microsoft.com/office/drawing/2010/main" val="0"/>
              </a:ext>
            </a:extLst>
          </a:blip>
          <a:srcRect l="6902" t="10944" r="6669" b="9113"/>
          <a:stretch/>
        </p:blipFill>
        <p:spPr>
          <a:xfrm>
            <a:off x="9945929" y="6177847"/>
            <a:ext cx="1727997" cy="467228"/>
          </a:xfrm>
          <a:prstGeom prst="rect">
            <a:avLst/>
          </a:prstGeom>
        </p:spPr>
      </p:pic>
      <p:sp>
        <p:nvSpPr>
          <p:cNvPr id="11" name="TextBox 10"/>
          <p:cNvSpPr txBox="1"/>
          <p:nvPr userDrawn="1"/>
        </p:nvSpPr>
        <p:spPr>
          <a:xfrm>
            <a:off x="902658" y="6436338"/>
            <a:ext cx="444383" cy="276999"/>
          </a:xfrm>
          <a:prstGeom prst="rect">
            <a:avLst/>
          </a:prstGeom>
          <a:noFill/>
        </p:spPr>
        <p:txBody>
          <a:bodyPr wrap="square" lIns="0" rIns="0" rtlCol="0">
            <a:spAutoFit/>
          </a:bodyPr>
          <a:lstStyle/>
          <a:p>
            <a:pPr marL="0" indent="0" algn="l">
              <a:buClr>
                <a:schemeClr val="accent5"/>
              </a:buClr>
              <a:buFont typeface="Arial"/>
              <a:buNone/>
            </a:pPr>
            <a:fld id="{7CDCD853-BF31-41A2-A1D4-0871305F302F}" type="slidenum">
              <a:rPr lang="en-GB" sz="1200" noProof="0" smtClean="0">
                <a:ln>
                  <a:noFill/>
                </a:ln>
                <a:solidFill>
                  <a:schemeClr val="bg1">
                    <a:lumMod val="65000"/>
                  </a:schemeClr>
                </a:solidFill>
              </a:rPr>
              <a:pPr marL="0" indent="0" algn="l">
                <a:buClr>
                  <a:schemeClr val="accent5"/>
                </a:buClr>
                <a:buFont typeface="Arial"/>
                <a:buNone/>
              </a:pPr>
              <a:t>‹#›</a:t>
            </a:fld>
            <a:endParaRPr lang="en-GB" sz="1600" noProof="0" dirty="0">
              <a:ln>
                <a:noFill/>
              </a:ln>
              <a:solidFill>
                <a:schemeClr val="bg1">
                  <a:lumMod val="65000"/>
                </a:schemeClr>
              </a:solidFill>
            </a:endParaRPr>
          </a:p>
        </p:txBody>
      </p:sp>
      <p:cxnSp>
        <p:nvCxnSpPr>
          <p:cNvPr id="12" name="Straight Connector 11"/>
          <p:cNvCxnSpPr/>
          <p:nvPr userDrawn="1"/>
        </p:nvCxnSpPr>
        <p:spPr>
          <a:xfrm>
            <a:off x="799653" y="6411461"/>
            <a:ext cx="1" cy="446539"/>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59720850"/>
      </p:ext>
    </p:extLst>
  </p:cSld>
  <p:clrMap bg1="lt1" tx1="dk1" bg2="lt2" tx2="dk2" accent1="accent1" accent2="accent2" accent3="accent3" accent4="accent4" accent5="accent5" accent6="accent6" hlink="hlink" folHlink="folHlink"/>
  <p:sldLayoutIdLst>
    <p:sldLayoutId id="2147483656" r:id="rId1"/>
    <p:sldLayoutId id="2147483649" r:id="rId2"/>
    <p:sldLayoutId id="2147483651" r:id="rId3"/>
    <p:sldLayoutId id="2147483650" r:id="rId4"/>
    <p:sldLayoutId id="2147483660" r:id="rId5"/>
    <p:sldLayoutId id="2147483652" r:id="rId6"/>
    <p:sldLayoutId id="2147483661" r:id="rId7"/>
    <p:sldLayoutId id="2147483653" r:id="rId8"/>
    <p:sldLayoutId id="2147483654" r:id="rId9"/>
    <p:sldLayoutId id="2147483659" r:id="rId10"/>
    <p:sldLayoutId id="2147483658" r:id="rId11"/>
    <p:sldLayoutId id="2147483668" r:id="rId12"/>
    <p:sldLayoutId id="2147483666" r:id="rId13"/>
    <p:sldLayoutId id="2147483667" r:id="rId14"/>
    <p:sldLayoutId id="2147483655" r:id="rId15"/>
    <p:sldLayoutId id="2147483670" r:id="rId16"/>
    <p:sldLayoutId id="2147483669" r:id="rId17"/>
    <p:sldLayoutId id="2147483671" r:id="rId18"/>
    <p:sldLayoutId id="2147483672" r:id="rId19"/>
    <p:sldLayoutId id="2147483674" r:id="rId20"/>
    <p:sldLayoutId id="2147483675" r:id="rId21"/>
  </p:sldLayoutIdLst>
  <p:hf hdr="0" ftr="0" dt="0"/>
  <p:txStyles>
    <p:titleStyle>
      <a:lvl1pPr algn="l" defTabSz="914400" rtl="0" eaLnBrk="1" latinLnBrk="0" hangingPunct="1">
        <a:lnSpc>
          <a:spcPct val="90000"/>
        </a:lnSpc>
        <a:spcBef>
          <a:spcPct val="0"/>
        </a:spcBef>
        <a:buNone/>
        <a:defRPr sz="4000" kern="1200">
          <a:solidFill>
            <a:schemeClr val="tx2"/>
          </a:solidFill>
          <a:latin typeface="+mj-lt"/>
          <a:ea typeface="+mj-ea"/>
          <a:cs typeface="+mj-cs"/>
        </a:defRPr>
      </a:lvl1pPr>
    </p:titleStyle>
    <p:bodyStyle>
      <a:lvl1pPr marL="228600" indent="-228600" algn="l" defTabSz="914400" rtl="0" eaLnBrk="1" latinLnBrk="0" hangingPunct="1">
        <a:lnSpc>
          <a:spcPct val="100000"/>
        </a:lnSpc>
        <a:spcBef>
          <a:spcPts val="0"/>
        </a:spcBef>
        <a:spcAft>
          <a:spcPts val="1800"/>
        </a:spcAft>
        <a:buClr>
          <a:srgbClr val="2B91C5"/>
        </a:buClr>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spcAft>
          <a:spcPts val="1800"/>
        </a:spcAft>
        <a:buClr>
          <a:srgbClr val="2B91C5"/>
        </a:buClr>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spcAft>
          <a:spcPts val="1800"/>
        </a:spcAft>
        <a:buClr>
          <a:srgbClr val="2B91C5"/>
        </a:buClr>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spcAft>
          <a:spcPts val="1800"/>
        </a:spcAft>
        <a:buClr>
          <a:srgbClr val="2B91C5"/>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spcAft>
          <a:spcPts val="1800"/>
        </a:spcAft>
        <a:buClr>
          <a:srgbClr val="2B91C5"/>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178">
          <p15:clr>
            <a:srgbClr val="F26B43"/>
          </p15:clr>
        </p15:guide>
        <p15:guide id="2" pos="50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10" Type="http://schemas.openxmlformats.org/officeDocument/2006/relationships/image" Target="../media/image8.png"/><Relationship Id="rId4" Type="http://schemas.openxmlformats.org/officeDocument/2006/relationships/diagramLayout" Target="../diagrams/layout1.xml"/><Relationship Id="rId9"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image" Target="../media/image9.png"/><Relationship Id="rId5" Type="http://schemas.openxmlformats.org/officeDocument/2006/relationships/tags" Target="../tags/tag5.xml"/><Relationship Id="rId10" Type="http://schemas.openxmlformats.org/officeDocument/2006/relationships/notesSlide" Target="../notesSlides/notesSlide3.xml"/><Relationship Id="rId4" Type="http://schemas.openxmlformats.org/officeDocument/2006/relationships/tags" Target="../tags/tag4.xml"/><Relationship Id="rId9"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13" Type="http://schemas.openxmlformats.org/officeDocument/2006/relationships/tags" Target="../tags/tag21.xml"/><Relationship Id="rId18" Type="http://schemas.openxmlformats.org/officeDocument/2006/relationships/tags" Target="../tags/tag26.xml"/><Relationship Id="rId26" Type="http://schemas.openxmlformats.org/officeDocument/2006/relationships/tags" Target="../tags/tag34.xml"/><Relationship Id="rId39" Type="http://schemas.openxmlformats.org/officeDocument/2006/relationships/oleObject" Target="../embeddings/oleObject1.bin"/><Relationship Id="rId21" Type="http://schemas.openxmlformats.org/officeDocument/2006/relationships/tags" Target="../tags/tag29.xml"/><Relationship Id="rId34" Type="http://schemas.openxmlformats.org/officeDocument/2006/relationships/tags" Target="../tags/tag42.xml"/><Relationship Id="rId7" Type="http://schemas.openxmlformats.org/officeDocument/2006/relationships/tags" Target="../tags/tag15.xml"/><Relationship Id="rId12" Type="http://schemas.openxmlformats.org/officeDocument/2006/relationships/tags" Target="../tags/tag20.xml"/><Relationship Id="rId17" Type="http://schemas.openxmlformats.org/officeDocument/2006/relationships/tags" Target="../tags/tag25.xml"/><Relationship Id="rId25" Type="http://schemas.openxmlformats.org/officeDocument/2006/relationships/tags" Target="../tags/tag33.xml"/><Relationship Id="rId33" Type="http://schemas.openxmlformats.org/officeDocument/2006/relationships/tags" Target="../tags/tag41.xml"/><Relationship Id="rId38" Type="http://schemas.openxmlformats.org/officeDocument/2006/relationships/notesSlide" Target="../notesSlides/notesSlide4.xml"/><Relationship Id="rId2" Type="http://schemas.openxmlformats.org/officeDocument/2006/relationships/tags" Target="../tags/tag10.xml"/><Relationship Id="rId16" Type="http://schemas.openxmlformats.org/officeDocument/2006/relationships/tags" Target="../tags/tag24.xml"/><Relationship Id="rId20" Type="http://schemas.openxmlformats.org/officeDocument/2006/relationships/tags" Target="../tags/tag28.xml"/><Relationship Id="rId29" Type="http://schemas.openxmlformats.org/officeDocument/2006/relationships/tags" Target="../tags/tag37.xml"/><Relationship Id="rId1" Type="http://schemas.openxmlformats.org/officeDocument/2006/relationships/tags" Target="../tags/tag9.xml"/><Relationship Id="rId6" Type="http://schemas.openxmlformats.org/officeDocument/2006/relationships/tags" Target="../tags/tag14.xml"/><Relationship Id="rId11" Type="http://schemas.openxmlformats.org/officeDocument/2006/relationships/tags" Target="../tags/tag19.xml"/><Relationship Id="rId24" Type="http://schemas.openxmlformats.org/officeDocument/2006/relationships/tags" Target="../tags/tag32.xml"/><Relationship Id="rId32" Type="http://schemas.openxmlformats.org/officeDocument/2006/relationships/tags" Target="../tags/tag40.xml"/><Relationship Id="rId37" Type="http://schemas.openxmlformats.org/officeDocument/2006/relationships/slideLayout" Target="../slideLayouts/slideLayout4.xml"/><Relationship Id="rId40" Type="http://schemas.openxmlformats.org/officeDocument/2006/relationships/image" Target="../media/image10.wmf"/><Relationship Id="rId5" Type="http://schemas.openxmlformats.org/officeDocument/2006/relationships/tags" Target="../tags/tag13.xml"/><Relationship Id="rId15" Type="http://schemas.openxmlformats.org/officeDocument/2006/relationships/tags" Target="../tags/tag23.xml"/><Relationship Id="rId23" Type="http://schemas.openxmlformats.org/officeDocument/2006/relationships/tags" Target="../tags/tag31.xml"/><Relationship Id="rId28" Type="http://schemas.openxmlformats.org/officeDocument/2006/relationships/tags" Target="../tags/tag36.xml"/><Relationship Id="rId36" Type="http://schemas.openxmlformats.org/officeDocument/2006/relationships/tags" Target="../tags/tag44.xml"/><Relationship Id="rId10" Type="http://schemas.openxmlformats.org/officeDocument/2006/relationships/tags" Target="../tags/tag18.xml"/><Relationship Id="rId19" Type="http://schemas.openxmlformats.org/officeDocument/2006/relationships/tags" Target="../tags/tag27.xml"/><Relationship Id="rId31" Type="http://schemas.openxmlformats.org/officeDocument/2006/relationships/tags" Target="../tags/tag39.xml"/><Relationship Id="rId4" Type="http://schemas.openxmlformats.org/officeDocument/2006/relationships/tags" Target="../tags/tag12.xml"/><Relationship Id="rId9" Type="http://schemas.openxmlformats.org/officeDocument/2006/relationships/tags" Target="../tags/tag17.xml"/><Relationship Id="rId14" Type="http://schemas.openxmlformats.org/officeDocument/2006/relationships/tags" Target="../tags/tag22.xml"/><Relationship Id="rId22" Type="http://schemas.openxmlformats.org/officeDocument/2006/relationships/tags" Target="../tags/tag30.xml"/><Relationship Id="rId27" Type="http://schemas.openxmlformats.org/officeDocument/2006/relationships/tags" Target="../tags/tag35.xml"/><Relationship Id="rId30" Type="http://schemas.openxmlformats.org/officeDocument/2006/relationships/tags" Target="../tags/tag38.xml"/><Relationship Id="rId35" Type="http://schemas.openxmlformats.org/officeDocument/2006/relationships/tags" Target="../tags/tag43.xml"/><Relationship Id="rId8" Type="http://schemas.openxmlformats.org/officeDocument/2006/relationships/tags" Target="../tags/tag16.xml"/><Relationship Id="rId3" Type="http://schemas.openxmlformats.org/officeDocument/2006/relationships/tags" Target="../tags/tag11.xml"/></Relationships>
</file>

<file path=ppt/slides/_rels/slide5.xml.rels><?xml version="1.0" encoding="UTF-8" standalone="yes"?>
<Relationships xmlns="http://schemas.openxmlformats.org/package/2006/relationships"><Relationship Id="rId8" Type="http://schemas.openxmlformats.org/officeDocument/2006/relationships/tags" Target="../tags/tag52.xml"/><Relationship Id="rId13" Type="http://schemas.openxmlformats.org/officeDocument/2006/relationships/oleObject" Target="../embeddings/oleObject2.bin"/><Relationship Id="rId18" Type="http://schemas.openxmlformats.org/officeDocument/2006/relationships/image" Target="../media/image13.wmf"/><Relationship Id="rId3" Type="http://schemas.openxmlformats.org/officeDocument/2006/relationships/tags" Target="../tags/tag47.xml"/><Relationship Id="rId21" Type="http://schemas.openxmlformats.org/officeDocument/2006/relationships/image" Target="../media/image13.png"/><Relationship Id="rId7" Type="http://schemas.openxmlformats.org/officeDocument/2006/relationships/tags" Target="../tags/tag51.xml"/><Relationship Id="rId12" Type="http://schemas.openxmlformats.org/officeDocument/2006/relationships/notesSlide" Target="../notesSlides/notesSlide5.xml"/><Relationship Id="rId17" Type="http://schemas.openxmlformats.org/officeDocument/2006/relationships/oleObject" Target="../embeddings/oleObject4.bin"/><Relationship Id="rId2" Type="http://schemas.openxmlformats.org/officeDocument/2006/relationships/tags" Target="../tags/tag46.xml"/><Relationship Id="rId16" Type="http://schemas.openxmlformats.org/officeDocument/2006/relationships/image" Target="../media/image12.wmf"/><Relationship Id="rId20" Type="http://schemas.openxmlformats.org/officeDocument/2006/relationships/image" Target="../media/image14.wmf"/><Relationship Id="rId1" Type="http://schemas.openxmlformats.org/officeDocument/2006/relationships/tags" Target="../tags/tag45.xml"/><Relationship Id="rId6" Type="http://schemas.openxmlformats.org/officeDocument/2006/relationships/tags" Target="../tags/tag50.xml"/><Relationship Id="rId11" Type="http://schemas.openxmlformats.org/officeDocument/2006/relationships/slideLayout" Target="../slideLayouts/slideLayout20.xml"/><Relationship Id="rId5" Type="http://schemas.openxmlformats.org/officeDocument/2006/relationships/tags" Target="../tags/tag49.xml"/><Relationship Id="rId15" Type="http://schemas.openxmlformats.org/officeDocument/2006/relationships/oleObject" Target="../embeddings/oleObject3.bin"/><Relationship Id="rId10" Type="http://schemas.openxmlformats.org/officeDocument/2006/relationships/tags" Target="../tags/tag54.xml"/><Relationship Id="rId19" Type="http://schemas.openxmlformats.org/officeDocument/2006/relationships/oleObject" Target="../embeddings/oleObject5.bin"/><Relationship Id="rId4" Type="http://schemas.openxmlformats.org/officeDocument/2006/relationships/tags" Target="../tags/tag48.xml"/><Relationship Id="rId9" Type="http://schemas.openxmlformats.org/officeDocument/2006/relationships/tags" Target="../tags/tag53.xml"/><Relationship Id="rId14" Type="http://schemas.openxmlformats.org/officeDocument/2006/relationships/image" Target="../media/image11.wmf"/></Relationships>
</file>

<file path=ppt/slides/_rels/slide6.xml.rels><?xml version="1.0" encoding="UTF-8" standalone="yes"?>
<Relationships xmlns="http://schemas.openxmlformats.org/package/2006/relationships"><Relationship Id="rId8" Type="http://schemas.openxmlformats.org/officeDocument/2006/relationships/image" Target="../media/image15.wmf"/><Relationship Id="rId3" Type="http://schemas.openxmlformats.org/officeDocument/2006/relationships/tags" Target="../tags/tag57.xml"/><Relationship Id="rId7" Type="http://schemas.openxmlformats.org/officeDocument/2006/relationships/oleObject" Target="../embeddings/oleObject6.bin"/><Relationship Id="rId2" Type="http://schemas.openxmlformats.org/officeDocument/2006/relationships/tags" Target="../tags/tag56.xml"/><Relationship Id="rId1" Type="http://schemas.openxmlformats.org/officeDocument/2006/relationships/tags" Target="../tags/tag55.xml"/><Relationship Id="rId6" Type="http://schemas.openxmlformats.org/officeDocument/2006/relationships/notesSlide" Target="../notesSlides/notesSlide6.xml"/><Relationship Id="rId5" Type="http://schemas.openxmlformats.org/officeDocument/2006/relationships/slideLayout" Target="../slideLayouts/slideLayout21.xml"/><Relationship Id="rId4" Type="http://schemas.openxmlformats.org/officeDocument/2006/relationships/tags" Target="../tags/tag58.xml"/></Relationships>
</file>

<file path=ppt/slides/_rels/slide7.xml.rels><?xml version="1.0" encoding="UTF-8" standalone="yes"?>
<Relationships xmlns="http://schemas.openxmlformats.org/package/2006/relationships"><Relationship Id="rId8" Type="http://schemas.openxmlformats.org/officeDocument/2006/relationships/notesSlide" Target="../notesSlides/notesSlide7.xml"/><Relationship Id="rId3" Type="http://schemas.openxmlformats.org/officeDocument/2006/relationships/tags" Target="../tags/tag61.xml"/><Relationship Id="rId7" Type="http://schemas.openxmlformats.org/officeDocument/2006/relationships/slideLayout" Target="../slideLayouts/slideLayout20.xml"/><Relationship Id="rId2" Type="http://schemas.openxmlformats.org/officeDocument/2006/relationships/tags" Target="../tags/tag60.xml"/><Relationship Id="rId1" Type="http://schemas.openxmlformats.org/officeDocument/2006/relationships/tags" Target="../tags/tag59.xml"/><Relationship Id="rId6" Type="http://schemas.openxmlformats.org/officeDocument/2006/relationships/tags" Target="../tags/tag64.xml"/><Relationship Id="rId5" Type="http://schemas.openxmlformats.org/officeDocument/2006/relationships/tags" Target="../tags/tag63.xml"/><Relationship Id="rId10" Type="http://schemas.openxmlformats.org/officeDocument/2006/relationships/image" Target="../media/image17.png"/><Relationship Id="rId4" Type="http://schemas.openxmlformats.org/officeDocument/2006/relationships/tags" Target="../tags/tag62.xml"/><Relationship Id="rId9" Type="http://schemas.openxmlformats.org/officeDocument/2006/relationships/image" Target="../media/image16.png"/></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7.bin"/><Relationship Id="rId3" Type="http://schemas.openxmlformats.org/officeDocument/2006/relationships/tags" Target="../tags/tag67.xml"/><Relationship Id="rId7" Type="http://schemas.openxmlformats.org/officeDocument/2006/relationships/notesSlide" Target="../notesSlides/notesSlide8.xml"/><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slideLayout" Target="../slideLayouts/slideLayout21.xml"/><Relationship Id="rId11" Type="http://schemas.openxmlformats.org/officeDocument/2006/relationships/image" Target="../media/image19.wmf"/><Relationship Id="rId5" Type="http://schemas.openxmlformats.org/officeDocument/2006/relationships/tags" Target="../tags/tag69.xml"/><Relationship Id="rId10" Type="http://schemas.openxmlformats.org/officeDocument/2006/relationships/oleObject" Target="../embeddings/oleObject8.bin"/><Relationship Id="rId4" Type="http://schemas.openxmlformats.org/officeDocument/2006/relationships/tags" Target="../tags/tag68.xml"/><Relationship Id="rId9" Type="http://schemas.openxmlformats.org/officeDocument/2006/relationships/image" Target="../media/image18.wmf"/></Relationships>
</file>

<file path=ppt/slides/_rels/slide9.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tags" Target="../tags/tag72.xml"/><Relationship Id="rId7" Type="http://schemas.openxmlformats.org/officeDocument/2006/relationships/tags" Target="../tags/tag76.xml"/><Relationship Id="rId12" Type="http://schemas.openxmlformats.org/officeDocument/2006/relationships/image" Target="../media/image21.png"/><Relationship Id="rId2" Type="http://schemas.openxmlformats.org/officeDocument/2006/relationships/tags" Target="../tags/tag71.xml"/><Relationship Id="rId1" Type="http://schemas.openxmlformats.org/officeDocument/2006/relationships/tags" Target="../tags/tag70.xml"/><Relationship Id="rId6" Type="http://schemas.openxmlformats.org/officeDocument/2006/relationships/tags" Target="../tags/tag75.xml"/><Relationship Id="rId11" Type="http://schemas.openxmlformats.org/officeDocument/2006/relationships/image" Target="../media/image20.wmf"/><Relationship Id="rId5" Type="http://schemas.openxmlformats.org/officeDocument/2006/relationships/tags" Target="../tags/tag74.xml"/><Relationship Id="rId10" Type="http://schemas.openxmlformats.org/officeDocument/2006/relationships/oleObject" Target="../embeddings/oleObject9.bin"/><Relationship Id="rId4" Type="http://schemas.openxmlformats.org/officeDocument/2006/relationships/tags" Target="../tags/tag73.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8" Type="http://schemas.openxmlformats.org/officeDocument/2006/relationships/slideLayout" Target="../slideLayouts/slideLayout4.xml"/><Relationship Id="rId13" Type="http://schemas.openxmlformats.org/officeDocument/2006/relationships/image" Target="../media/image23.wmf"/><Relationship Id="rId3" Type="http://schemas.openxmlformats.org/officeDocument/2006/relationships/tags" Target="../tags/tag79.xml"/><Relationship Id="rId7" Type="http://schemas.openxmlformats.org/officeDocument/2006/relationships/tags" Target="../tags/tag83.xml"/><Relationship Id="rId12" Type="http://schemas.openxmlformats.org/officeDocument/2006/relationships/oleObject" Target="../embeddings/oleObject11.bin"/><Relationship Id="rId17" Type="http://schemas.openxmlformats.org/officeDocument/2006/relationships/image" Target="../media/image25.wmf"/><Relationship Id="rId2" Type="http://schemas.openxmlformats.org/officeDocument/2006/relationships/tags" Target="../tags/tag78.xml"/><Relationship Id="rId16" Type="http://schemas.openxmlformats.org/officeDocument/2006/relationships/oleObject" Target="../embeddings/oleObject13.bin"/><Relationship Id="rId1" Type="http://schemas.openxmlformats.org/officeDocument/2006/relationships/tags" Target="../tags/tag77.xml"/><Relationship Id="rId6" Type="http://schemas.openxmlformats.org/officeDocument/2006/relationships/tags" Target="../tags/tag82.xml"/><Relationship Id="rId11" Type="http://schemas.openxmlformats.org/officeDocument/2006/relationships/image" Target="../media/image22.wmf"/><Relationship Id="rId5" Type="http://schemas.openxmlformats.org/officeDocument/2006/relationships/tags" Target="../tags/tag81.xml"/><Relationship Id="rId15" Type="http://schemas.openxmlformats.org/officeDocument/2006/relationships/image" Target="../media/image24.wmf"/><Relationship Id="rId10" Type="http://schemas.openxmlformats.org/officeDocument/2006/relationships/oleObject" Target="../embeddings/oleObject10.bin"/><Relationship Id="rId4" Type="http://schemas.openxmlformats.org/officeDocument/2006/relationships/tags" Target="../tags/tag80.xml"/><Relationship Id="rId9" Type="http://schemas.openxmlformats.org/officeDocument/2006/relationships/notesSlide" Target="../notesSlides/notesSlide10.xml"/><Relationship Id="rId14" Type="http://schemas.openxmlformats.org/officeDocument/2006/relationships/oleObject" Target="../embeddings/oleObject12.bin"/></Relationships>
</file>

<file path=ppt/slides/_rels/slide11.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tags" Target="../tags/tag86.xml"/><Relationship Id="rId7" Type="http://schemas.openxmlformats.org/officeDocument/2006/relationships/image" Target="../media/image27.png"/><Relationship Id="rId2" Type="http://schemas.openxmlformats.org/officeDocument/2006/relationships/tags" Target="../tags/tag85.xml"/><Relationship Id="rId1" Type="http://schemas.openxmlformats.org/officeDocument/2006/relationships/tags" Target="../tags/tag84.xml"/><Relationship Id="rId6" Type="http://schemas.openxmlformats.org/officeDocument/2006/relationships/image" Target="../media/image26.png"/><Relationship Id="rId5" Type="http://schemas.openxmlformats.org/officeDocument/2006/relationships/notesSlide" Target="../notesSlides/notesSlide11.xml"/><Relationship Id="rId4"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3" Type="http://schemas.openxmlformats.org/officeDocument/2006/relationships/tags" Target="../tags/tag89.xml"/><Relationship Id="rId2" Type="http://schemas.openxmlformats.org/officeDocument/2006/relationships/tags" Target="../tags/tag88.xml"/><Relationship Id="rId1" Type="http://schemas.openxmlformats.org/officeDocument/2006/relationships/tags" Target="../tags/tag87.xml"/><Relationship Id="rId5" Type="http://schemas.openxmlformats.org/officeDocument/2006/relationships/image" Target="../media/image29.svg"/><Relationship Id="rId4"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tags" Target="../tags/tag92.xml"/><Relationship Id="rId2" Type="http://schemas.openxmlformats.org/officeDocument/2006/relationships/tags" Target="../tags/tag91.xml"/><Relationship Id="rId1" Type="http://schemas.openxmlformats.org/officeDocument/2006/relationships/tags" Target="../tags/tag90.xml"/><Relationship Id="rId6" Type="http://schemas.openxmlformats.org/officeDocument/2006/relationships/image" Target="../media/image30.png"/><Relationship Id="rId5" Type="http://schemas.openxmlformats.org/officeDocument/2006/relationships/notesSlide" Target="../notesSlides/notesSlide12.xml"/><Relationship Id="rId4"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tags" Target="../tags/tag95.xml"/><Relationship Id="rId7" Type="http://schemas.openxmlformats.org/officeDocument/2006/relationships/slideLayout" Target="../slideLayouts/slideLayout4.xml"/><Relationship Id="rId2" Type="http://schemas.openxmlformats.org/officeDocument/2006/relationships/tags" Target="../tags/tag94.xml"/><Relationship Id="rId1" Type="http://schemas.openxmlformats.org/officeDocument/2006/relationships/tags" Target="../tags/tag93.xml"/><Relationship Id="rId6" Type="http://schemas.openxmlformats.org/officeDocument/2006/relationships/tags" Target="../tags/tag98.xml"/><Relationship Id="rId5" Type="http://schemas.openxmlformats.org/officeDocument/2006/relationships/tags" Target="../tags/tag97.xml"/><Relationship Id="rId4" Type="http://schemas.openxmlformats.org/officeDocument/2006/relationships/tags" Target="../tags/tag96.xml"/><Relationship Id="rId9" Type="http://schemas.openxmlformats.org/officeDocument/2006/relationships/image" Target="../media/image32.png"/></Relationships>
</file>

<file path=ppt/slides/_rels/slide15.xml.rels><?xml version="1.0" encoding="UTF-8" standalone="yes"?>
<Relationships xmlns="http://schemas.openxmlformats.org/package/2006/relationships"><Relationship Id="rId8" Type="http://schemas.openxmlformats.org/officeDocument/2006/relationships/tags" Target="../tags/tag106.xml"/><Relationship Id="rId13" Type="http://schemas.openxmlformats.org/officeDocument/2006/relationships/image" Target="../media/image31.png"/><Relationship Id="rId3" Type="http://schemas.openxmlformats.org/officeDocument/2006/relationships/tags" Target="../tags/tag101.xml"/><Relationship Id="rId7" Type="http://schemas.openxmlformats.org/officeDocument/2006/relationships/tags" Target="../tags/tag105.xml"/><Relationship Id="rId12" Type="http://schemas.openxmlformats.org/officeDocument/2006/relationships/image" Target="../media/image33.png"/><Relationship Id="rId2" Type="http://schemas.openxmlformats.org/officeDocument/2006/relationships/tags" Target="../tags/tag100.xml"/><Relationship Id="rId1" Type="http://schemas.openxmlformats.org/officeDocument/2006/relationships/tags" Target="../tags/tag99.xml"/><Relationship Id="rId6" Type="http://schemas.openxmlformats.org/officeDocument/2006/relationships/tags" Target="../tags/tag104.xml"/><Relationship Id="rId11" Type="http://schemas.openxmlformats.org/officeDocument/2006/relationships/slideLayout" Target="../slideLayouts/slideLayout4.xml"/><Relationship Id="rId5" Type="http://schemas.openxmlformats.org/officeDocument/2006/relationships/tags" Target="../tags/tag103.xml"/><Relationship Id="rId10" Type="http://schemas.openxmlformats.org/officeDocument/2006/relationships/tags" Target="../tags/tag108.xml"/><Relationship Id="rId4" Type="http://schemas.openxmlformats.org/officeDocument/2006/relationships/tags" Target="../tags/tag102.xml"/><Relationship Id="rId9" Type="http://schemas.openxmlformats.org/officeDocument/2006/relationships/tags" Target="../tags/tag107.xml"/></Relationships>
</file>

<file path=ppt/slides/_rels/slide16.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tags" Target="../tags/tag111.xml"/><Relationship Id="rId7" Type="http://schemas.openxmlformats.org/officeDocument/2006/relationships/image" Target="../media/image34.png"/><Relationship Id="rId2" Type="http://schemas.openxmlformats.org/officeDocument/2006/relationships/tags" Target="../tags/tag110.xml"/><Relationship Id="rId1" Type="http://schemas.openxmlformats.org/officeDocument/2006/relationships/tags" Target="../tags/tag109.xml"/><Relationship Id="rId6" Type="http://schemas.openxmlformats.org/officeDocument/2006/relationships/slideLayout" Target="../slideLayouts/slideLayout4.xml"/><Relationship Id="rId5" Type="http://schemas.openxmlformats.org/officeDocument/2006/relationships/tags" Target="../tags/tag113.xml"/><Relationship Id="rId4" Type="http://schemas.openxmlformats.org/officeDocument/2006/relationships/tags" Target="../tags/tag112.xml"/></Relationships>
</file>

<file path=ppt/slides/_rels/slide17.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tags" Target="../tags/tag116.xml"/><Relationship Id="rId7" Type="http://schemas.openxmlformats.org/officeDocument/2006/relationships/image" Target="../media/image34.png"/><Relationship Id="rId2" Type="http://schemas.openxmlformats.org/officeDocument/2006/relationships/tags" Target="../tags/tag115.xml"/><Relationship Id="rId1" Type="http://schemas.openxmlformats.org/officeDocument/2006/relationships/tags" Target="../tags/tag114.xml"/><Relationship Id="rId6" Type="http://schemas.openxmlformats.org/officeDocument/2006/relationships/slideLayout" Target="../slideLayouts/slideLayout4.xml"/><Relationship Id="rId5" Type="http://schemas.openxmlformats.org/officeDocument/2006/relationships/tags" Target="../tags/tag118.xml"/><Relationship Id="rId4" Type="http://schemas.openxmlformats.org/officeDocument/2006/relationships/tags" Target="../tags/tag117.xml"/></Relationships>
</file>

<file path=ppt/slides/_rels/slide18.xml.rels><?xml version="1.0" encoding="UTF-8" standalone="yes"?>
<Relationships xmlns="http://schemas.openxmlformats.org/package/2006/relationships"><Relationship Id="rId8" Type="http://schemas.openxmlformats.org/officeDocument/2006/relationships/tags" Target="../tags/tag126.xml"/><Relationship Id="rId13" Type="http://schemas.openxmlformats.org/officeDocument/2006/relationships/image" Target="../media/image33.png"/><Relationship Id="rId3" Type="http://schemas.openxmlformats.org/officeDocument/2006/relationships/tags" Target="../tags/tag121.xml"/><Relationship Id="rId7" Type="http://schemas.openxmlformats.org/officeDocument/2006/relationships/tags" Target="../tags/tag125.xml"/><Relationship Id="rId12" Type="http://schemas.openxmlformats.org/officeDocument/2006/relationships/image" Target="../media/image31.png"/><Relationship Id="rId2" Type="http://schemas.openxmlformats.org/officeDocument/2006/relationships/tags" Target="../tags/tag120.xml"/><Relationship Id="rId1" Type="http://schemas.openxmlformats.org/officeDocument/2006/relationships/tags" Target="../tags/tag119.xml"/><Relationship Id="rId6" Type="http://schemas.openxmlformats.org/officeDocument/2006/relationships/tags" Target="../tags/tag124.xml"/><Relationship Id="rId11" Type="http://schemas.openxmlformats.org/officeDocument/2006/relationships/slideLayout" Target="../slideLayouts/slideLayout4.xml"/><Relationship Id="rId5" Type="http://schemas.openxmlformats.org/officeDocument/2006/relationships/tags" Target="../tags/tag123.xml"/><Relationship Id="rId10" Type="http://schemas.openxmlformats.org/officeDocument/2006/relationships/tags" Target="../tags/tag128.xml"/><Relationship Id="rId4" Type="http://schemas.openxmlformats.org/officeDocument/2006/relationships/tags" Target="../tags/tag122.xml"/><Relationship Id="rId9" Type="http://schemas.openxmlformats.org/officeDocument/2006/relationships/tags" Target="../tags/tag127.xml"/></Relationships>
</file>

<file path=ppt/slides/_rels/slide19.xml.rels><?xml version="1.0" encoding="UTF-8" standalone="yes"?>
<Relationships xmlns="http://schemas.openxmlformats.org/package/2006/relationships"><Relationship Id="rId8" Type="http://schemas.openxmlformats.org/officeDocument/2006/relationships/slideLayout" Target="../slideLayouts/slideLayout4.xml"/><Relationship Id="rId3" Type="http://schemas.openxmlformats.org/officeDocument/2006/relationships/tags" Target="../tags/tag131.xml"/><Relationship Id="rId7" Type="http://schemas.openxmlformats.org/officeDocument/2006/relationships/tags" Target="../tags/tag135.xml"/><Relationship Id="rId2" Type="http://schemas.openxmlformats.org/officeDocument/2006/relationships/tags" Target="../tags/tag130.xml"/><Relationship Id="rId1" Type="http://schemas.openxmlformats.org/officeDocument/2006/relationships/tags" Target="../tags/tag129.xml"/><Relationship Id="rId6" Type="http://schemas.openxmlformats.org/officeDocument/2006/relationships/tags" Target="../tags/tag134.xml"/><Relationship Id="rId5" Type="http://schemas.openxmlformats.org/officeDocument/2006/relationships/tags" Target="../tags/tag133.xml"/><Relationship Id="rId10" Type="http://schemas.openxmlformats.org/officeDocument/2006/relationships/image" Target="../media/image38.png"/><Relationship Id="rId4" Type="http://schemas.openxmlformats.org/officeDocument/2006/relationships/tags" Target="../tags/tag132.xml"/><Relationship Id="rId9" Type="http://schemas.openxmlformats.org/officeDocument/2006/relationships/image" Target="../media/image37.png"/></Relationships>
</file>

<file path=ppt/slides/_rels/slide20.xml.rels><?xml version="1.0" encoding="UTF-8" standalone="yes"?>
<Relationships xmlns="http://schemas.openxmlformats.org/package/2006/relationships"><Relationship Id="rId8" Type="http://schemas.openxmlformats.org/officeDocument/2006/relationships/tags" Target="../tags/tag143.xml"/><Relationship Id="rId3" Type="http://schemas.openxmlformats.org/officeDocument/2006/relationships/tags" Target="../tags/tag138.xml"/><Relationship Id="rId7" Type="http://schemas.openxmlformats.org/officeDocument/2006/relationships/tags" Target="../tags/tag142.xml"/><Relationship Id="rId12" Type="http://schemas.openxmlformats.org/officeDocument/2006/relationships/image" Target="../media/image40.png"/><Relationship Id="rId2" Type="http://schemas.openxmlformats.org/officeDocument/2006/relationships/tags" Target="../tags/tag137.xml"/><Relationship Id="rId1" Type="http://schemas.openxmlformats.org/officeDocument/2006/relationships/tags" Target="../tags/tag136.xml"/><Relationship Id="rId6" Type="http://schemas.openxmlformats.org/officeDocument/2006/relationships/tags" Target="../tags/tag141.xml"/><Relationship Id="rId11" Type="http://schemas.openxmlformats.org/officeDocument/2006/relationships/image" Target="../media/image39.png"/><Relationship Id="rId5" Type="http://schemas.openxmlformats.org/officeDocument/2006/relationships/tags" Target="../tags/tag140.xml"/><Relationship Id="rId10" Type="http://schemas.openxmlformats.org/officeDocument/2006/relationships/slideLayout" Target="../slideLayouts/slideLayout4.xml"/><Relationship Id="rId4" Type="http://schemas.openxmlformats.org/officeDocument/2006/relationships/tags" Target="../tags/tag139.xml"/><Relationship Id="rId9" Type="http://schemas.openxmlformats.org/officeDocument/2006/relationships/tags" Target="../tags/tag144.xml"/></Relationships>
</file>

<file path=ppt/slides/_rels/slide2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1.xml"/></Relationships>
</file>

<file path=ppt/slides/_rels/slide2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emf"/><Relationship Id="rId1" Type="http://schemas.openxmlformats.org/officeDocument/2006/relationships/slideLayout" Target="../slideLayouts/slideLayout21.xml"/><Relationship Id="rId4" Type="http://schemas.openxmlformats.org/officeDocument/2006/relationships/image" Target="../media/image44.emf"/></Relationships>
</file>

<file path=ppt/slides/_rels/slide23.xml.rels><?xml version="1.0" encoding="UTF-8" standalone="yes"?>
<Relationships xmlns="http://schemas.openxmlformats.org/package/2006/relationships"><Relationship Id="rId3" Type="http://schemas.openxmlformats.org/officeDocument/2006/relationships/tags" Target="../tags/tag147.xml"/><Relationship Id="rId7" Type="http://schemas.openxmlformats.org/officeDocument/2006/relationships/image" Target="../media/image45.png"/><Relationship Id="rId2" Type="http://schemas.openxmlformats.org/officeDocument/2006/relationships/tags" Target="../tags/tag146.xml"/><Relationship Id="rId1" Type="http://schemas.openxmlformats.org/officeDocument/2006/relationships/tags" Target="../tags/tag145.xml"/><Relationship Id="rId6" Type="http://schemas.openxmlformats.org/officeDocument/2006/relationships/notesSlide" Target="../notesSlides/notesSlide13.xml"/><Relationship Id="rId5" Type="http://schemas.openxmlformats.org/officeDocument/2006/relationships/slideLayout" Target="../slideLayouts/slideLayout21.xml"/><Relationship Id="rId4" Type="http://schemas.openxmlformats.org/officeDocument/2006/relationships/tags" Target="../tags/tag148.xml"/></Relationships>
</file>

<file path=ppt/slides/_rels/slide24.xml.rels><?xml version="1.0" encoding="UTF-8" standalone="yes"?>
<Relationships xmlns="http://schemas.openxmlformats.org/package/2006/relationships"><Relationship Id="rId3" Type="http://schemas.openxmlformats.org/officeDocument/2006/relationships/tags" Target="../tags/tag151.xml"/><Relationship Id="rId2" Type="http://schemas.openxmlformats.org/officeDocument/2006/relationships/tags" Target="../tags/tag150.xml"/><Relationship Id="rId1" Type="http://schemas.openxmlformats.org/officeDocument/2006/relationships/tags" Target="../tags/tag149.xml"/><Relationship Id="rId5" Type="http://schemas.openxmlformats.org/officeDocument/2006/relationships/image" Target="../media/image45.png"/><Relationship Id="rId4" Type="http://schemas.openxmlformats.org/officeDocument/2006/relationships/slideLayout" Target="../slideLayouts/slideLayout21.xml"/></Relationships>
</file>

<file path=ppt/slides/_rels/slide25.xml.rels><?xml version="1.0" encoding="UTF-8" standalone="yes"?>
<Relationships xmlns="http://schemas.openxmlformats.org/package/2006/relationships"><Relationship Id="rId3" Type="http://schemas.openxmlformats.org/officeDocument/2006/relationships/tags" Target="../tags/tag154.xml"/><Relationship Id="rId2" Type="http://schemas.openxmlformats.org/officeDocument/2006/relationships/tags" Target="../tags/tag153.xml"/><Relationship Id="rId1" Type="http://schemas.openxmlformats.org/officeDocument/2006/relationships/tags" Target="../tags/tag152.xml"/><Relationship Id="rId6" Type="http://schemas.openxmlformats.org/officeDocument/2006/relationships/image" Target="../media/image46.png"/><Relationship Id="rId5" Type="http://schemas.openxmlformats.org/officeDocument/2006/relationships/notesSlide" Target="../notesSlides/notesSlide14.xml"/><Relationship Id="rId4" Type="http://schemas.openxmlformats.org/officeDocument/2006/relationships/slideLayout" Target="../slideLayouts/slideLayout21.xml"/></Relationships>
</file>

<file path=ppt/slides/_rels/slide26.xml.rels><?xml version="1.0" encoding="UTF-8" standalone="yes"?>
<Relationships xmlns="http://schemas.openxmlformats.org/package/2006/relationships"><Relationship Id="rId8" Type="http://schemas.openxmlformats.org/officeDocument/2006/relationships/tags" Target="../tags/tag162.xml"/><Relationship Id="rId13" Type="http://schemas.openxmlformats.org/officeDocument/2006/relationships/notesSlide" Target="../notesSlides/notesSlide15.xml"/><Relationship Id="rId18" Type="http://schemas.openxmlformats.org/officeDocument/2006/relationships/oleObject" Target="../embeddings/oleObject15.bin"/><Relationship Id="rId3" Type="http://schemas.openxmlformats.org/officeDocument/2006/relationships/tags" Target="../tags/tag157.xml"/><Relationship Id="rId7" Type="http://schemas.openxmlformats.org/officeDocument/2006/relationships/tags" Target="../tags/tag161.xml"/><Relationship Id="rId12" Type="http://schemas.openxmlformats.org/officeDocument/2006/relationships/slideLayout" Target="../slideLayouts/slideLayout21.xml"/><Relationship Id="rId17" Type="http://schemas.openxmlformats.org/officeDocument/2006/relationships/image" Target="../media/image47.wmf"/><Relationship Id="rId2" Type="http://schemas.openxmlformats.org/officeDocument/2006/relationships/tags" Target="../tags/tag156.xml"/><Relationship Id="rId16" Type="http://schemas.openxmlformats.org/officeDocument/2006/relationships/oleObject" Target="../embeddings/oleObject14.bin"/><Relationship Id="rId1" Type="http://schemas.openxmlformats.org/officeDocument/2006/relationships/tags" Target="../tags/tag155.xml"/><Relationship Id="rId6" Type="http://schemas.openxmlformats.org/officeDocument/2006/relationships/tags" Target="../tags/tag160.xml"/><Relationship Id="rId11" Type="http://schemas.openxmlformats.org/officeDocument/2006/relationships/tags" Target="../tags/tag165.xml"/><Relationship Id="rId5" Type="http://schemas.openxmlformats.org/officeDocument/2006/relationships/tags" Target="../tags/tag159.xml"/><Relationship Id="rId15" Type="http://schemas.openxmlformats.org/officeDocument/2006/relationships/image" Target="../media/image430.png"/><Relationship Id="rId10" Type="http://schemas.openxmlformats.org/officeDocument/2006/relationships/tags" Target="../tags/tag164.xml"/><Relationship Id="rId19" Type="http://schemas.openxmlformats.org/officeDocument/2006/relationships/image" Target="../media/image48.wmf"/><Relationship Id="rId4" Type="http://schemas.openxmlformats.org/officeDocument/2006/relationships/tags" Target="../tags/tag158.xml"/><Relationship Id="rId9" Type="http://schemas.openxmlformats.org/officeDocument/2006/relationships/tags" Target="../tags/tag163.xml"/><Relationship Id="rId14" Type="http://schemas.openxmlformats.org/officeDocument/2006/relationships/image" Target="../media/image46.png"/></Relationships>
</file>

<file path=ppt/slides/_rels/slide27.xml.rels><?xml version="1.0" encoding="UTF-8" standalone="yes"?>
<Relationships xmlns="http://schemas.openxmlformats.org/package/2006/relationships"><Relationship Id="rId8" Type="http://schemas.openxmlformats.org/officeDocument/2006/relationships/tags" Target="../tags/tag173.xml"/><Relationship Id="rId13" Type="http://schemas.openxmlformats.org/officeDocument/2006/relationships/tags" Target="../tags/tag178.xml"/><Relationship Id="rId18" Type="http://schemas.openxmlformats.org/officeDocument/2006/relationships/oleObject" Target="../embeddings/oleObject16.bin"/><Relationship Id="rId3" Type="http://schemas.openxmlformats.org/officeDocument/2006/relationships/tags" Target="../tags/tag168.xml"/><Relationship Id="rId21" Type="http://schemas.openxmlformats.org/officeDocument/2006/relationships/image" Target="../media/image47.wmf"/><Relationship Id="rId7" Type="http://schemas.openxmlformats.org/officeDocument/2006/relationships/tags" Target="../tags/tag172.xml"/><Relationship Id="rId12" Type="http://schemas.openxmlformats.org/officeDocument/2006/relationships/tags" Target="../tags/tag177.xml"/><Relationship Id="rId17" Type="http://schemas.openxmlformats.org/officeDocument/2006/relationships/image" Target="../media/image49.png"/><Relationship Id="rId2" Type="http://schemas.openxmlformats.org/officeDocument/2006/relationships/tags" Target="../tags/tag167.xml"/><Relationship Id="rId16" Type="http://schemas.openxmlformats.org/officeDocument/2006/relationships/notesSlide" Target="../notesSlides/notesSlide16.xml"/><Relationship Id="rId20" Type="http://schemas.openxmlformats.org/officeDocument/2006/relationships/oleObject" Target="../embeddings/oleObject14.bin"/><Relationship Id="rId1" Type="http://schemas.openxmlformats.org/officeDocument/2006/relationships/tags" Target="../tags/tag166.xml"/><Relationship Id="rId6" Type="http://schemas.openxmlformats.org/officeDocument/2006/relationships/tags" Target="../tags/tag171.xml"/><Relationship Id="rId11" Type="http://schemas.openxmlformats.org/officeDocument/2006/relationships/tags" Target="../tags/tag176.xml"/><Relationship Id="rId24" Type="http://schemas.openxmlformats.org/officeDocument/2006/relationships/image" Target="../media/image51.png"/><Relationship Id="rId5" Type="http://schemas.openxmlformats.org/officeDocument/2006/relationships/tags" Target="../tags/tag170.xml"/><Relationship Id="rId15" Type="http://schemas.openxmlformats.org/officeDocument/2006/relationships/slideLayout" Target="../slideLayouts/slideLayout21.xml"/><Relationship Id="rId23" Type="http://schemas.openxmlformats.org/officeDocument/2006/relationships/image" Target="../media/image48.wmf"/><Relationship Id="rId10" Type="http://schemas.openxmlformats.org/officeDocument/2006/relationships/tags" Target="../tags/tag175.xml"/><Relationship Id="rId19" Type="http://schemas.openxmlformats.org/officeDocument/2006/relationships/image" Target="../media/image50.wmf"/><Relationship Id="rId4" Type="http://schemas.openxmlformats.org/officeDocument/2006/relationships/tags" Target="../tags/tag169.xml"/><Relationship Id="rId9" Type="http://schemas.openxmlformats.org/officeDocument/2006/relationships/tags" Target="../tags/tag174.xml"/><Relationship Id="rId14" Type="http://schemas.openxmlformats.org/officeDocument/2006/relationships/tags" Target="../tags/tag179.xml"/><Relationship Id="rId22" Type="http://schemas.openxmlformats.org/officeDocument/2006/relationships/oleObject" Target="../embeddings/oleObject15.bin"/></Relationships>
</file>

<file path=ppt/slides/_rels/slide28.xml.rels><?xml version="1.0" encoding="UTF-8" standalone="yes"?>
<Relationships xmlns="http://schemas.openxmlformats.org/package/2006/relationships"><Relationship Id="rId3" Type="http://schemas.openxmlformats.org/officeDocument/2006/relationships/tags" Target="../tags/tag182.xml"/><Relationship Id="rId2" Type="http://schemas.openxmlformats.org/officeDocument/2006/relationships/tags" Target="../tags/tag181.xml"/><Relationship Id="rId1" Type="http://schemas.openxmlformats.org/officeDocument/2006/relationships/tags" Target="../tags/tag180.xml"/><Relationship Id="rId6" Type="http://schemas.openxmlformats.org/officeDocument/2006/relationships/image" Target="../media/image49.png"/><Relationship Id="rId5" Type="http://schemas.openxmlformats.org/officeDocument/2006/relationships/notesSlide" Target="../notesSlides/notesSlide17.xml"/><Relationship Id="rId4" Type="http://schemas.openxmlformats.org/officeDocument/2006/relationships/slideLayout" Target="../slideLayouts/slideLayout21.xml"/></Relationships>
</file>

<file path=ppt/slides/_rels/slide2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slideLayout" Target="../slideLayouts/slideLayout4.xml"/><Relationship Id="rId1" Type="http://schemas.openxmlformats.org/officeDocument/2006/relationships/tags" Target="../tags/tag183.xml"/></Relationships>
</file>

<file path=ppt/slides/_rels/slide30.xml.rels><?xml version="1.0" encoding="UTF-8" standalone="yes"?>
<Relationships xmlns="http://schemas.openxmlformats.org/package/2006/relationships"><Relationship Id="rId3" Type="http://schemas.openxmlformats.org/officeDocument/2006/relationships/tags" Target="../tags/tag186.xml"/><Relationship Id="rId7" Type="http://schemas.openxmlformats.org/officeDocument/2006/relationships/image" Target="../media/image53.png"/><Relationship Id="rId2" Type="http://schemas.openxmlformats.org/officeDocument/2006/relationships/tags" Target="../tags/tag185.xml"/><Relationship Id="rId1" Type="http://schemas.openxmlformats.org/officeDocument/2006/relationships/tags" Target="../tags/tag184.xml"/><Relationship Id="rId6" Type="http://schemas.openxmlformats.org/officeDocument/2006/relationships/notesSlide" Target="../notesSlides/notesSlide18.xml"/><Relationship Id="rId5" Type="http://schemas.openxmlformats.org/officeDocument/2006/relationships/slideLayout" Target="../slideLayouts/slideLayout21.xml"/><Relationship Id="rId4" Type="http://schemas.openxmlformats.org/officeDocument/2006/relationships/tags" Target="../tags/tag187.xml"/></Relationships>
</file>

<file path=ppt/slides/_rels/slide31.xml.rels><?xml version="1.0" encoding="UTF-8" standalone="yes"?>
<Relationships xmlns="http://schemas.openxmlformats.org/package/2006/relationships"><Relationship Id="rId8" Type="http://schemas.openxmlformats.org/officeDocument/2006/relationships/tags" Target="../tags/tag195.xml"/><Relationship Id="rId13" Type="http://schemas.openxmlformats.org/officeDocument/2006/relationships/image" Target="../media/image55.png"/><Relationship Id="rId3" Type="http://schemas.openxmlformats.org/officeDocument/2006/relationships/tags" Target="../tags/tag190.xml"/><Relationship Id="rId7" Type="http://schemas.openxmlformats.org/officeDocument/2006/relationships/tags" Target="../tags/tag194.xml"/><Relationship Id="rId12" Type="http://schemas.openxmlformats.org/officeDocument/2006/relationships/image" Target="../media/image54.png"/><Relationship Id="rId2" Type="http://schemas.openxmlformats.org/officeDocument/2006/relationships/tags" Target="../tags/tag189.xml"/><Relationship Id="rId16" Type="http://schemas.openxmlformats.org/officeDocument/2006/relationships/image" Target="../media/image58.png"/><Relationship Id="rId1" Type="http://schemas.openxmlformats.org/officeDocument/2006/relationships/tags" Target="../tags/tag188.xml"/><Relationship Id="rId6" Type="http://schemas.openxmlformats.org/officeDocument/2006/relationships/tags" Target="../tags/tag193.xml"/><Relationship Id="rId11" Type="http://schemas.openxmlformats.org/officeDocument/2006/relationships/image" Target="../media/image45.png"/><Relationship Id="rId5" Type="http://schemas.openxmlformats.org/officeDocument/2006/relationships/tags" Target="../tags/tag192.xml"/><Relationship Id="rId15" Type="http://schemas.openxmlformats.org/officeDocument/2006/relationships/image" Target="../media/image57.png"/><Relationship Id="rId10" Type="http://schemas.openxmlformats.org/officeDocument/2006/relationships/notesSlide" Target="../notesSlides/notesSlide19.xml"/><Relationship Id="rId4" Type="http://schemas.openxmlformats.org/officeDocument/2006/relationships/tags" Target="../tags/tag191.xml"/><Relationship Id="rId9" Type="http://schemas.openxmlformats.org/officeDocument/2006/relationships/slideLayout" Target="../slideLayouts/slideLayout21.xml"/><Relationship Id="rId14" Type="http://schemas.openxmlformats.org/officeDocument/2006/relationships/image" Target="../media/image56.png"/></Relationships>
</file>

<file path=ppt/slides/_rels/slide3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0.xml"/><Relationship Id="rId1" Type="http://schemas.openxmlformats.org/officeDocument/2006/relationships/slideLayout" Target="../slideLayouts/slideLayout21.xml"/></Relationships>
</file>

<file path=ppt/slides/_rels/slide3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1.xml"/><Relationship Id="rId1" Type="http://schemas.openxmlformats.org/officeDocument/2006/relationships/slideLayout" Target="../slideLayouts/slideLayout2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22.xml"/><Relationship Id="rId1" Type="http://schemas.openxmlformats.org/officeDocument/2006/relationships/slideLayout" Target="../slideLayouts/slideLayout16.xml"/><Relationship Id="rId4" Type="http://schemas.openxmlformats.org/officeDocument/2006/relationships/image" Target="../media/image6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a:xfrm>
            <a:off x="5528440" y="4294419"/>
            <a:ext cx="6305961" cy="877455"/>
          </a:xfrm>
        </p:spPr>
        <p:txBody>
          <a:bodyPr/>
          <a:lstStyle/>
          <a:p>
            <a:pPr algn="l"/>
            <a:r>
              <a:rPr lang="it-IT" sz="2000" dirty="0"/>
              <a:t>  Sergio Consoli </a:t>
            </a:r>
          </a:p>
          <a:p>
            <a:r>
              <a:rPr lang="en-GB" sz="2000" dirty="0"/>
              <a:t>European Commission, Joint Research Centre (JRC) </a:t>
            </a:r>
          </a:p>
          <a:p>
            <a:r>
              <a:rPr lang="en-GB" sz="2000" dirty="0" err="1"/>
              <a:t>Ispra</a:t>
            </a:r>
            <a:r>
              <a:rPr lang="en-GB" sz="2000" dirty="0"/>
              <a:t> (VA), Italy</a:t>
            </a:r>
          </a:p>
          <a:p>
            <a:r>
              <a:rPr lang="en-GB" sz="2000" i="0" dirty="0"/>
              <a:t>[</a:t>
            </a:r>
            <a:r>
              <a:rPr lang="en-GB" sz="2000" i="0" dirty="0" err="1"/>
              <a:t>name.surname</a:t>
            </a:r>
            <a:r>
              <a:rPr lang="en-GB" sz="2000" i="0" dirty="0"/>
              <a:t>]@ec.europa.eu</a:t>
            </a:r>
          </a:p>
          <a:p>
            <a:br>
              <a:rPr lang="it-IT" sz="600" i="0" dirty="0"/>
            </a:br>
            <a:r>
              <a:rPr lang="it-IT" sz="2000" dirty="0"/>
              <a:t>BENQODHI 2026 Workshop 2026, 10-11 Sept</a:t>
            </a:r>
          </a:p>
          <a:p>
            <a:endParaRPr lang="it-IT" sz="2000" i="0" dirty="0"/>
          </a:p>
          <a:p>
            <a:endParaRPr lang="nl-NL" sz="2000" dirty="0"/>
          </a:p>
        </p:txBody>
      </p:sp>
      <p:sp>
        <p:nvSpPr>
          <p:cNvPr id="9" name="Rectangle 8"/>
          <p:cNvSpPr/>
          <p:nvPr/>
        </p:nvSpPr>
        <p:spPr>
          <a:xfrm>
            <a:off x="909095" y="6194645"/>
            <a:ext cx="4926442" cy="646331"/>
          </a:xfrm>
          <a:prstGeom prst="rect">
            <a:avLst/>
          </a:prstGeom>
        </p:spPr>
        <p:txBody>
          <a:bodyPr wrap="square">
            <a:spAutoFit/>
          </a:bodyPr>
          <a:lstStyle/>
          <a:p>
            <a:r>
              <a:rPr lang="en-US" sz="1200" b="1" i="1" dirty="0">
                <a:solidFill>
                  <a:schemeClr val="bg1"/>
                </a:solidFill>
                <a:latin typeface="Helvetica Neue"/>
              </a:rPr>
              <a:t>Disclaimer: The views and opinions expressed in this presentation are those of the presenter and do not necessarily reflect the policies and opinions of the European Commission.</a:t>
            </a:r>
            <a:endParaRPr lang="en-GB" sz="1200" i="1" dirty="0">
              <a:solidFill>
                <a:schemeClr val="bg1"/>
              </a:solidFill>
            </a:endParaRPr>
          </a:p>
        </p:txBody>
      </p:sp>
      <p:sp>
        <p:nvSpPr>
          <p:cNvPr id="5" name="Title 1"/>
          <p:cNvSpPr txBox="1">
            <a:spLocks/>
          </p:cNvSpPr>
          <p:nvPr/>
        </p:nvSpPr>
        <p:spPr>
          <a:xfrm>
            <a:off x="1160243" y="1878019"/>
            <a:ext cx="10106848" cy="2149523"/>
          </a:xfrm>
          <a:prstGeom prst="rect">
            <a:avLst/>
          </a:prstGeom>
        </p:spPr>
        <p:txBody>
          <a:bodyPr wrap="square" anchor="t">
            <a:noAutofit/>
          </a:bodyPr>
          <a:lstStyle>
            <a:lvl1pPr algn="l" defTabSz="914400" rtl="0" eaLnBrk="1" latinLnBrk="0" hangingPunct="1">
              <a:lnSpc>
                <a:spcPct val="90000"/>
              </a:lnSpc>
              <a:spcBef>
                <a:spcPct val="0"/>
              </a:spcBef>
              <a:buNone/>
              <a:defRPr sz="6000" b="0" kern="1200">
                <a:solidFill>
                  <a:schemeClr val="bg1"/>
                </a:solidFill>
                <a:latin typeface="+mj-lt"/>
                <a:ea typeface="+mj-ea"/>
                <a:cs typeface="+mj-cs"/>
              </a:defRPr>
            </a:lvl1pPr>
          </a:lstStyle>
          <a:p>
            <a:r>
              <a:rPr lang="en-US" sz="4400" i="1" dirty="0"/>
              <a:t>On the Minimum Quartet Tree Cost problem for the quartet method of hierarchical clustering</a:t>
            </a:r>
            <a:endParaRPr lang="nl-NL" sz="4400" dirty="0"/>
          </a:p>
        </p:txBody>
      </p:sp>
    </p:spTree>
    <p:extLst>
      <p:ext uri="{BB962C8B-B14F-4D97-AF65-F5344CB8AC3E}">
        <p14:creationId xmlns:p14="http://schemas.microsoft.com/office/powerpoint/2010/main" val="42750955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970722" y="575220"/>
            <a:ext cx="10263893" cy="782357"/>
          </a:xfrm>
        </p:spPr>
        <p:txBody>
          <a:bodyPr vert="horz" lIns="91440" tIns="45720" rIns="91440" bIns="0" rtlCol="0" anchor="b" anchorCtr="0">
            <a:normAutofit/>
          </a:bodyPr>
          <a:lstStyle/>
          <a:p>
            <a:r>
              <a:rPr lang="en-GB" altLang="nl-NL" kern="1200">
                <a:latin typeface="+mj-lt"/>
                <a:ea typeface="+mj-ea"/>
                <a:cs typeface="+mj-cs"/>
              </a:rPr>
              <a:t>Preliminaries</a:t>
            </a:r>
            <a:endParaRPr lang="en-GB" kern="1200">
              <a:latin typeface="+mj-lt"/>
              <a:ea typeface="+mj-ea"/>
              <a:cs typeface="+mj-cs"/>
            </a:endParaRPr>
          </a:p>
        </p:txBody>
      </p:sp>
      <p:graphicFrame>
        <p:nvGraphicFramePr>
          <p:cNvPr id="6" name="Text Placeholder 2">
            <a:extLst>
              <a:ext uri="{FF2B5EF4-FFF2-40B4-BE49-F238E27FC236}">
                <a16:creationId xmlns:a16="http://schemas.microsoft.com/office/drawing/2014/main" id="{13D7A7D8-F6AB-6641-3544-D051676D8105}"/>
              </a:ext>
            </a:extLst>
          </p:cNvPr>
          <p:cNvGraphicFramePr/>
          <p:nvPr>
            <p:extLst>
              <p:ext uri="{D42A27DB-BD31-4B8C-83A1-F6EECF244321}">
                <p14:modId xmlns:p14="http://schemas.microsoft.com/office/powerpoint/2010/main" val="2065237733"/>
              </p:ext>
            </p:extLst>
          </p:nvPr>
        </p:nvGraphicFramePr>
        <p:xfrm>
          <a:off x="967154" y="1825624"/>
          <a:ext cx="10267462" cy="41703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Picture 3">
            <a:extLst>
              <a:ext uri="{FF2B5EF4-FFF2-40B4-BE49-F238E27FC236}">
                <a16:creationId xmlns:a16="http://schemas.microsoft.com/office/drawing/2014/main" id="{5A1E0F5B-955C-C7F9-7179-E488C7ED400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72929" y="764400"/>
            <a:ext cx="3635366" cy="5868000"/>
          </a:xfrm>
          <a:prstGeom prst="rect">
            <a:avLst/>
          </a:prstGeom>
        </p:spPr>
      </p:pic>
      <p:pic>
        <p:nvPicPr>
          <p:cNvPr id="7" name="Picture 6">
            <a:extLst>
              <a:ext uri="{FF2B5EF4-FFF2-40B4-BE49-F238E27FC236}">
                <a16:creationId xmlns:a16="http://schemas.microsoft.com/office/drawing/2014/main" id="{C60430D7-D7D1-5068-A800-6DF50FEDDD8C}"/>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608295" y="764400"/>
            <a:ext cx="3626297" cy="5868000"/>
          </a:xfrm>
          <a:prstGeom prst="rect">
            <a:avLst/>
          </a:prstGeom>
        </p:spPr>
      </p:pic>
      <p:pic>
        <p:nvPicPr>
          <p:cNvPr id="9" name="Picture 8">
            <a:extLst>
              <a:ext uri="{FF2B5EF4-FFF2-40B4-BE49-F238E27FC236}">
                <a16:creationId xmlns:a16="http://schemas.microsoft.com/office/drawing/2014/main" id="{A72B6005-834B-B3C5-F25A-6DD7995FFAF4}"/>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234592" y="764400"/>
            <a:ext cx="3614444" cy="5868000"/>
          </a:xfrm>
          <a:prstGeom prst="rect">
            <a:avLst/>
          </a:prstGeom>
        </p:spPr>
      </p:pic>
    </p:spTree>
    <p:extLst>
      <p:ext uri="{BB962C8B-B14F-4D97-AF65-F5344CB8AC3E}">
        <p14:creationId xmlns:p14="http://schemas.microsoft.com/office/powerpoint/2010/main" val="1371078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C378910D-9D88-CFBE-CDAD-AD2A8504E92B}"/>
              </a:ext>
            </a:extLst>
          </p:cNvPr>
          <p:cNvSpPr>
            <a:spLocks noGrp="1" noChangeArrowheads="1"/>
          </p:cNvSpPr>
          <p:nvPr>
            <p:ph type="title"/>
            <p:custDataLst>
              <p:tags r:id="rId2"/>
            </p:custDataLst>
          </p:nvPr>
        </p:nvSpPr>
        <p:spPr>
          <a:xfrm>
            <a:off x="561710" y="354013"/>
            <a:ext cx="11146367" cy="914400"/>
          </a:xfrm>
        </p:spPr>
        <p:txBody>
          <a:bodyPr/>
          <a:lstStyle/>
          <a:p>
            <a:pPr algn="ctr" eaLnBrk="1" hangingPunct="1"/>
            <a:r>
              <a:rPr lang="en-US" altLang="nl-NL" dirty="0"/>
              <a:t>Quartet method</a:t>
            </a:r>
          </a:p>
        </p:txBody>
      </p:sp>
      <p:graphicFrame>
        <p:nvGraphicFramePr>
          <p:cNvPr id="32914" name="Group 146">
            <a:extLst>
              <a:ext uri="{FF2B5EF4-FFF2-40B4-BE49-F238E27FC236}">
                <a16:creationId xmlns:a16="http://schemas.microsoft.com/office/drawing/2014/main" id="{B54B13A5-E1CA-562A-8D1F-0C47AD1A540D}"/>
              </a:ext>
            </a:extLst>
          </p:cNvPr>
          <p:cNvGraphicFramePr>
            <a:graphicFrameLocks noGrp="1"/>
          </p:cNvGraphicFramePr>
          <p:nvPr>
            <p:ph sz="half" idx="2"/>
            <p:custDataLst>
              <p:tags r:id="rId3"/>
            </p:custDataLst>
            <p:extLst>
              <p:ext uri="{D42A27DB-BD31-4B8C-83A1-F6EECF244321}">
                <p14:modId xmlns:p14="http://schemas.microsoft.com/office/powerpoint/2010/main" val="1662720436"/>
              </p:ext>
            </p:extLst>
          </p:nvPr>
        </p:nvGraphicFramePr>
        <p:xfrm>
          <a:off x="561710" y="1786759"/>
          <a:ext cx="6516413" cy="3010285"/>
        </p:xfrm>
        <a:graphic>
          <a:graphicData uri="http://schemas.openxmlformats.org/drawingml/2006/table">
            <a:tbl>
              <a:tblPr/>
              <a:tblGrid>
                <a:gridCol w="722937">
                  <a:extLst>
                    <a:ext uri="{9D8B030D-6E8A-4147-A177-3AD203B41FA5}">
                      <a16:colId xmlns:a16="http://schemas.microsoft.com/office/drawing/2014/main" val="20000"/>
                    </a:ext>
                  </a:extLst>
                </a:gridCol>
                <a:gridCol w="724184">
                  <a:extLst>
                    <a:ext uri="{9D8B030D-6E8A-4147-A177-3AD203B41FA5}">
                      <a16:colId xmlns:a16="http://schemas.microsoft.com/office/drawing/2014/main" val="20001"/>
                    </a:ext>
                  </a:extLst>
                </a:gridCol>
                <a:gridCol w="725433">
                  <a:extLst>
                    <a:ext uri="{9D8B030D-6E8A-4147-A177-3AD203B41FA5}">
                      <a16:colId xmlns:a16="http://schemas.microsoft.com/office/drawing/2014/main" val="20002"/>
                    </a:ext>
                  </a:extLst>
                </a:gridCol>
                <a:gridCol w="722937">
                  <a:extLst>
                    <a:ext uri="{9D8B030D-6E8A-4147-A177-3AD203B41FA5}">
                      <a16:colId xmlns:a16="http://schemas.microsoft.com/office/drawing/2014/main" val="20003"/>
                    </a:ext>
                  </a:extLst>
                </a:gridCol>
                <a:gridCol w="724184">
                  <a:extLst>
                    <a:ext uri="{9D8B030D-6E8A-4147-A177-3AD203B41FA5}">
                      <a16:colId xmlns:a16="http://schemas.microsoft.com/office/drawing/2014/main" val="20004"/>
                    </a:ext>
                  </a:extLst>
                </a:gridCol>
                <a:gridCol w="722937">
                  <a:extLst>
                    <a:ext uri="{9D8B030D-6E8A-4147-A177-3AD203B41FA5}">
                      <a16:colId xmlns:a16="http://schemas.microsoft.com/office/drawing/2014/main" val="20005"/>
                    </a:ext>
                  </a:extLst>
                </a:gridCol>
                <a:gridCol w="725433">
                  <a:extLst>
                    <a:ext uri="{9D8B030D-6E8A-4147-A177-3AD203B41FA5}">
                      <a16:colId xmlns:a16="http://schemas.microsoft.com/office/drawing/2014/main" val="20006"/>
                    </a:ext>
                  </a:extLst>
                </a:gridCol>
                <a:gridCol w="724184">
                  <a:extLst>
                    <a:ext uri="{9D8B030D-6E8A-4147-A177-3AD203B41FA5}">
                      <a16:colId xmlns:a16="http://schemas.microsoft.com/office/drawing/2014/main" val="20007"/>
                    </a:ext>
                  </a:extLst>
                </a:gridCol>
                <a:gridCol w="724184">
                  <a:extLst>
                    <a:ext uri="{9D8B030D-6E8A-4147-A177-3AD203B41FA5}">
                      <a16:colId xmlns:a16="http://schemas.microsoft.com/office/drawing/2014/main" val="20008"/>
                    </a:ext>
                  </a:extLst>
                </a:gridCol>
              </a:tblGrid>
              <a:tr h="334342">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l" defTabSz="914400" rtl="0" eaLnBrk="1" fontAlgn="base" latinLnBrk="0" hangingPunct="1">
                        <a:lnSpc>
                          <a:spcPct val="105000"/>
                        </a:lnSpc>
                        <a:spcBef>
                          <a:spcPct val="20000"/>
                        </a:spcBef>
                        <a:spcAft>
                          <a:spcPct val="0"/>
                        </a:spcAft>
                        <a:buClrTx/>
                        <a:buSzPct val="100000"/>
                        <a:buFontTx/>
                        <a:buNone/>
                        <a:tabLst/>
                      </a:pPr>
                      <a:endParaRPr kumimoji="0" lang="en-GB" altLang="nl-NL" sz="1200" b="0" i="0" u="none" strike="noStrike" cap="none" normalizeH="0" baseline="0">
                        <a:ln>
                          <a:noFill/>
                        </a:ln>
                        <a:solidFill>
                          <a:srgbClr val="000000"/>
                        </a:solidFill>
                        <a:effectLst/>
                        <a:latin typeface="Arial" panose="020B0604020202020204" pitchFamily="34" charset="0"/>
                        <a:ea typeface="MS PGothic" panose="020B0600070205080204" pitchFamily="34" charset="-128"/>
                      </a:endParaRP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nl-NL" sz="1200" b="1" i="0" u="none" strike="noStrike" cap="none" normalizeH="0" baseline="0">
                          <a:ln>
                            <a:noFill/>
                          </a:ln>
                          <a:solidFill>
                            <a:schemeClr val="tx1"/>
                          </a:solidFill>
                          <a:effectLst/>
                          <a:latin typeface="Times New Roman" panose="02020603050405020304" pitchFamily="18" charset="0"/>
                          <a:ea typeface="MS PGothic" panose="020B0600070205080204" pitchFamily="34" charset="-128"/>
                          <a:cs typeface="Times New Roman" panose="02020603050405020304" pitchFamily="18" charset="0"/>
                        </a:rPr>
                        <a:t>Kaka</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nl-NL" sz="1200" b="1" i="0" u="none" strike="noStrike" cap="none" normalizeH="0" baseline="0">
                          <a:ln>
                            <a:noFill/>
                          </a:ln>
                          <a:solidFill>
                            <a:schemeClr val="tx1"/>
                          </a:solidFill>
                          <a:effectLst/>
                          <a:latin typeface="Times New Roman" panose="02020603050405020304" pitchFamily="18" charset="0"/>
                          <a:ea typeface="MS PGothic" panose="020B0600070205080204" pitchFamily="34" charset="-128"/>
                          <a:cs typeface="Times New Roman" panose="02020603050405020304" pitchFamily="18" charset="0"/>
                        </a:rPr>
                        <a:t>Jan Korst</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nl-NL" sz="1200" b="1" i="0" u="none" strike="noStrike" cap="none" normalizeH="0" baseline="0">
                          <a:ln>
                            <a:noFill/>
                          </a:ln>
                          <a:solidFill>
                            <a:schemeClr val="tx1"/>
                          </a:solidFill>
                          <a:effectLst/>
                          <a:latin typeface="Times New Roman" panose="02020603050405020304" pitchFamily="18" charset="0"/>
                          <a:ea typeface="MS PGothic" panose="020B0600070205080204" pitchFamily="34" charset="-128"/>
                          <a:cs typeface="Times New Roman" panose="02020603050405020304" pitchFamily="18" charset="0"/>
                        </a:rPr>
                        <a:t>Ancelotti</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nl-NL" sz="1200" b="1" i="0" u="none" strike="noStrike" cap="none" normalizeH="0" baseline="0">
                          <a:ln>
                            <a:noFill/>
                          </a:ln>
                          <a:solidFill>
                            <a:schemeClr val="tx1"/>
                          </a:solidFill>
                          <a:effectLst/>
                          <a:latin typeface="Times New Roman" panose="02020603050405020304" pitchFamily="18" charset="0"/>
                          <a:ea typeface="MS PGothic" panose="020B0600070205080204" pitchFamily="34" charset="-128"/>
                          <a:cs typeface="Times New Roman" panose="02020603050405020304" pitchFamily="18" charset="0"/>
                        </a:rPr>
                        <a:t>Seedorf</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nl-NL" sz="1200" b="1" i="0" u="none" strike="noStrike" cap="none" normalizeH="0" baseline="0">
                          <a:ln>
                            <a:noFill/>
                          </a:ln>
                          <a:solidFill>
                            <a:schemeClr val="tx1"/>
                          </a:solidFill>
                          <a:effectLst/>
                          <a:latin typeface="Times New Roman" panose="02020603050405020304" pitchFamily="18" charset="0"/>
                          <a:ea typeface="MS PGothic" panose="020B0600070205080204" pitchFamily="34" charset="-128"/>
                          <a:cs typeface="Times New Roman" panose="02020603050405020304" pitchFamily="18" charset="0"/>
                        </a:rPr>
                        <a:t>Sergio</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nl-NL" sz="1200" b="1" i="0" u="none" strike="noStrike" cap="none" normalizeH="0" baseline="0">
                          <a:ln>
                            <a:noFill/>
                          </a:ln>
                          <a:solidFill>
                            <a:schemeClr val="tx1"/>
                          </a:solidFill>
                          <a:effectLst/>
                          <a:latin typeface="Times New Roman" panose="02020603050405020304" pitchFamily="18" charset="0"/>
                          <a:ea typeface="MS PGothic" panose="020B0600070205080204" pitchFamily="34" charset="-128"/>
                          <a:cs typeface="Times New Roman" panose="02020603050405020304" pitchFamily="18" charset="0"/>
                        </a:rPr>
                        <a:t>Radiohead</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nl-NL" sz="1200" b="1" i="0" u="none" strike="noStrike" cap="none" normalizeH="0" baseline="0">
                          <a:ln>
                            <a:noFill/>
                          </a:ln>
                          <a:solidFill>
                            <a:schemeClr val="tx1"/>
                          </a:solidFill>
                          <a:effectLst/>
                          <a:latin typeface="Times New Roman" panose="02020603050405020304" pitchFamily="18" charset="0"/>
                          <a:ea typeface="MS PGothic" panose="020B0600070205080204" pitchFamily="34" charset="-128"/>
                          <a:cs typeface="Times New Roman" panose="02020603050405020304" pitchFamily="18" charset="0"/>
                        </a:rPr>
                        <a:t>Gijs</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nl-NL" sz="1200" b="1" i="0" u="none" strike="noStrike" cap="none" normalizeH="0" baseline="0">
                          <a:ln>
                            <a:noFill/>
                          </a:ln>
                          <a:solidFill>
                            <a:schemeClr val="tx1"/>
                          </a:solidFill>
                          <a:effectLst/>
                          <a:latin typeface="Times New Roman" panose="02020603050405020304" pitchFamily="18" charset="0"/>
                          <a:ea typeface="MS PGothic" panose="020B0600070205080204" pitchFamily="34" charset="-128"/>
                        </a:rPr>
                        <a:t>Metallica</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4342">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nl-NL" sz="1200" b="1" i="0" u="none" strike="noStrike" cap="none" normalizeH="0" baseline="0">
                          <a:ln>
                            <a:noFill/>
                          </a:ln>
                          <a:solidFill>
                            <a:schemeClr val="tx1"/>
                          </a:solidFill>
                          <a:effectLst/>
                          <a:latin typeface="Times New Roman" panose="02020603050405020304" pitchFamily="18" charset="0"/>
                          <a:ea typeface="MS PGothic" panose="020B0600070205080204" pitchFamily="34" charset="-128"/>
                          <a:cs typeface="Times New Roman" panose="02020603050405020304" pitchFamily="18" charset="0"/>
                        </a:rPr>
                        <a:t>Kaka</a:t>
                      </a:r>
                    </a:p>
                  </a:txBody>
                  <a:tcPr marL="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nl-NL" sz="1200" b="0" i="0" u="none" strike="noStrike" cap="none" normalizeH="0" baseline="0" dirty="0">
                          <a:ln>
                            <a:noFill/>
                          </a:ln>
                          <a:solidFill>
                            <a:schemeClr val="tx1"/>
                          </a:solidFill>
                          <a:effectLst/>
                          <a:latin typeface="Times New Roman" panose="02020603050405020304" pitchFamily="18" charset="0"/>
                          <a:ea typeface="MS PGothic" panose="020B0600070205080204" pitchFamily="34" charset="-128"/>
                          <a:cs typeface="Times New Roman" panose="02020603050405020304" pitchFamily="18" charset="0"/>
                        </a:rPr>
                        <a:t>0.00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nl-NL" sz="1200" b="0" i="0" u="none" strike="noStrike" cap="none" normalizeH="0" baseline="0">
                          <a:ln>
                            <a:noFill/>
                          </a:ln>
                          <a:solidFill>
                            <a:schemeClr val="tx1"/>
                          </a:solidFill>
                          <a:effectLst/>
                          <a:latin typeface="Times New Roman" panose="02020603050405020304" pitchFamily="18" charset="0"/>
                          <a:ea typeface="MS PGothic" panose="020B0600070205080204" pitchFamily="34" charset="-128"/>
                          <a:cs typeface="Times New Roman" panose="02020603050405020304" pitchFamily="18" charset="0"/>
                        </a:rPr>
                        <a:t>1.00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nl-NL" sz="1200" b="0" i="0" u="none" strike="noStrike" cap="none" normalizeH="0" baseline="0">
                          <a:ln>
                            <a:noFill/>
                          </a:ln>
                          <a:solidFill>
                            <a:schemeClr val="tx1"/>
                          </a:solidFill>
                          <a:effectLst/>
                          <a:latin typeface="Times New Roman" panose="02020603050405020304" pitchFamily="18" charset="0"/>
                          <a:ea typeface="MS PGothic" panose="020B0600070205080204" pitchFamily="34" charset="-128"/>
                          <a:cs typeface="Times New Roman" panose="02020603050405020304" pitchFamily="18" charset="0"/>
                        </a:rPr>
                        <a:t>0.30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nl-NL" sz="1200" b="0" i="0" u="none" strike="noStrike" cap="none" normalizeH="0" baseline="0">
                          <a:ln>
                            <a:noFill/>
                          </a:ln>
                          <a:solidFill>
                            <a:schemeClr val="tx1"/>
                          </a:solidFill>
                          <a:effectLst/>
                          <a:latin typeface="Times New Roman" panose="02020603050405020304" pitchFamily="18" charset="0"/>
                          <a:ea typeface="MS PGothic" panose="020B0600070205080204" pitchFamily="34" charset="-128"/>
                          <a:cs typeface="Times New Roman" panose="02020603050405020304" pitchFamily="18" charset="0"/>
                        </a:rPr>
                        <a:t>0.20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nl-NL" sz="1200" b="0" i="0" u="none" strike="noStrike" cap="none" normalizeH="0" baseline="0">
                          <a:ln>
                            <a:noFill/>
                          </a:ln>
                          <a:solidFill>
                            <a:schemeClr val="tx1"/>
                          </a:solidFill>
                          <a:effectLst/>
                          <a:latin typeface="Times New Roman" panose="02020603050405020304" pitchFamily="18" charset="0"/>
                          <a:ea typeface="MS PGothic" panose="020B0600070205080204" pitchFamily="34" charset="-128"/>
                          <a:cs typeface="Times New Roman" panose="02020603050405020304" pitchFamily="18" charset="0"/>
                        </a:rPr>
                        <a:t>0.80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nl-NL" sz="1200" b="0" i="0" u="none" strike="noStrike" cap="none" normalizeH="0" baseline="0">
                          <a:ln>
                            <a:noFill/>
                          </a:ln>
                          <a:solidFill>
                            <a:schemeClr val="tx1"/>
                          </a:solidFill>
                          <a:effectLst/>
                          <a:latin typeface="Times New Roman" panose="02020603050405020304" pitchFamily="18" charset="0"/>
                          <a:ea typeface="MS PGothic" panose="020B0600070205080204" pitchFamily="34" charset="-128"/>
                          <a:cs typeface="Times New Roman" panose="02020603050405020304" pitchFamily="18" charset="0"/>
                        </a:rPr>
                        <a:t>1.00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nl-NL" sz="1200" b="0" i="0" u="none" strike="noStrike" cap="none" normalizeH="0" baseline="0">
                          <a:ln>
                            <a:noFill/>
                          </a:ln>
                          <a:solidFill>
                            <a:schemeClr val="tx1"/>
                          </a:solidFill>
                          <a:effectLst/>
                          <a:latin typeface="Times New Roman" panose="02020603050405020304" pitchFamily="18" charset="0"/>
                          <a:ea typeface="MS PGothic" panose="020B0600070205080204" pitchFamily="34" charset="-128"/>
                          <a:cs typeface="Times New Roman" panose="02020603050405020304" pitchFamily="18" charset="0"/>
                        </a:rPr>
                        <a:t>0.90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nl-NL" sz="1200" b="0" i="0" u="none" strike="noStrike" cap="none" normalizeH="0" baseline="0">
                          <a:ln>
                            <a:noFill/>
                          </a:ln>
                          <a:solidFill>
                            <a:schemeClr val="tx1"/>
                          </a:solidFill>
                          <a:effectLst/>
                          <a:latin typeface="Times New Roman" panose="02020603050405020304" pitchFamily="18" charset="0"/>
                          <a:ea typeface="MS PGothic" panose="020B0600070205080204" pitchFamily="34" charset="-128"/>
                          <a:cs typeface="Times New Roman" panose="02020603050405020304" pitchFamily="18" charset="0"/>
                        </a:rPr>
                        <a:t>1.00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4342">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nl-NL" sz="1200" b="1" i="0" u="none" strike="noStrike" cap="none" normalizeH="0" baseline="0">
                          <a:ln>
                            <a:noFill/>
                          </a:ln>
                          <a:solidFill>
                            <a:schemeClr val="tx1"/>
                          </a:solidFill>
                          <a:effectLst/>
                          <a:latin typeface="Times New Roman" panose="02020603050405020304" pitchFamily="18" charset="0"/>
                          <a:ea typeface="MS PGothic" panose="020B0600070205080204" pitchFamily="34" charset="-128"/>
                          <a:cs typeface="Times New Roman" panose="02020603050405020304" pitchFamily="18" charset="0"/>
                        </a:rPr>
                        <a:t>Jan Korst</a:t>
                      </a:r>
                    </a:p>
                  </a:txBody>
                  <a:tcPr marL="0" marR="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nl-NL" sz="1200" b="0" i="0" u="none" strike="noStrike" cap="none" normalizeH="0" baseline="0">
                          <a:ln>
                            <a:noFill/>
                          </a:ln>
                          <a:solidFill>
                            <a:schemeClr val="tx1"/>
                          </a:solidFill>
                          <a:effectLst/>
                          <a:latin typeface="Times New Roman" panose="02020603050405020304" pitchFamily="18" charset="0"/>
                          <a:ea typeface="MS PGothic" panose="020B0600070205080204" pitchFamily="34" charset="-128"/>
                          <a:cs typeface="Times New Roman" panose="02020603050405020304" pitchFamily="18" charset="0"/>
                        </a:rPr>
                        <a:t>1.00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nl-NL" sz="1200" b="0" i="0" u="none" strike="noStrike" cap="none" normalizeH="0" baseline="0" dirty="0">
                          <a:ln>
                            <a:noFill/>
                          </a:ln>
                          <a:solidFill>
                            <a:schemeClr val="tx1"/>
                          </a:solidFill>
                          <a:effectLst/>
                          <a:latin typeface="Times New Roman" panose="02020603050405020304" pitchFamily="18" charset="0"/>
                          <a:ea typeface="MS PGothic" panose="020B0600070205080204" pitchFamily="34" charset="-128"/>
                          <a:cs typeface="Times New Roman" panose="02020603050405020304" pitchFamily="18" charset="0"/>
                        </a:rPr>
                        <a:t>0.00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nl-NL" sz="1200" b="0" i="0" u="none" strike="noStrike" cap="none" normalizeH="0" baseline="0">
                          <a:ln>
                            <a:noFill/>
                          </a:ln>
                          <a:solidFill>
                            <a:schemeClr val="tx1"/>
                          </a:solidFill>
                          <a:effectLst/>
                          <a:latin typeface="Times New Roman" panose="02020603050405020304" pitchFamily="18" charset="0"/>
                          <a:ea typeface="MS PGothic" panose="020B0600070205080204" pitchFamily="34" charset="-128"/>
                          <a:cs typeface="Times New Roman" panose="02020603050405020304" pitchFamily="18" charset="0"/>
                        </a:rPr>
                        <a:t>1.00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nl-NL" sz="1200" b="0" i="0" u="none" strike="noStrike" cap="none" normalizeH="0" baseline="0">
                          <a:ln>
                            <a:noFill/>
                          </a:ln>
                          <a:solidFill>
                            <a:schemeClr val="tx1"/>
                          </a:solidFill>
                          <a:effectLst/>
                          <a:latin typeface="Times New Roman" panose="02020603050405020304" pitchFamily="18" charset="0"/>
                          <a:ea typeface="MS PGothic" panose="020B0600070205080204" pitchFamily="34" charset="-128"/>
                          <a:cs typeface="Times New Roman" panose="02020603050405020304" pitchFamily="18" charset="0"/>
                        </a:rPr>
                        <a:t>1.00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nl-NL" sz="1200" b="0" i="0" u="none" strike="noStrike" cap="none" normalizeH="0" baseline="0">
                          <a:ln>
                            <a:noFill/>
                          </a:ln>
                          <a:solidFill>
                            <a:schemeClr val="tx1"/>
                          </a:solidFill>
                          <a:effectLst/>
                          <a:latin typeface="Times New Roman" panose="02020603050405020304" pitchFamily="18" charset="0"/>
                          <a:ea typeface="MS PGothic" panose="020B0600070205080204" pitchFamily="34" charset="-128"/>
                          <a:cs typeface="Times New Roman" panose="02020603050405020304" pitchFamily="18" charset="0"/>
                        </a:rPr>
                        <a:t>0.20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nl-NL" sz="1200" b="0" i="0" u="none" strike="noStrike" cap="none" normalizeH="0" baseline="0">
                          <a:ln>
                            <a:noFill/>
                          </a:ln>
                          <a:solidFill>
                            <a:schemeClr val="tx1"/>
                          </a:solidFill>
                          <a:effectLst/>
                          <a:latin typeface="Times New Roman" panose="02020603050405020304" pitchFamily="18" charset="0"/>
                          <a:ea typeface="MS PGothic" panose="020B0600070205080204" pitchFamily="34" charset="-128"/>
                          <a:cs typeface="Times New Roman" panose="02020603050405020304" pitchFamily="18" charset="0"/>
                        </a:rPr>
                        <a:t>0.80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nl-NL" sz="1200" b="0" i="0" u="none" strike="noStrike" cap="none" normalizeH="0" baseline="0">
                          <a:ln>
                            <a:noFill/>
                          </a:ln>
                          <a:solidFill>
                            <a:schemeClr val="tx1"/>
                          </a:solidFill>
                          <a:effectLst/>
                          <a:latin typeface="Times New Roman" panose="02020603050405020304" pitchFamily="18" charset="0"/>
                          <a:ea typeface="MS PGothic" panose="020B0600070205080204" pitchFamily="34" charset="-128"/>
                          <a:cs typeface="Times New Roman" panose="02020603050405020304" pitchFamily="18" charset="0"/>
                        </a:rPr>
                        <a:t>0.05</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nl-NL" sz="1200" b="0" i="0" u="none" strike="noStrike" cap="none" normalizeH="0" baseline="0">
                          <a:ln>
                            <a:noFill/>
                          </a:ln>
                          <a:solidFill>
                            <a:schemeClr val="tx1"/>
                          </a:solidFill>
                          <a:effectLst/>
                          <a:latin typeface="Times New Roman" panose="02020603050405020304" pitchFamily="18" charset="0"/>
                          <a:ea typeface="MS PGothic" panose="020B0600070205080204" pitchFamily="34" charset="-128"/>
                          <a:cs typeface="Times New Roman" panose="02020603050405020304" pitchFamily="18" charset="0"/>
                        </a:rPr>
                        <a:t>0.90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4342">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nl-NL" sz="1200" b="1" i="0" u="none" strike="noStrike" cap="none" normalizeH="0" baseline="0">
                          <a:ln>
                            <a:noFill/>
                          </a:ln>
                          <a:solidFill>
                            <a:schemeClr val="tx1"/>
                          </a:solidFill>
                          <a:effectLst/>
                          <a:latin typeface="Times New Roman" panose="02020603050405020304" pitchFamily="18" charset="0"/>
                          <a:ea typeface="MS PGothic" panose="020B0600070205080204" pitchFamily="34" charset="-128"/>
                          <a:cs typeface="Times New Roman" panose="02020603050405020304" pitchFamily="18" charset="0"/>
                        </a:rPr>
                        <a:t>Ancelotti</a:t>
                      </a:r>
                    </a:p>
                  </a:txBody>
                  <a:tcPr marL="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nl-NL" sz="1200" b="0" i="0" u="none" strike="noStrike" cap="none" normalizeH="0" baseline="0">
                          <a:ln>
                            <a:noFill/>
                          </a:ln>
                          <a:solidFill>
                            <a:schemeClr val="tx1"/>
                          </a:solidFill>
                          <a:effectLst/>
                          <a:latin typeface="Times New Roman" panose="02020603050405020304" pitchFamily="18" charset="0"/>
                          <a:ea typeface="MS PGothic" panose="020B0600070205080204" pitchFamily="34" charset="-128"/>
                          <a:cs typeface="Times New Roman" panose="02020603050405020304" pitchFamily="18" charset="0"/>
                        </a:rPr>
                        <a:t>0.30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nl-NL" sz="1200" b="0" i="0" u="none" strike="noStrike" cap="none" normalizeH="0" baseline="0">
                          <a:ln>
                            <a:noFill/>
                          </a:ln>
                          <a:solidFill>
                            <a:schemeClr val="tx1"/>
                          </a:solidFill>
                          <a:effectLst/>
                          <a:latin typeface="Times New Roman" panose="02020603050405020304" pitchFamily="18" charset="0"/>
                          <a:ea typeface="MS PGothic" panose="020B0600070205080204" pitchFamily="34" charset="-128"/>
                          <a:cs typeface="Times New Roman" panose="02020603050405020304" pitchFamily="18" charset="0"/>
                        </a:rPr>
                        <a:t>1.00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nl-NL" sz="1200" b="0" i="0" u="none" strike="noStrike" cap="none" normalizeH="0" baseline="0">
                          <a:ln>
                            <a:noFill/>
                          </a:ln>
                          <a:solidFill>
                            <a:schemeClr val="tx1"/>
                          </a:solidFill>
                          <a:effectLst/>
                          <a:latin typeface="Times New Roman" panose="02020603050405020304" pitchFamily="18" charset="0"/>
                          <a:ea typeface="MS PGothic" panose="020B0600070205080204" pitchFamily="34" charset="-128"/>
                          <a:cs typeface="Times New Roman" panose="02020603050405020304" pitchFamily="18" charset="0"/>
                        </a:rPr>
                        <a:t>0.00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nl-NL" sz="1200" b="0" i="0" u="none" strike="noStrike" cap="none" normalizeH="0" baseline="0">
                          <a:ln>
                            <a:noFill/>
                          </a:ln>
                          <a:solidFill>
                            <a:schemeClr val="tx1"/>
                          </a:solidFill>
                          <a:effectLst/>
                          <a:latin typeface="Times New Roman" panose="02020603050405020304" pitchFamily="18" charset="0"/>
                          <a:ea typeface="MS PGothic" panose="020B0600070205080204" pitchFamily="34" charset="-128"/>
                          <a:cs typeface="Times New Roman" panose="02020603050405020304" pitchFamily="18" charset="0"/>
                        </a:rPr>
                        <a:t>0.40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nl-NL" sz="1200" b="0" i="0" u="none" strike="noStrike" cap="none" normalizeH="0" baseline="0">
                          <a:ln>
                            <a:noFill/>
                          </a:ln>
                          <a:solidFill>
                            <a:schemeClr val="tx1"/>
                          </a:solidFill>
                          <a:effectLst/>
                          <a:latin typeface="Times New Roman" panose="02020603050405020304" pitchFamily="18" charset="0"/>
                          <a:ea typeface="MS PGothic" panose="020B0600070205080204" pitchFamily="34" charset="-128"/>
                          <a:cs typeface="Times New Roman" panose="02020603050405020304" pitchFamily="18" charset="0"/>
                        </a:rPr>
                        <a:t>0.60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nl-NL" sz="1200" b="0" i="0" u="none" strike="noStrike" cap="none" normalizeH="0" baseline="0">
                          <a:ln>
                            <a:noFill/>
                          </a:ln>
                          <a:solidFill>
                            <a:schemeClr val="tx1"/>
                          </a:solidFill>
                          <a:effectLst/>
                          <a:latin typeface="Times New Roman" panose="02020603050405020304" pitchFamily="18" charset="0"/>
                          <a:ea typeface="MS PGothic" panose="020B0600070205080204" pitchFamily="34" charset="-128"/>
                          <a:cs typeface="Times New Roman" panose="02020603050405020304" pitchFamily="18" charset="0"/>
                        </a:rPr>
                        <a:t>1.00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nl-NL" sz="1200" b="0" i="0" u="none" strike="noStrike" cap="none" normalizeH="0" baseline="0">
                          <a:ln>
                            <a:noFill/>
                          </a:ln>
                          <a:solidFill>
                            <a:schemeClr val="tx1"/>
                          </a:solidFill>
                          <a:effectLst/>
                          <a:latin typeface="Times New Roman" panose="02020603050405020304" pitchFamily="18" charset="0"/>
                          <a:ea typeface="MS PGothic" panose="020B0600070205080204" pitchFamily="34" charset="-128"/>
                          <a:cs typeface="Times New Roman" panose="02020603050405020304" pitchFamily="18" charset="0"/>
                        </a:rPr>
                        <a:t>0.80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nl-NL" sz="1200" b="0" i="0" u="none" strike="noStrike" cap="none" normalizeH="0" baseline="0">
                          <a:ln>
                            <a:noFill/>
                          </a:ln>
                          <a:solidFill>
                            <a:schemeClr val="tx1"/>
                          </a:solidFill>
                          <a:effectLst/>
                          <a:latin typeface="Times New Roman" panose="02020603050405020304" pitchFamily="18" charset="0"/>
                          <a:ea typeface="MS PGothic" panose="020B0600070205080204" pitchFamily="34" charset="-128"/>
                          <a:cs typeface="Times New Roman" panose="02020603050405020304" pitchFamily="18" charset="0"/>
                        </a:rPr>
                        <a:t>0.95</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5549">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nl-NL" sz="1200" b="1" i="0" u="none" strike="noStrike" cap="none" normalizeH="0" baseline="0">
                          <a:ln>
                            <a:noFill/>
                          </a:ln>
                          <a:solidFill>
                            <a:schemeClr val="tx1"/>
                          </a:solidFill>
                          <a:effectLst/>
                          <a:latin typeface="Times New Roman" panose="02020603050405020304" pitchFamily="18" charset="0"/>
                          <a:ea typeface="MS PGothic" panose="020B0600070205080204" pitchFamily="34" charset="-128"/>
                          <a:cs typeface="Times New Roman" panose="02020603050405020304" pitchFamily="18" charset="0"/>
                        </a:rPr>
                        <a:t>Seedorf</a:t>
                      </a:r>
                    </a:p>
                  </a:txBody>
                  <a:tcPr marL="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nl-NL" sz="1200" b="0" i="0" u="none" strike="noStrike" cap="none" normalizeH="0" baseline="0">
                          <a:ln>
                            <a:noFill/>
                          </a:ln>
                          <a:solidFill>
                            <a:schemeClr val="tx1"/>
                          </a:solidFill>
                          <a:effectLst/>
                          <a:latin typeface="Times New Roman" panose="02020603050405020304" pitchFamily="18" charset="0"/>
                          <a:ea typeface="MS PGothic" panose="020B0600070205080204" pitchFamily="34" charset="-128"/>
                          <a:cs typeface="Times New Roman" panose="02020603050405020304" pitchFamily="18" charset="0"/>
                        </a:rPr>
                        <a:t>0.20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nl-NL" sz="1200" b="0" i="0" u="none" strike="noStrike" cap="none" normalizeH="0" baseline="0">
                          <a:ln>
                            <a:noFill/>
                          </a:ln>
                          <a:solidFill>
                            <a:schemeClr val="tx1"/>
                          </a:solidFill>
                          <a:effectLst/>
                          <a:latin typeface="Times New Roman" panose="02020603050405020304" pitchFamily="18" charset="0"/>
                          <a:ea typeface="MS PGothic" panose="020B0600070205080204" pitchFamily="34" charset="-128"/>
                          <a:cs typeface="Times New Roman" panose="02020603050405020304" pitchFamily="18" charset="0"/>
                        </a:rPr>
                        <a:t>1.00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nl-NL" sz="1200" b="0" i="0" u="none" strike="noStrike" cap="none" normalizeH="0" baseline="0">
                          <a:ln>
                            <a:noFill/>
                          </a:ln>
                          <a:solidFill>
                            <a:schemeClr val="tx1"/>
                          </a:solidFill>
                          <a:effectLst/>
                          <a:latin typeface="Times New Roman" panose="02020603050405020304" pitchFamily="18" charset="0"/>
                          <a:ea typeface="MS PGothic" panose="020B0600070205080204" pitchFamily="34" charset="-128"/>
                          <a:cs typeface="Times New Roman" panose="02020603050405020304" pitchFamily="18" charset="0"/>
                        </a:rPr>
                        <a:t>0.40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nl-NL" sz="1200" b="0" i="0" u="none" strike="noStrike" cap="none" normalizeH="0" baseline="0">
                          <a:ln>
                            <a:noFill/>
                          </a:ln>
                          <a:solidFill>
                            <a:schemeClr val="tx1"/>
                          </a:solidFill>
                          <a:effectLst/>
                          <a:latin typeface="Times New Roman" panose="02020603050405020304" pitchFamily="18" charset="0"/>
                          <a:ea typeface="MS PGothic" panose="020B0600070205080204" pitchFamily="34" charset="-128"/>
                          <a:cs typeface="Times New Roman" panose="02020603050405020304" pitchFamily="18" charset="0"/>
                        </a:rPr>
                        <a:t>0.00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nl-NL" sz="1200" b="0" i="0" u="none" strike="noStrike" cap="none" normalizeH="0" baseline="0">
                          <a:ln>
                            <a:noFill/>
                          </a:ln>
                          <a:solidFill>
                            <a:schemeClr val="tx1"/>
                          </a:solidFill>
                          <a:effectLst/>
                          <a:latin typeface="Times New Roman" panose="02020603050405020304" pitchFamily="18" charset="0"/>
                          <a:ea typeface="MS PGothic" panose="020B0600070205080204" pitchFamily="34" charset="-128"/>
                          <a:cs typeface="Times New Roman" panose="02020603050405020304" pitchFamily="18" charset="0"/>
                        </a:rPr>
                        <a:t>0.89</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nl-NL" sz="1200" b="0" i="0" u="none" strike="noStrike" cap="none" normalizeH="0" baseline="0">
                          <a:ln>
                            <a:noFill/>
                          </a:ln>
                          <a:solidFill>
                            <a:schemeClr val="tx1"/>
                          </a:solidFill>
                          <a:effectLst/>
                          <a:latin typeface="Times New Roman" panose="02020603050405020304" pitchFamily="18" charset="0"/>
                          <a:ea typeface="MS PGothic" panose="020B0600070205080204" pitchFamily="34" charset="-128"/>
                          <a:cs typeface="Times New Roman" panose="02020603050405020304" pitchFamily="18" charset="0"/>
                        </a:rPr>
                        <a:t>0.99</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nl-NL" sz="1200" b="0" i="0" u="none" strike="noStrike" cap="none" normalizeH="0" baseline="0">
                          <a:ln>
                            <a:noFill/>
                          </a:ln>
                          <a:solidFill>
                            <a:schemeClr val="tx1"/>
                          </a:solidFill>
                          <a:effectLst/>
                          <a:latin typeface="Times New Roman" panose="02020603050405020304" pitchFamily="18" charset="0"/>
                          <a:ea typeface="MS PGothic" panose="020B0600070205080204" pitchFamily="34" charset="-128"/>
                          <a:cs typeface="Times New Roman" panose="02020603050405020304" pitchFamily="18" charset="0"/>
                        </a:rPr>
                        <a:t>0.90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nl-NL" sz="1200" b="0" i="0" u="none" strike="noStrike" cap="none" normalizeH="0" baseline="0">
                          <a:ln>
                            <a:noFill/>
                          </a:ln>
                          <a:solidFill>
                            <a:schemeClr val="tx1"/>
                          </a:solidFill>
                          <a:effectLst/>
                          <a:latin typeface="Times New Roman" panose="02020603050405020304" pitchFamily="18" charset="0"/>
                          <a:ea typeface="MS PGothic" panose="020B0600070205080204" pitchFamily="34" charset="-128"/>
                          <a:cs typeface="Times New Roman" panose="02020603050405020304" pitchFamily="18" charset="0"/>
                        </a:rPr>
                        <a:t>1.00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4342">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nl-NL" sz="1200" b="1" i="0" u="none" strike="noStrike" cap="none" normalizeH="0" baseline="0">
                          <a:ln>
                            <a:noFill/>
                          </a:ln>
                          <a:solidFill>
                            <a:schemeClr val="tx1"/>
                          </a:solidFill>
                          <a:effectLst/>
                          <a:latin typeface="Times New Roman" panose="02020603050405020304" pitchFamily="18" charset="0"/>
                          <a:ea typeface="MS PGothic" panose="020B0600070205080204" pitchFamily="34" charset="-128"/>
                          <a:cs typeface="Times New Roman" panose="02020603050405020304" pitchFamily="18" charset="0"/>
                        </a:rPr>
                        <a:t>Sergio</a:t>
                      </a:r>
                    </a:p>
                  </a:txBody>
                  <a:tcPr marL="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nl-NL" sz="1200" b="0" i="0" u="none" strike="noStrike" cap="none" normalizeH="0" baseline="0">
                          <a:ln>
                            <a:noFill/>
                          </a:ln>
                          <a:solidFill>
                            <a:schemeClr val="tx1"/>
                          </a:solidFill>
                          <a:effectLst/>
                          <a:latin typeface="Times New Roman" panose="02020603050405020304" pitchFamily="18" charset="0"/>
                          <a:ea typeface="MS PGothic" panose="020B0600070205080204" pitchFamily="34" charset="-128"/>
                          <a:cs typeface="Times New Roman" panose="02020603050405020304" pitchFamily="18" charset="0"/>
                        </a:rPr>
                        <a:t>0.80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nl-NL" sz="1200" b="0" i="0" u="none" strike="noStrike" cap="none" normalizeH="0" baseline="0">
                          <a:ln>
                            <a:noFill/>
                          </a:ln>
                          <a:solidFill>
                            <a:schemeClr val="tx1"/>
                          </a:solidFill>
                          <a:effectLst/>
                          <a:latin typeface="Times New Roman" panose="02020603050405020304" pitchFamily="18" charset="0"/>
                          <a:ea typeface="MS PGothic" panose="020B0600070205080204" pitchFamily="34" charset="-128"/>
                          <a:cs typeface="Times New Roman" panose="02020603050405020304" pitchFamily="18" charset="0"/>
                        </a:rPr>
                        <a:t>0.20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nl-NL" sz="1200" b="0" i="0" u="none" strike="noStrike" cap="none" normalizeH="0" baseline="0">
                          <a:ln>
                            <a:noFill/>
                          </a:ln>
                          <a:solidFill>
                            <a:schemeClr val="tx1"/>
                          </a:solidFill>
                          <a:effectLst/>
                          <a:latin typeface="Times New Roman" panose="02020603050405020304" pitchFamily="18" charset="0"/>
                          <a:ea typeface="MS PGothic" panose="020B0600070205080204" pitchFamily="34" charset="-128"/>
                          <a:cs typeface="Times New Roman" panose="02020603050405020304" pitchFamily="18" charset="0"/>
                        </a:rPr>
                        <a:t>0.60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nl-NL" sz="1200" b="0" i="0" u="none" strike="noStrike" cap="none" normalizeH="0" baseline="0">
                          <a:ln>
                            <a:noFill/>
                          </a:ln>
                          <a:solidFill>
                            <a:schemeClr val="tx1"/>
                          </a:solidFill>
                          <a:effectLst/>
                          <a:latin typeface="Times New Roman" panose="02020603050405020304" pitchFamily="18" charset="0"/>
                          <a:ea typeface="MS PGothic" panose="020B0600070205080204" pitchFamily="34" charset="-128"/>
                          <a:cs typeface="Times New Roman" panose="02020603050405020304" pitchFamily="18" charset="0"/>
                        </a:rPr>
                        <a:t>0.89</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nl-NL" sz="1200" b="0" i="0" u="none" strike="noStrike" cap="none" normalizeH="0" baseline="0">
                          <a:ln>
                            <a:noFill/>
                          </a:ln>
                          <a:solidFill>
                            <a:schemeClr val="tx1"/>
                          </a:solidFill>
                          <a:effectLst/>
                          <a:latin typeface="Times New Roman" panose="02020603050405020304" pitchFamily="18" charset="0"/>
                          <a:ea typeface="MS PGothic" panose="020B0600070205080204" pitchFamily="34" charset="-128"/>
                          <a:cs typeface="Times New Roman" panose="02020603050405020304" pitchFamily="18" charset="0"/>
                        </a:rPr>
                        <a:t>0.00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nl-NL" sz="1200" b="0" i="0" u="none" strike="noStrike" cap="none" normalizeH="0" baseline="0">
                          <a:ln>
                            <a:noFill/>
                          </a:ln>
                          <a:solidFill>
                            <a:schemeClr val="tx1"/>
                          </a:solidFill>
                          <a:effectLst/>
                          <a:latin typeface="Times New Roman" panose="02020603050405020304" pitchFamily="18" charset="0"/>
                          <a:ea typeface="MS PGothic" panose="020B0600070205080204" pitchFamily="34" charset="-128"/>
                          <a:cs typeface="Times New Roman" panose="02020603050405020304" pitchFamily="18" charset="0"/>
                        </a:rPr>
                        <a:t>0.93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nl-NL" sz="1200" b="0" i="0" u="none" strike="noStrike" cap="none" normalizeH="0" baseline="0">
                          <a:ln>
                            <a:noFill/>
                          </a:ln>
                          <a:solidFill>
                            <a:schemeClr val="tx1"/>
                          </a:solidFill>
                          <a:effectLst/>
                          <a:latin typeface="Times New Roman" panose="02020603050405020304" pitchFamily="18" charset="0"/>
                          <a:ea typeface="MS PGothic" panose="020B0600070205080204" pitchFamily="34" charset="-128"/>
                          <a:cs typeface="Times New Roman" panose="02020603050405020304" pitchFamily="18" charset="0"/>
                        </a:rPr>
                        <a:t>0.30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nl-NL" sz="1200" b="0" i="0" u="none" strike="noStrike" cap="none" normalizeH="0" baseline="0">
                          <a:ln>
                            <a:noFill/>
                          </a:ln>
                          <a:solidFill>
                            <a:schemeClr val="tx1"/>
                          </a:solidFill>
                          <a:effectLst/>
                          <a:latin typeface="Times New Roman" panose="02020603050405020304" pitchFamily="18" charset="0"/>
                          <a:ea typeface="MS PGothic" panose="020B0600070205080204" pitchFamily="34" charset="-128"/>
                          <a:cs typeface="Times New Roman" panose="02020603050405020304" pitchFamily="18" charset="0"/>
                        </a:rPr>
                        <a:t>1.00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4342">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nl-NL" sz="1200" b="1" i="0" u="none" strike="noStrike" cap="none" normalizeH="0" baseline="0">
                          <a:ln>
                            <a:noFill/>
                          </a:ln>
                          <a:solidFill>
                            <a:schemeClr val="tx1"/>
                          </a:solidFill>
                          <a:effectLst/>
                          <a:latin typeface="Times New Roman" panose="02020603050405020304" pitchFamily="18" charset="0"/>
                          <a:ea typeface="MS PGothic" panose="020B0600070205080204" pitchFamily="34" charset="-128"/>
                          <a:cs typeface="Times New Roman" panose="02020603050405020304" pitchFamily="18" charset="0"/>
                        </a:rPr>
                        <a:t>Radiohead</a:t>
                      </a:r>
                    </a:p>
                  </a:txBody>
                  <a:tcPr marL="0" marR="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nl-NL" sz="1200" b="0" i="0" u="none" strike="noStrike" cap="none" normalizeH="0" baseline="0">
                          <a:ln>
                            <a:noFill/>
                          </a:ln>
                          <a:solidFill>
                            <a:schemeClr val="tx1"/>
                          </a:solidFill>
                          <a:effectLst/>
                          <a:latin typeface="Times New Roman" panose="02020603050405020304" pitchFamily="18" charset="0"/>
                          <a:ea typeface="MS PGothic" panose="020B0600070205080204" pitchFamily="34" charset="-128"/>
                          <a:cs typeface="Times New Roman" panose="02020603050405020304" pitchFamily="18" charset="0"/>
                        </a:rPr>
                        <a:t>1.00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nl-NL" sz="1200" b="0" i="0" u="none" strike="noStrike" cap="none" normalizeH="0" baseline="0">
                          <a:ln>
                            <a:noFill/>
                          </a:ln>
                          <a:solidFill>
                            <a:schemeClr val="tx1"/>
                          </a:solidFill>
                          <a:effectLst/>
                          <a:latin typeface="Times New Roman" panose="02020603050405020304" pitchFamily="18" charset="0"/>
                          <a:ea typeface="MS PGothic" panose="020B0600070205080204" pitchFamily="34" charset="-128"/>
                          <a:cs typeface="Times New Roman" panose="02020603050405020304" pitchFamily="18" charset="0"/>
                        </a:rPr>
                        <a:t>0.80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nl-NL" sz="1200" b="0" i="0" u="none" strike="noStrike" cap="none" normalizeH="0" baseline="0">
                          <a:ln>
                            <a:noFill/>
                          </a:ln>
                          <a:solidFill>
                            <a:schemeClr val="tx1"/>
                          </a:solidFill>
                          <a:effectLst/>
                          <a:latin typeface="Times New Roman" panose="02020603050405020304" pitchFamily="18" charset="0"/>
                          <a:ea typeface="MS PGothic" panose="020B0600070205080204" pitchFamily="34" charset="-128"/>
                          <a:cs typeface="Times New Roman" panose="02020603050405020304" pitchFamily="18" charset="0"/>
                        </a:rPr>
                        <a:t>1.00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nl-NL" sz="1200" b="0" i="0" u="none" strike="noStrike" cap="none" normalizeH="0" baseline="0">
                          <a:ln>
                            <a:noFill/>
                          </a:ln>
                          <a:solidFill>
                            <a:schemeClr val="tx1"/>
                          </a:solidFill>
                          <a:effectLst/>
                          <a:latin typeface="Times New Roman" panose="02020603050405020304" pitchFamily="18" charset="0"/>
                          <a:ea typeface="MS PGothic" panose="020B0600070205080204" pitchFamily="34" charset="-128"/>
                          <a:cs typeface="Times New Roman" panose="02020603050405020304" pitchFamily="18" charset="0"/>
                        </a:rPr>
                        <a:t>0.99</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nl-NL" sz="1200" b="0" i="0" u="none" strike="noStrike" cap="none" normalizeH="0" baseline="0">
                          <a:ln>
                            <a:noFill/>
                          </a:ln>
                          <a:solidFill>
                            <a:schemeClr val="tx1"/>
                          </a:solidFill>
                          <a:effectLst/>
                          <a:latin typeface="Times New Roman" panose="02020603050405020304" pitchFamily="18" charset="0"/>
                          <a:ea typeface="MS PGothic" panose="020B0600070205080204" pitchFamily="34" charset="-128"/>
                          <a:cs typeface="Times New Roman" panose="02020603050405020304" pitchFamily="18" charset="0"/>
                        </a:rPr>
                        <a:t>0.93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nl-NL" sz="1200" b="0" i="0" u="none" strike="noStrike" cap="none" normalizeH="0" baseline="0">
                          <a:ln>
                            <a:noFill/>
                          </a:ln>
                          <a:solidFill>
                            <a:schemeClr val="tx1"/>
                          </a:solidFill>
                          <a:effectLst/>
                          <a:latin typeface="Times New Roman" panose="02020603050405020304" pitchFamily="18" charset="0"/>
                          <a:ea typeface="MS PGothic" panose="020B0600070205080204" pitchFamily="34" charset="-128"/>
                          <a:cs typeface="Times New Roman" panose="02020603050405020304" pitchFamily="18" charset="0"/>
                        </a:rPr>
                        <a:t>0.00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nl-NL" sz="1200" b="0" i="0" u="none" strike="noStrike" cap="none" normalizeH="0" baseline="0">
                          <a:ln>
                            <a:noFill/>
                          </a:ln>
                          <a:solidFill>
                            <a:schemeClr val="tx1"/>
                          </a:solidFill>
                          <a:effectLst/>
                          <a:latin typeface="Times New Roman" panose="02020603050405020304" pitchFamily="18" charset="0"/>
                          <a:ea typeface="MS PGothic" panose="020B0600070205080204" pitchFamily="34" charset="-128"/>
                          <a:cs typeface="Times New Roman" panose="02020603050405020304" pitchFamily="18" charset="0"/>
                        </a:rPr>
                        <a:t>0.90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nl-NL" sz="1200" b="0" i="0" u="none" strike="noStrike" cap="none" normalizeH="0" baseline="0">
                          <a:ln>
                            <a:noFill/>
                          </a:ln>
                          <a:solidFill>
                            <a:schemeClr val="tx1"/>
                          </a:solidFill>
                          <a:effectLst/>
                          <a:latin typeface="Times New Roman" panose="02020603050405020304" pitchFamily="18" charset="0"/>
                          <a:ea typeface="MS PGothic" panose="020B0600070205080204" pitchFamily="34" charset="-128"/>
                          <a:cs typeface="Times New Roman" panose="02020603050405020304" pitchFamily="18" charset="0"/>
                        </a:rPr>
                        <a:t>0.05</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4342">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nl-NL" sz="1200" b="1" i="0" u="none" strike="noStrike" cap="none" normalizeH="0" baseline="0">
                          <a:ln>
                            <a:noFill/>
                          </a:ln>
                          <a:solidFill>
                            <a:schemeClr val="tx1"/>
                          </a:solidFill>
                          <a:effectLst/>
                          <a:latin typeface="Times New Roman" panose="02020603050405020304" pitchFamily="18" charset="0"/>
                          <a:ea typeface="MS PGothic" panose="020B0600070205080204" pitchFamily="34" charset="-128"/>
                          <a:cs typeface="Times New Roman" panose="02020603050405020304" pitchFamily="18" charset="0"/>
                        </a:rPr>
                        <a:t>Gijs</a:t>
                      </a:r>
                    </a:p>
                  </a:txBody>
                  <a:tcPr marL="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nl-NL" sz="1200" b="0" i="0" u="none" strike="noStrike" cap="none" normalizeH="0" baseline="0">
                          <a:ln>
                            <a:noFill/>
                          </a:ln>
                          <a:solidFill>
                            <a:schemeClr val="tx1"/>
                          </a:solidFill>
                          <a:effectLst/>
                          <a:latin typeface="Times New Roman" panose="02020603050405020304" pitchFamily="18" charset="0"/>
                          <a:ea typeface="MS PGothic" panose="020B0600070205080204" pitchFamily="34" charset="-128"/>
                          <a:cs typeface="Times New Roman" panose="02020603050405020304" pitchFamily="18" charset="0"/>
                        </a:rPr>
                        <a:t>0.90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nl-NL" sz="1200" b="0" i="0" u="none" strike="noStrike" cap="none" normalizeH="0" baseline="0">
                          <a:ln>
                            <a:noFill/>
                          </a:ln>
                          <a:solidFill>
                            <a:schemeClr val="tx1"/>
                          </a:solidFill>
                          <a:effectLst/>
                          <a:latin typeface="Times New Roman" panose="02020603050405020304" pitchFamily="18" charset="0"/>
                          <a:ea typeface="MS PGothic" panose="020B0600070205080204" pitchFamily="34" charset="-128"/>
                          <a:cs typeface="Times New Roman" panose="02020603050405020304" pitchFamily="18" charset="0"/>
                        </a:rPr>
                        <a:t>0.05</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nl-NL" sz="1200" b="0" i="0" u="none" strike="noStrike" cap="none" normalizeH="0" baseline="0">
                          <a:ln>
                            <a:noFill/>
                          </a:ln>
                          <a:solidFill>
                            <a:schemeClr val="tx1"/>
                          </a:solidFill>
                          <a:effectLst/>
                          <a:latin typeface="Times New Roman" panose="02020603050405020304" pitchFamily="18" charset="0"/>
                          <a:ea typeface="MS PGothic" panose="020B0600070205080204" pitchFamily="34" charset="-128"/>
                          <a:cs typeface="Times New Roman" panose="02020603050405020304" pitchFamily="18" charset="0"/>
                        </a:rPr>
                        <a:t>0.80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nl-NL" sz="1200" b="0" i="0" u="none" strike="noStrike" cap="none" normalizeH="0" baseline="0">
                          <a:ln>
                            <a:noFill/>
                          </a:ln>
                          <a:solidFill>
                            <a:schemeClr val="tx1"/>
                          </a:solidFill>
                          <a:effectLst/>
                          <a:latin typeface="Times New Roman" panose="02020603050405020304" pitchFamily="18" charset="0"/>
                          <a:ea typeface="MS PGothic" panose="020B0600070205080204" pitchFamily="34" charset="-128"/>
                          <a:cs typeface="Times New Roman" panose="02020603050405020304" pitchFamily="18" charset="0"/>
                        </a:rPr>
                        <a:t>0.90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nl-NL" sz="1200" b="0" i="0" u="none" strike="noStrike" cap="none" normalizeH="0" baseline="0">
                          <a:ln>
                            <a:noFill/>
                          </a:ln>
                          <a:solidFill>
                            <a:schemeClr val="tx1"/>
                          </a:solidFill>
                          <a:effectLst/>
                          <a:latin typeface="Times New Roman" panose="02020603050405020304" pitchFamily="18" charset="0"/>
                          <a:ea typeface="MS PGothic" panose="020B0600070205080204" pitchFamily="34" charset="-128"/>
                          <a:cs typeface="Times New Roman" panose="02020603050405020304" pitchFamily="18" charset="0"/>
                        </a:rPr>
                        <a:t>0.30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nl-NL" sz="1200" b="0" i="0" u="none" strike="noStrike" cap="none" normalizeH="0" baseline="0">
                          <a:ln>
                            <a:noFill/>
                          </a:ln>
                          <a:solidFill>
                            <a:schemeClr val="tx1"/>
                          </a:solidFill>
                          <a:effectLst/>
                          <a:latin typeface="Times New Roman" panose="02020603050405020304" pitchFamily="18" charset="0"/>
                          <a:ea typeface="MS PGothic" panose="020B0600070205080204" pitchFamily="34" charset="-128"/>
                          <a:cs typeface="Times New Roman" panose="02020603050405020304" pitchFamily="18" charset="0"/>
                        </a:rPr>
                        <a:t>0.90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nl-NL" sz="1200" b="0" i="0" u="none" strike="noStrike" cap="none" normalizeH="0" baseline="0">
                          <a:ln>
                            <a:noFill/>
                          </a:ln>
                          <a:solidFill>
                            <a:schemeClr val="tx1"/>
                          </a:solidFill>
                          <a:effectLst/>
                          <a:latin typeface="Times New Roman" panose="02020603050405020304" pitchFamily="18" charset="0"/>
                          <a:ea typeface="MS PGothic" panose="020B0600070205080204" pitchFamily="34" charset="-128"/>
                          <a:cs typeface="Times New Roman" panose="02020603050405020304" pitchFamily="18" charset="0"/>
                        </a:rPr>
                        <a:t>0.00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nl-NL" sz="1200" b="0" i="0" u="none" strike="noStrike" cap="none" normalizeH="0" baseline="0">
                          <a:ln>
                            <a:noFill/>
                          </a:ln>
                          <a:solidFill>
                            <a:schemeClr val="tx1"/>
                          </a:solidFill>
                          <a:effectLst/>
                          <a:latin typeface="Times New Roman" panose="02020603050405020304" pitchFamily="18" charset="0"/>
                          <a:ea typeface="MS PGothic" panose="020B0600070205080204" pitchFamily="34" charset="-128"/>
                          <a:cs typeface="Times New Roman" panose="02020603050405020304" pitchFamily="18" charset="0"/>
                        </a:rPr>
                        <a:t>0.55</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34342">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nl-NL" sz="1200" b="1" i="0" u="none" strike="noStrike" cap="none" normalizeH="0" baseline="0">
                          <a:ln>
                            <a:noFill/>
                          </a:ln>
                          <a:solidFill>
                            <a:schemeClr val="tx1"/>
                          </a:solidFill>
                          <a:effectLst/>
                          <a:latin typeface="Times New Roman" panose="02020603050405020304" pitchFamily="18" charset="0"/>
                          <a:ea typeface="MS PGothic" panose="020B0600070205080204" pitchFamily="34" charset="-128"/>
                          <a:cs typeface="Times New Roman" panose="02020603050405020304" pitchFamily="18" charset="0"/>
                        </a:rPr>
                        <a:t>Metallica</a:t>
                      </a:r>
                    </a:p>
                  </a:txBody>
                  <a:tcPr marL="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nl-NL" sz="1200" b="0" i="0" u="none" strike="noStrike" cap="none" normalizeH="0" baseline="0">
                          <a:ln>
                            <a:noFill/>
                          </a:ln>
                          <a:solidFill>
                            <a:schemeClr val="tx1"/>
                          </a:solidFill>
                          <a:effectLst/>
                          <a:latin typeface="Times New Roman" panose="02020603050405020304" pitchFamily="18" charset="0"/>
                          <a:ea typeface="MS PGothic" panose="020B0600070205080204" pitchFamily="34" charset="-128"/>
                          <a:cs typeface="Times New Roman" panose="02020603050405020304" pitchFamily="18" charset="0"/>
                        </a:rPr>
                        <a:t>1.00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nl-NL" sz="1200" b="0" i="0" u="none" strike="noStrike" cap="none" normalizeH="0" baseline="0">
                          <a:ln>
                            <a:noFill/>
                          </a:ln>
                          <a:solidFill>
                            <a:schemeClr val="tx1"/>
                          </a:solidFill>
                          <a:effectLst/>
                          <a:latin typeface="Times New Roman" panose="02020603050405020304" pitchFamily="18" charset="0"/>
                          <a:ea typeface="MS PGothic" panose="020B0600070205080204" pitchFamily="34" charset="-128"/>
                          <a:cs typeface="Times New Roman" panose="02020603050405020304" pitchFamily="18" charset="0"/>
                        </a:rPr>
                        <a:t>0.90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nl-NL" sz="1200" b="0" i="0" u="none" strike="noStrike" cap="none" normalizeH="0" baseline="0">
                          <a:ln>
                            <a:noFill/>
                          </a:ln>
                          <a:solidFill>
                            <a:schemeClr val="tx1"/>
                          </a:solidFill>
                          <a:effectLst/>
                          <a:latin typeface="Times New Roman" panose="02020603050405020304" pitchFamily="18" charset="0"/>
                          <a:ea typeface="MS PGothic" panose="020B0600070205080204" pitchFamily="34" charset="-128"/>
                          <a:cs typeface="Times New Roman" panose="02020603050405020304" pitchFamily="18" charset="0"/>
                        </a:rPr>
                        <a:t>0.95</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nl-NL" sz="1200" b="0" i="0" u="none" strike="noStrike" cap="none" normalizeH="0" baseline="0">
                          <a:ln>
                            <a:noFill/>
                          </a:ln>
                          <a:solidFill>
                            <a:schemeClr val="tx1"/>
                          </a:solidFill>
                          <a:effectLst/>
                          <a:latin typeface="Times New Roman" panose="02020603050405020304" pitchFamily="18" charset="0"/>
                          <a:ea typeface="MS PGothic" panose="020B0600070205080204" pitchFamily="34" charset="-128"/>
                          <a:cs typeface="Times New Roman" panose="02020603050405020304" pitchFamily="18" charset="0"/>
                        </a:rPr>
                        <a:t>1.00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nl-NL" sz="1200" b="0" i="0" u="none" strike="noStrike" cap="none" normalizeH="0" baseline="0">
                          <a:ln>
                            <a:noFill/>
                          </a:ln>
                          <a:solidFill>
                            <a:schemeClr val="tx1"/>
                          </a:solidFill>
                          <a:effectLst/>
                          <a:latin typeface="Times New Roman" panose="02020603050405020304" pitchFamily="18" charset="0"/>
                          <a:ea typeface="MS PGothic" panose="020B0600070205080204" pitchFamily="34" charset="-128"/>
                          <a:cs typeface="Times New Roman" panose="02020603050405020304" pitchFamily="18" charset="0"/>
                        </a:rPr>
                        <a:t>1.00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nl-NL" sz="1200" b="0" i="0" u="none" strike="noStrike" cap="none" normalizeH="0" baseline="0">
                          <a:ln>
                            <a:noFill/>
                          </a:ln>
                          <a:solidFill>
                            <a:schemeClr val="tx1"/>
                          </a:solidFill>
                          <a:effectLst/>
                          <a:latin typeface="Times New Roman" panose="02020603050405020304" pitchFamily="18" charset="0"/>
                          <a:ea typeface="MS PGothic" panose="020B0600070205080204" pitchFamily="34" charset="-128"/>
                          <a:cs typeface="Times New Roman" panose="02020603050405020304" pitchFamily="18" charset="0"/>
                        </a:rPr>
                        <a:t>0.05</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nl-NL" sz="1200" b="0" i="0" u="none" strike="noStrike" cap="none" normalizeH="0" baseline="0">
                          <a:ln>
                            <a:noFill/>
                          </a:ln>
                          <a:solidFill>
                            <a:schemeClr val="tx1"/>
                          </a:solidFill>
                          <a:effectLst/>
                          <a:latin typeface="Times New Roman" panose="02020603050405020304" pitchFamily="18" charset="0"/>
                          <a:ea typeface="MS PGothic" panose="020B0600070205080204" pitchFamily="34" charset="-128"/>
                          <a:cs typeface="Times New Roman" panose="02020603050405020304" pitchFamily="18" charset="0"/>
                        </a:rPr>
                        <a:t>0.55</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marL="742950" indent="-285750">
                        <a:lnSpc>
                          <a:spcPct val="105000"/>
                        </a:lnSpc>
                        <a:spcBef>
                          <a:spcPct val="20000"/>
                        </a:spcBef>
                        <a:buSzPct val="100000"/>
                        <a:defRPr>
                          <a:solidFill>
                            <a:srgbClr val="000000"/>
                          </a:solidFill>
                          <a:latin typeface="Arial" panose="020B0604020202020204" pitchFamily="34" charset="0"/>
                        </a:defRPr>
                      </a:lvl2pPr>
                      <a:lvl3pPr marL="1143000" indent="-228600">
                        <a:lnSpc>
                          <a:spcPct val="105000"/>
                        </a:lnSpc>
                        <a:spcBef>
                          <a:spcPct val="20000"/>
                        </a:spcBef>
                        <a:buSzPct val="100000"/>
                        <a:defRPr sz="1600">
                          <a:solidFill>
                            <a:srgbClr val="000000"/>
                          </a:solidFill>
                          <a:latin typeface="Arial" panose="020B0604020202020204" pitchFamily="34" charset="0"/>
                        </a:defRPr>
                      </a:lvl3pPr>
                      <a:lvl4pPr marL="1600200" indent="-228600">
                        <a:lnSpc>
                          <a:spcPct val="105000"/>
                        </a:lnSpc>
                        <a:spcBef>
                          <a:spcPct val="20000"/>
                        </a:spcBef>
                        <a:buSzPct val="100000"/>
                        <a:defRPr sz="1400">
                          <a:solidFill>
                            <a:srgbClr val="000000"/>
                          </a:solidFill>
                          <a:latin typeface="Arial" panose="020B0604020202020204" pitchFamily="34" charset="0"/>
                        </a:defRPr>
                      </a:lvl4pPr>
                      <a:lvl5pPr marL="2057400" indent="-228600">
                        <a:lnSpc>
                          <a:spcPct val="105000"/>
                        </a:lnSpc>
                        <a:spcBef>
                          <a:spcPct val="20000"/>
                        </a:spcBef>
                        <a:buSzPct val="100000"/>
                        <a:defRPr sz="14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nl-NL" sz="1200" b="0" i="0" u="none" strike="noStrike" cap="none" normalizeH="0" baseline="0" dirty="0">
                          <a:ln>
                            <a:noFill/>
                          </a:ln>
                          <a:solidFill>
                            <a:schemeClr val="tx1"/>
                          </a:solidFill>
                          <a:effectLst/>
                          <a:latin typeface="Times New Roman" panose="02020603050405020304" pitchFamily="18" charset="0"/>
                          <a:ea typeface="MS PGothic" panose="020B0600070205080204" pitchFamily="34" charset="-128"/>
                          <a:cs typeface="Times New Roman" panose="02020603050405020304" pitchFamily="18" charset="0"/>
                        </a:rPr>
                        <a:t>0.00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21609" name="Rectangle 3">
            <a:extLst>
              <a:ext uri="{FF2B5EF4-FFF2-40B4-BE49-F238E27FC236}">
                <a16:creationId xmlns:a16="http://schemas.microsoft.com/office/drawing/2014/main" id="{215B1913-8CCB-89AA-76B1-C2E8CEEB51C3}"/>
              </a:ext>
            </a:extLst>
          </p:cNvPr>
          <p:cNvSpPr>
            <a:spLocks noGrp="1" noChangeArrowheads="1"/>
          </p:cNvSpPr>
          <p:nvPr>
            <p:ph type="body" sz="half" idx="1"/>
            <p:custDataLst>
              <p:tags r:id="rId4"/>
            </p:custDataLst>
          </p:nvPr>
        </p:nvSpPr>
        <p:spPr>
          <a:xfrm>
            <a:off x="393545" y="1152487"/>
            <a:ext cx="6684578" cy="1221635"/>
          </a:xfrm>
        </p:spPr>
        <p:txBody>
          <a:bodyPr/>
          <a:lstStyle/>
          <a:p>
            <a:pPr marL="0" indent="0" eaLnBrk="1" hangingPunct="1">
              <a:buNone/>
            </a:pPr>
            <a:r>
              <a:rPr lang="en-US" altLang="nl-NL" sz="1700" dirty="0"/>
              <a:t>INPUT: given </a:t>
            </a:r>
            <a:r>
              <a:rPr lang="en-US" altLang="nl-NL" sz="1700" i="1" dirty="0"/>
              <a:t>n</a:t>
            </a:r>
            <a:r>
              <a:rPr lang="en-US" altLang="nl-NL" sz="1700" dirty="0"/>
              <a:t> elements, a </a:t>
            </a:r>
            <a:r>
              <a:rPr lang="en-US" altLang="nl-NL" sz="1700" i="1" dirty="0"/>
              <a:t>symmetric distance matrix</a:t>
            </a:r>
            <a:r>
              <a:rPr lang="en-US" altLang="nl-NL" sz="1700" dirty="0"/>
              <a:t> </a:t>
            </a:r>
            <a:r>
              <a:rPr lang="en-US" altLang="nl-NL" sz="1700" i="1" dirty="0"/>
              <a:t>n</a:t>
            </a:r>
            <a:r>
              <a:rPr lang="en-US" altLang="nl-NL" sz="1700" dirty="0"/>
              <a:t> x </a:t>
            </a:r>
            <a:r>
              <a:rPr lang="en-US" altLang="nl-NL" sz="1700" i="1" dirty="0"/>
              <a:t>n</a:t>
            </a:r>
          </a:p>
        </p:txBody>
      </p:sp>
      <p:pic>
        <p:nvPicPr>
          <p:cNvPr id="3" name="Picture 290" descr="prova">
            <a:extLst>
              <a:ext uri="{FF2B5EF4-FFF2-40B4-BE49-F238E27FC236}">
                <a16:creationId xmlns:a16="http://schemas.microsoft.com/office/drawing/2014/main" id="{71F282C5-FEB0-2710-6B76-BF0947C3EFA8}"/>
              </a:ext>
            </a:extLst>
          </p:cNvPr>
          <p:cNvPicPr>
            <a:picLocks noChangeAspect="1" noChangeArrowheads="1"/>
          </p:cNvPicPr>
          <p:nvPr>
            <p:custDataLst>
              <p:tags r:id="rId5"/>
            </p:custDataLst>
          </p:nvPr>
        </p:nvPicPr>
        <p:blipFill>
          <a:blip r:embed="rId11">
            <a:extLst>
              <a:ext uri="{28A0092B-C50C-407E-A947-70E740481C1C}">
                <a14:useLocalDpi xmlns:a14="http://schemas.microsoft.com/office/drawing/2010/main" val="0"/>
              </a:ext>
            </a:extLst>
          </a:blip>
          <a:srcRect/>
          <a:stretch>
            <a:fillRect/>
          </a:stretch>
        </p:blipFill>
        <p:spPr bwMode="auto">
          <a:xfrm>
            <a:off x="8537874" y="1606141"/>
            <a:ext cx="3476625" cy="362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AutoShape 300">
            <a:extLst>
              <a:ext uri="{FF2B5EF4-FFF2-40B4-BE49-F238E27FC236}">
                <a16:creationId xmlns:a16="http://schemas.microsoft.com/office/drawing/2014/main" id="{078F5B36-8346-A079-A03B-E993140049D5}"/>
              </a:ext>
            </a:extLst>
          </p:cNvPr>
          <p:cNvSpPr>
            <a:spLocks noChangeArrowheads="1"/>
          </p:cNvSpPr>
          <p:nvPr>
            <p:custDataLst>
              <p:tags r:id="rId6"/>
            </p:custDataLst>
          </p:nvPr>
        </p:nvSpPr>
        <p:spPr bwMode="auto">
          <a:xfrm>
            <a:off x="7078123" y="3094422"/>
            <a:ext cx="1223963" cy="649288"/>
          </a:xfrm>
          <a:prstGeom prst="rightArrow">
            <a:avLst>
              <a:gd name="adj1" fmla="val 50000"/>
              <a:gd name="adj2" fmla="val 47127"/>
            </a:avLst>
          </a:prstGeom>
          <a:solidFill>
            <a:schemeClr val="accent1">
              <a:alpha val="50195"/>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endParaRPr lang="en-GB" altLang="nl-NL"/>
          </a:p>
        </p:txBody>
      </p:sp>
      <p:sp>
        <p:nvSpPr>
          <p:cNvPr id="6" name="Rectangle 4">
            <a:extLst>
              <a:ext uri="{FF2B5EF4-FFF2-40B4-BE49-F238E27FC236}">
                <a16:creationId xmlns:a16="http://schemas.microsoft.com/office/drawing/2014/main" id="{DC5403E9-585D-AA14-7ADA-3AA7461900A5}"/>
              </a:ext>
            </a:extLst>
          </p:cNvPr>
          <p:cNvSpPr txBox="1">
            <a:spLocks noChangeArrowheads="1"/>
          </p:cNvSpPr>
          <p:nvPr>
            <p:custDataLst>
              <p:tags r:id="rId7"/>
            </p:custDataLst>
          </p:nvPr>
        </p:nvSpPr>
        <p:spPr>
          <a:xfrm>
            <a:off x="7316059" y="1152487"/>
            <a:ext cx="5004000" cy="4170363"/>
          </a:xfrm>
        </p:spPr>
        <p:txBody>
          <a:bodyP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90000"/>
              </a:lnSpc>
            </a:pPr>
            <a:r>
              <a:rPr lang="en-US" altLang="nl-NL" sz="1700" dirty="0"/>
              <a:t>OUTPUT: a </a:t>
            </a:r>
            <a:r>
              <a:rPr lang="en-US" altLang="nl-NL" sz="1700" i="1" dirty="0"/>
              <a:t>full unrooted binary tree</a:t>
            </a:r>
            <a:r>
              <a:rPr lang="en-US" altLang="nl-NL" sz="1700" dirty="0"/>
              <a:t> (or </a:t>
            </a:r>
            <a:r>
              <a:rPr lang="en-US" altLang="nl-NL" sz="1700" i="1" dirty="0"/>
              <a:t>trivalent tree</a:t>
            </a:r>
            <a:r>
              <a:rPr lang="en-US" altLang="nl-NL" sz="1700" dirty="0"/>
              <a:t>, or </a:t>
            </a:r>
            <a:r>
              <a:rPr lang="en-US" altLang="nl-NL" sz="1700" i="1" dirty="0"/>
              <a:t>boron tree</a:t>
            </a:r>
            <a:r>
              <a:rPr lang="en-US" altLang="nl-NL" sz="1700" dirty="0"/>
              <a:t>) with </a:t>
            </a:r>
            <a:r>
              <a:rPr lang="en-US" altLang="nl-NL" sz="1700" i="1" dirty="0"/>
              <a:t>n</a:t>
            </a:r>
            <a:r>
              <a:rPr lang="en-US" altLang="nl-NL" sz="1700" dirty="0"/>
              <a:t> leaves</a:t>
            </a:r>
          </a:p>
        </p:txBody>
      </p:sp>
      <p:sp>
        <p:nvSpPr>
          <p:cNvPr id="7" name="Rectangle 3">
            <a:extLst>
              <a:ext uri="{FF2B5EF4-FFF2-40B4-BE49-F238E27FC236}">
                <a16:creationId xmlns:a16="http://schemas.microsoft.com/office/drawing/2014/main" id="{5AF3F768-50FF-2A12-FDEB-5678C14CABC5}"/>
              </a:ext>
            </a:extLst>
          </p:cNvPr>
          <p:cNvSpPr txBox="1">
            <a:spLocks noChangeArrowheads="1"/>
          </p:cNvSpPr>
          <p:nvPr>
            <p:custDataLst>
              <p:tags r:id="rId8"/>
            </p:custDataLst>
          </p:nvPr>
        </p:nvSpPr>
        <p:spPr>
          <a:xfrm>
            <a:off x="1034676" y="5006196"/>
            <a:ext cx="8403614" cy="1488281"/>
          </a:xfrm>
          <a:noFill/>
        </p:spPr>
        <p:txBody>
          <a:bodyPr/>
          <a:lstStyle>
            <a:lvl1pPr marL="228600" indent="-228600" algn="l" defTabSz="914400" rtl="0" eaLnBrk="1" latinLnBrk="0" hangingPunct="1">
              <a:lnSpc>
                <a:spcPct val="100000"/>
              </a:lnSpc>
              <a:spcBef>
                <a:spcPts val="0"/>
              </a:spcBef>
              <a:spcAft>
                <a:spcPts val="1800"/>
              </a:spcAft>
              <a:buClr>
                <a:srgbClr val="2B91C5"/>
              </a:buClr>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spcAft>
                <a:spcPts val="1800"/>
              </a:spcAft>
              <a:buClr>
                <a:srgbClr val="2B91C5"/>
              </a:buClr>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spcAft>
                <a:spcPts val="1800"/>
              </a:spcAft>
              <a:buClr>
                <a:srgbClr val="2B91C5"/>
              </a:buClr>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spcAft>
                <a:spcPts val="1800"/>
              </a:spcAft>
              <a:buClr>
                <a:srgbClr val="2B91C5"/>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spcAft>
                <a:spcPts val="1800"/>
              </a:spcAft>
              <a:buClr>
                <a:srgbClr val="2B91C5"/>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nl-NL" sz="2000" dirty="0"/>
              <a:t>Why full binary trees? Because they have a rich internal structure: many differentiated paths between the leaves</a:t>
            </a:r>
          </a:p>
          <a:p>
            <a:r>
              <a:rPr lang="en-US" altLang="nl-NL" sz="2000" b="1" dirty="0"/>
              <a:t>GOAL</a:t>
            </a:r>
            <a:r>
              <a:rPr lang="en-US" altLang="nl-NL" sz="2000" dirty="0"/>
              <a:t>: find the </a:t>
            </a:r>
            <a:r>
              <a:rPr lang="en-US" altLang="nl-NL" sz="2000" b="1" dirty="0"/>
              <a:t>full binary tree</a:t>
            </a:r>
            <a:r>
              <a:rPr lang="en-US" altLang="nl-NL" sz="2000" dirty="0"/>
              <a:t> with </a:t>
            </a:r>
            <a:r>
              <a:rPr lang="en-US" altLang="nl-NL" sz="2000" i="1" dirty="0"/>
              <a:t>n</a:t>
            </a:r>
            <a:r>
              <a:rPr lang="en-US" altLang="nl-NL" sz="2000" dirty="0"/>
              <a:t> leaves that much agrees with the </a:t>
            </a:r>
            <a:r>
              <a:rPr lang="en-US" altLang="nl-NL" sz="2000" b="1" dirty="0"/>
              <a:t>distance matrix</a:t>
            </a:r>
            <a:r>
              <a:rPr lang="en-US" altLang="nl-NL" sz="2000" dirty="0"/>
              <a:t> (according to a certain cost function)</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E6BB4980-2DA8-BBB8-883C-B57255E799D4}"/>
              </a:ext>
            </a:extLst>
          </p:cNvPr>
          <p:cNvSpPr>
            <a:spLocks noGrp="1" noChangeArrowheads="1"/>
          </p:cNvSpPr>
          <p:nvPr>
            <p:ph type="title"/>
            <p:custDataLst>
              <p:tags r:id="rId2"/>
            </p:custDataLst>
          </p:nvPr>
        </p:nvSpPr>
        <p:spPr>
          <a:xfrm>
            <a:off x="964053" y="107144"/>
            <a:ext cx="10263893" cy="782357"/>
          </a:xfrm>
          <a:noFill/>
        </p:spPr>
        <p:txBody>
          <a:bodyPr/>
          <a:lstStyle/>
          <a:p>
            <a:pPr algn="ctr" eaLnBrk="1" hangingPunct="1"/>
            <a:r>
              <a:rPr lang="en-US" altLang="nl-NL" dirty="0"/>
              <a:t>Definitions</a:t>
            </a:r>
          </a:p>
        </p:txBody>
      </p:sp>
      <p:sp>
        <p:nvSpPr>
          <p:cNvPr id="27651" name="Rectangle 3">
            <a:extLst>
              <a:ext uri="{FF2B5EF4-FFF2-40B4-BE49-F238E27FC236}">
                <a16:creationId xmlns:a16="http://schemas.microsoft.com/office/drawing/2014/main" id="{CC7FDC39-C966-0B56-9005-3E0D861361C3}"/>
              </a:ext>
            </a:extLst>
          </p:cNvPr>
          <p:cNvSpPr>
            <a:spLocks noGrp="1" noChangeArrowheads="1"/>
          </p:cNvSpPr>
          <p:nvPr>
            <p:ph type="body" idx="1"/>
            <p:custDataLst>
              <p:tags r:id="rId3"/>
            </p:custDataLst>
          </p:nvPr>
        </p:nvSpPr>
        <p:spPr>
          <a:xfrm>
            <a:off x="548487" y="1176839"/>
            <a:ext cx="6362410" cy="3082364"/>
          </a:xfrm>
          <a:noFill/>
        </p:spPr>
        <p:txBody>
          <a:bodyPr/>
          <a:lstStyle/>
          <a:p>
            <a:pPr marL="838200" lvl="1" indent="-381000"/>
            <a:r>
              <a:rPr lang="en-US" altLang="nl-NL" dirty="0"/>
              <a:t>Tree possible internal nodes:</a:t>
            </a:r>
          </a:p>
          <a:p>
            <a:pPr marL="838200" lvl="1" indent="-381000">
              <a:buFontTx/>
              <a:buAutoNum type="arabicPeriod"/>
            </a:pPr>
            <a:r>
              <a:rPr lang="en-US" altLang="nl-NL" i="1" dirty="0"/>
              <a:t>Terminal node</a:t>
            </a:r>
            <a:r>
              <a:rPr lang="en-US" altLang="nl-NL" dirty="0"/>
              <a:t>: connected with 2 leaves and 1 internal node</a:t>
            </a:r>
          </a:p>
          <a:p>
            <a:pPr marL="838200" lvl="1" indent="-381000">
              <a:buFontTx/>
              <a:buAutoNum type="arabicPeriod" startAt="2"/>
            </a:pPr>
            <a:r>
              <a:rPr lang="en-US" altLang="nl-NL" i="1" dirty="0"/>
              <a:t>Transition node</a:t>
            </a:r>
            <a:r>
              <a:rPr lang="en-US" altLang="nl-NL" dirty="0"/>
              <a:t>: connected with 1 leaf and 2 internal nodes</a:t>
            </a:r>
          </a:p>
          <a:p>
            <a:pPr marL="838200" lvl="1" indent="-381000">
              <a:buFontTx/>
              <a:buAutoNum type="arabicPeriod" startAt="2"/>
            </a:pPr>
            <a:r>
              <a:rPr lang="en-US" altLang="nl-NL" i="1" dirty="0"/>
              <a:t>Cross node</a:t>
            </a:r>
            <a:r>
              <a:rPr lang="en-US" altLang="nl-NL" dirty="0"/>
              <a:t>: connected with 3 internal nodes (no leaves)</a:t>
            </a:r>
          </a:p>
        </p:txBody>
      </p:sp>
      <p:grpSp>
        <p:nvGrpSpPr>
          <p:cNvPr id="27652" name="Group 4">
            <a:extLst>
              <a:ext uri="{FF2B5EF4-FFF2-40B4-BE49-F238E27FC236}">
                <a16:creationId xmlns:a16="http://schemas.microsoft.com/office/drawing/2014/main" id="{F80F1545-90A1-AC10-C6A6-5F21B7658433}"/>
              </a:ext>
            </a:extLst>
          </p:cNvPr>
          <p:cNvGrpSpPr>
            <a:grpSpLocks/>
          </p:cNvGrpSpPr>
          <p:nvPr/>
        </p:nvGrpSpPr>
        <p:grpSpPr bwMode="auto">
          <a:xfrm>
            <a:off x="6847544" y="1042556"/>
            <a:ext cx="1681163" cy="1155700"/>
            <a:chOff x="3410" y="1082"/>
            <a:chExt cx="1059" cy="728"/>
          </a:xfrm>
        </p:grpSpPr>
        <p:grpSp>
          <p:nvGrpSpPr>
            <p:cNvPr id="27683" name="Group 5">
              <a:extLst>
                <a:ext uri="{FF2B5EF4-FFF2-40B4-BE49-F238E27FC236}">
                  <a16:creationId xmlns:a16="http://schemas.microsoft.com/office/drawing/2014/main" id="{2171C30C-7091-B5CF-011D-40A9A27C86C0}"/>
                </a:ext>
              </a:extLst>
            </p:cNvPr>
            <p:cNvGrpSpPr>
              <a:grpSpLocks noChangeAspect="1"/>
            </p:cNvGrpSpPr>
            <p:nvPr/>
          </p:nvGrpSpPr>
          <p:grpSpPr bwMode="auto">
            <a:xfrm>
              <a:off x="3424" y="1114"/>
              <a:ext cx="1045" cy="680"/>
              <a:chOff x="1927" y="1902"/>
              <a:chExt cx="1393" cy="907"/>
            </a:xfrm>
          </p:grpSpPr>
          <p:sp>
            <p:nvSpPr>
              <p:cNvPr id="27686" name="Oval 6">
                <a:extLst>
                  <a:ext uri="{FF2B5EF4-FFF2-40B4-BE49-F238E27FC236}">
                    <a16:creationId xmlns:a16="http://schemas.microsoft.com/office/drawing/2014/main" id="{1978EDFE-38FC-D8D2-5B41-D85254A2DA46}"/>
                  </a:ext>
                </a:extLst>
              </p:cNvPr>
              <p:cNvSpPr>
                <a:spLocks noChangeAspect="1" noChangeArrowheads="1"/>
              </p:cNvSpPr>
              <p:nvPr/>
            </p:nvSpPr>
            <p:spPr bwMode="auto">
              <a:xfrm>
                <a:off x="1927" y="1902"/>
                <a:ext cx="227" cy="227"/>
              </a:xfrm>
              <a:prstGeom prst="ellipse">
                <a:avLst/>
              </a:prstGeom>
              <a:noFill/>
              <a:ln w="9525"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endParaRPr lang="en-GB" altLang="nl-NL"/>
              </a:p>
            </p:txBody>
          </p:sp>
          <p:sp>
            <p:nvSpPr>
              <p:cNvPr id="27687" name="Oval 7">
                <a:extLst>
                  <a:ext uri="{FF2B5EF4-FFF2-40B4-BE49-F238E27FC236}">
                    <a16:creationId xmlns:a16="http://schemas.microsoft.com/office/drawing/2014/main" id="{8B097FD9-35B4-2854-9B13-ED26F47BB69A}"/>
                  </a:ext>
                </a:extLst>
              </p:cNvPr>
              <p:cNvSpPr>
                <a:spLocks noChangeAspect="1" noChangeArrowheads="1"/>
              </p:cNvSpPr>
              <p:nvPr/>
            </p:nvSpPr>
            <p:spPr bwMode="auto">
              <a:xfrm>
                <a:off x="1927" y="2582"/>
                <a:ext cx="227" cy="227"/>
              </a:xfrm>
              <a:prstGeom prst="ellipse">
                <a:avLst/>
              </a:prstGeom>
              <a:noFill/>
              <a:ln w="9525"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endParaRPr lang="en-GB" altLang="nl-NL"/>
              </a:p>
            </p:txBody>
          </p:sp>
          <p:sp>
            <p:nvSpPr>
              <p:cNvPr id="27688" name="Oval 8">
                <a:extLst>
                  <a:ext uri="{FF2B5EF4-FFF2-40B4-BE49-F238E27FC236}">
                    <a16:creationId xmlns:a16="http://schemas.microsoft.com/office/drawing/2014/main" id="{D41498D0-ADA6-1F1B-B8D6-254916306B5F}"/>
                  </a:ext>
                </a:extLst>
              </p:cNvPr>
              <p:cNvSpPr>
                <a:spLocks noChangeAspect="1" noChangeArrowheads="1"/>
              </p:cNvSpPr>
              <p:nvPr/>
            </p:nvSpPr>
            <p:spPr bwMode="auto">
              <a:xfrm>
                <a:off x="2380" y="2242"/>
                <a:ext cx="227" cy="227"/>
              </a:xfrm>
              <a:prstGeom prst="ellipse">
                <a:avLst/>
              </a:prstGeom>
              <a:solidFill>
                <a:srgbClr val="FF0000"/>
              </a:solidFill>
              <a:ln w="9525" algn="ctr">
                <a:solidFill>
                  <a:schemeClr val="tx1"/>
                </a:solidFill>
                <a:round/>
                <a:headEnd/>
                <a:tailEnd/>
              </a:ln>
            </p:spPr>
            <p:txBody>
              <a:bodyPr wrap="none"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endParaRPr lang="en-GB" altLang="nl-NL"/>
              </a:p>
            </p:txBody>
          </p:sp>
          <p:sp>
            <p:nvSpPr>
              <p:cNvPr id="27689" name="Oval 9">
                <a:extLst>
                  <a:ext uri="{FF2B5EF4-FFF2-40B4-BE49-F238E27FC236}">
                    <a16:creationId xmlns:a16="http://schemas.microsoft.com/office/drawing/2014/main" id="{B17BC3DC-92EC-698E-D5E5-BAC33A135A76}"/>
                  </a:ext>
                </a:extLst>
              </p:cNvPr>
              <p:cNvSpPr>
                <a:spLocks noChangeAspect="1" noChangeArrowheads="1"/>
              </p:cNvSpPr>
              <p:nvPr>
                <p:custDataLst>
                  <p:tags r:id="rId34"/>
                </p:custDataLst>
              </p:nvPr>
            </p:nvSpPr>
            <p:spPr bwMode="auto">
              <a:xfrm>
                <a:off x="2834" y="2242"/>
                <a:ext cx="227" cy="227"/>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endParaRPr lang="en-GB" altLang="nl-NL"/>
              </a:p>
            </p:txBody>
          </p:sp>
          <p:cxnSp>
            <p:nvCxnSpPr>
              <p:cNvPr id="27690" name="AutoShape 10">
                <a:extLst>
                  <a:ext uri="{FF2B5EF4-FFF2-40B4-BE49-F238E27FC236}">
                    <a16:creationId xmlns:a16="http://schemas.microsoft.com/office/drawing/2014/main" id="{BD769751-1AD4-ADAC-318E-E3C8DC66604A}"/>
                  </a:ext>
                </a:extLst>
              </p:cNvPr>
              <p:cNvCxnSpPr>
                <a:cxnSpLocks noChangeAspect="1" noChangeShapeType="1"/>
                <a:stCxn id="27686" idx="5"/>
                <a:endCxn id="27688" idx="1"/>
              </p:cNvCxnSpPr>
              <p:nvPr/>
            </p:nvCxnSpPr>
            <p:spPr bwMode="auto">
              <a:xfrm>
                <a:off x="2121" y="2096"/>
                <a:ext cx="292" cy="179"/>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27691" name="AutoShape 11">
                <a:extLst>
                  <a:ext uri="{FF2B5EF4-FFF2-40B4-BE49-F238E27FC236}">
                    <a16:creationId xmlns:a16="http://schemas.microsoft.com/office/drawing/2014/main" id="{B027735C-C0E9-C53D-022F-F97A7E5F1847}"/>
                  </a:ext>
                </a:extLst>
              </p:cNvPr>
              <p:cNvCxnSpPr>
                <a:cxnSpLocks noChangeAspect="1" noChangeShapeType="1"/>
                <a:stCxn id="27687" idx="7"/>
                <a:endCxn id="27688" idx="3"/>
              </p:cNvCxnSpPr>
              <p:nvPr/>
            </p:nvCxnSpPr>
            <p:spPr bwMode="auto">
              <a:xfrm flipV="1">
                <a:off x="2121" y="2436"/>
                <a:ext cx="292" cy="179"/>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27692" name="AutoShape 12">
                <a:extLst>
                  <a:ext uri="{FF2B5EF4-FFF2-40B4-BE49-F238E27FC236}">
                    <a16:creationId xmlns:a16="http://schemas.microsoft.com/office/drawing/2014/main" id="{27174C3C-381C-D861-D3A3-F23BEDE6327B}"/>
                  </a:ext>
                </a:extLst>
              </p:cNvPr>
              <p:cNvCxnSpPr>
                <a:cxnSpLocks noChangeAspect="1" noChangeShapeType="1"/>
                <a:stCxn id="27688" idx="6"/>
                <a:endCxn id="27689" idx="2"/>
              </p:cNvCxnSpPr>
              <p:nvPr/>
            </p:nvCxnSpPr>
            <p:spPr bwMode="auto">
              <a:xfrm>
                <a:off x="2607" y="2356"/>
                <a:ext cx="227"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27693" name="AutoShape 13">
                <a:extLst>
                  <a:ext uri="{FF2B5EF4-FFF2-40B4-BE49-F238E27FC236}">
                    <a16:creationId xmlns:a16="http://schemas.microsoft.com/office/drawing/2014/main" id="{6608E352-A2D7-FD05-37B5-EDBA1F0B8094}"/>
                  </a:ext>
                </a:extLst>
              </p:cNvPr>
              <p:cNvCxnSpPr>
                <a:cxnSpLocks noChangeAspect="1" noChangeShapeType="1"/>
                <a:stCxn id="27689" idx="7"/>
              </p:cNvCxnSpPr>
              <p:nvPr>
                <p:custDataLst>
                  <p:tags r:id="rId35"/>
                </p:custDataLst>
              </p:nvPr>
            </p:nvCxnSpPr>
            <p:spPr bwMode="auto">
              <a:xfrm flipV="1">
                <a:off x="3028" y="2096"/>
                <a:ext cx="292" cy="179"/>
              </a:xfrm>
              <a:prstGeom prst="straightConnector1">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27694" name="AutoShape 14">
                <a:extLst>
                  <a:ext uri="{FF2B5EF4-FFF2-40B4-BE49-F238E27FC236}">
                    <a16:creationId xmlns:a16="http://schemas.microsoft.com/office/drawing/2014/main" id="{2B29681C-AF47-5C13-6434-20457E0035C9}"/>
                  </a:ext>
                </a:extLst>
              </p:cNvPr>
              <p:cNvCxnSpPr>
                <a:cxnSpLocks noChangeAspect="1" noChangeShapeType="1"/>
                <a:stCxn id="27689" idx="5"/>
              </p:cNvCxnSpPr>
              <p:nvPr>
                <p:custDataLst>
                  <p:tags r:id="rId36"/>
                </p:custDataLst>
              </p:nvPr>
            </p:nvCxnSpPr>
            <p:spPr bwMode="auto">
              <a:xfrm>
                <a:off x="3028" y="2436"/>
                <a:ext cx="292" cy="179"/>
              </a:xfrm>
              <a:prstGeom prst="straightConnector1">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cxnSp>
        </p:grpSp>
        <p:sp>
          <p:nvSpPr>
            <p:cNvPr id="27684" name="Rectangle 15">
              <a:extLst>
                <a:ext uri="{FF2B5EF4-FFF2-40B4-BE49-F238E27FC236}">
                  <a16:creationId xmlns:a16="http://schemas.microsoft.com/office/drawing/2014/main" id="{DFE5F68C-750E-A139-A701-F41C1B5DB0C4}"/>
                </a:ext>
              </a:extLst>
            </p:cNvPr>
            <p:cNvSpPr>
              <a:spLocks noChangeAspect="1" noChangeArrowheads="1"/>
            </p:cNvSpPr>
            <p:nvPr>
              <p:custDataLst>
                <p:tags r:id="rId32"/>
              </p:custDataLst>
            </p:nvPr>
          </p:nvSpPr>
          <p:spPr bwMode="auto">
            <a:xfrm>
              <a:off x="3420" y="1082"/>
              <a:ext cx="204"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54000" indent="-254000">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just" eaLnBrk="1" hangingPunct="1">
                <a:lnSpc>
                  <a:spcPct val="105000"/>
                </a:lnSpc>
                <a:buClr>
                  <a:srgbClr val="FF0000"/>
                </a:buClr>
                <a:buSzPct val="100000"/>
              </a:pPr>
              <a:r>
                <a:rPr lang="en-GB" altLang="nl-NL" sz="1600"/>
                <a:t>a</a:t>
              </a:r>
            </a:p>
          </p:txBody>
        </p:sp>
        <p:sp>
          <p:nvSpPr>
            <p:cNvPr id="27685" name="Rectangle 16">
              <a:extLst>
                <a:ext uri="{FF2B5EF4-FFF2-40B4-BE49-F238E27FC236}">
                  <a16:creationId xmlns:a16="http://schemas.microsoft.com/office/drawing/2014/main" id="{71ECB6D5-1E72-D96C-9551-9C4EC4CDD906}"/>
                </a:ext>
              </a:extLst>
            </p:cNvPr>
            <p:cNvSpPr>
              <a:spLocks noChangeAspect="1" noChangeArrowheads="1"/>
            </p:cNvSpPr>
            <p:nvPr>
              <p:custDataLst>
                <p:tags r:id="rId33"/>
              </p:custDataLst>
            </p:nvPr>
          </p:nvSpPr>
          <p:spPr bwMode="auto">
            <a:xfrm>
              <a:off x="3410" y="1600"/>
              <a:ext cx="204"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54000" indent="-254000">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just" eaLnBrk="1" hangingPunct="1">
                <a:lnSpc>
                  <a:spcPct val="105000"/>
                </a:lnSpc>
                <a:buClr>
                  <a:srgbClr val="FF0000"/>
                </a:buClr>
                <a:buSzPct val="100000"/>
              </a:pPr>
              <a:r>
                <a:rPr lang="en-GB" altLang="nl-NL" sz="1600"/>
                <a:t>d</a:t>
              </a:r>
            </a:p>
          </p:txBody>
        </p:sp>
      </p:grpSp>
      <p:grpSp>
        <p:nvGrpSpPr>
          <p:cNvPr id="27653" name="Group 17">
            <a:extLst>
              <a:ext uri="{FF2B5EF4-FFF2-40B4-BE49-F238E27FC236}">
                <a16:creationId xmlns:a16="http://schemas.microsoft.com/office/drawing/2014/main" id="{E1AF7409-1D5C-3807-42C3-266A885A8686}"/>
              </a:ext>
            </a:extLst>
          </p:cNvPr>
          <p:cNvGrpSpPr>
            <a:grpSpLocks/>
          </p:cNvGrpSpPr>
          <p:nvPr/>
        </p:nvGrpSpPr>
        <p:grpSpPr bwMode="auto">
          <a:xfrm>
            <a:off x="6760237" y="2051571"/>
            <a:ext cx="1985963" cy="1103312"/>
            <a:chOff x="3353" y="2054"/>
            <a:chExt cx="1251" cy="695"/>
          </a:xfrm>
        </p:grpSpPr>
        <p:sp>
          <p:nvSpPr>
            <p:cNvPr id="27671" name="Oval 18">
              <a:extLst>
                <a:ext uri="{FF2B5EF4-FFF2-40B4-BE49-F238E27FC236}">
                  <a16:creationId xmlns:a16="http://schemas.microsoft.com/office/drawing/2014/main" id="{8D53E48F-1A13-CB6E-A11F-D5C764090427}"/>
                </a:ext>
              </a:extLst>
            </p:cNvPr>
            <p:cNvSpPr>
              <a:spLocks noChangeAspect="1" noChangeArrowheads="1"/>
            </p:cNvSpPr>
            <p:nvPr>
              <p:custDataLst>
                <p:tags r:id="rId20"/>
              </p:custDataLst>
            </p:nvPr>
          </p:nvSpPr>
          <p:spPr bwMode="auto">
            <a:xfrm>
              <a:off x="3547" y="2466"/>
              <a:ext cx="171" cy="170"/>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endParaRPr lang="en-GB" altLang="nl-NL"/>
            </a:p>
          </p:txBody>
        </p:sp>
        <p:sp>
          <p:nvSpPr>
            <p:cNvPr id="27672" name="Oval 19">
              <a:extLst>
                <a:ext uri="{FF2B5EF4-FFF2-40B4-BE49-F238E27FC236}">
                  <a16:creationId xmlns:a16="http://schemas.microsoft.com/office/drawing/2014/main" id="{CCD066D9-DD83-7097-918A-1CFBF9921DDE}"/>
                </a:ext>
              </a:extLst>
            </p:cNvPr>
            <p:cNvSpPr>
              <a:spLocks noChangeAspect="1" noChangeArrowheads="1"/>
            </p:cNvSpPr>
            <p:nvPr>
              <p:custDataLst>
                <p:tags r:id="rId21"/>
              </p:custDataLst>
            </p:nvPr>
          </p:nvSpPr>
          <p:spPr bwMode="auto">
            <a:xfrm>
              <a:off x="3890" y="2095"/>
              <a:ext cx="170" cy="170"/>
            </a:xfrm>
            <a:prstGeom prst="ellipse">
              <a:avLst/>
            </a:prstGeom>
            <a:noFill/>
            <a:ln w="9525"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endParaRPr lang="en-GB" altLang="nl-NL"/>
            </a:p>
          </p:txBody>
        </p:sp>
        <p:sp>
          <p:nvSpPr>
            <p:cNvPr id="27673" name="Oval 20">
              <a:extLst>
                <a:ext uri="{FF2B5EF4-FFF2-40B4-BE49-F238E27FC236}">
                  <a16:creationId xmlns:a16="http://schemas.microsoft.com/office/drawing/2014/main" id="{69B1E9C8-A83B-8B67-B088-AE5946EF2FA1}"/>
                </a:ext>
              </a:extLst>
            </p:cNvPr>
            <p:cNvSpPr>
              <a:spLocks noChangeAspect="1" noChangeArrowheads="1"/>
            </p:cNvSpPr>
            <p:nvPr>
              <p:custDataLst>
                <p:tags r:id="rId22"/>
              </p:custDataLst>
            </p:nvPr>
          </p:nvSpPr>
          <p:spPr bwMode="auto">
            <a:xfrm>
              <a:off x="3888" y="2466"/>
              <a:ext cx="170" cy="170"/>
            </a:xfrm>
            <a:prstGeom prst="ellipse">
              <a:avLst/>
            </a:prstGeom>
            <a:solidFill>
              <a:srgbClr val="FF0000"/>
            </a:solidFill>
            <a:ln w="9525" algn="ctr">
              <a:solidFill>
                <a:schemeClr val="tx1"/>
              </a:solidFill>
              <a:round/>
              <a:headEnd/>
              <a:tailEnd/>
            </a:ln>
          </p:spPr>
          <p:txBody>
            <a:bodyPr wrap="none"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endParaRPr lang="en-GB" altLang="nl-NL"/>
            </a:p>
          </p:txBody>
        </p:sp>
        <p:cxnSp>
          <p:nvCxnSpPr>
            <p:cNvPr id="27674" name="AutoShape 21">
              <a:extLst>
                <a:ext uri="{FF2B5EF4-FFF2-40B4-BE49-F238E27FC236}">
                  <a16:creationId xmlns:a16="http://schemas.microsoft.com/office/drawing/2014/main" id="{CF384770-B835-62D9-B414-FCB1EB4FD63F}"/>
                </a:ext>
              </a:extLst>
            </p:cNvPr>
            <p:cNvCxnSpPr>
              <a:cxnSpLocks noChangeAspect="1" noChangeShapeType="1"/>
              <a:endCxn id="27671" idx="1"/>
            </p:cNvCxnSpPr>
            <p:nvPr>
              <p:custDataLst>
                <p:tags r:id="rId23"/>
              </p:custDataLst>
            </p:nvPr>
          </p:nvCxnSpPr>
          <p:spPr bwMode="auto">
            <a:xfrm>
              <a:off x="3353" y="2357"/>
              <a:ext cx="219" cy="134"/>
            </a:xfrm>
            <a:prstGeom prst="straightConnector1">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27675" name="AutoShape 22">
              <a:extLst>
                <a:ext uri="{FF2B5EF4-FFF2-40B4-BE49-F238E27FC236}">
                  <a16:creationId xmlns:a16="http://schemas.microsoft.com/office/drawing/2014/main" id="{E46AB667-FD77-C607-F611-A33200963AC9}"/>
                </a:ext>
              </a:extLst>
            </p:cNvPr>
            <p:cNvCxnSpPr>
              <a:cxnSpLocks noChangeAspect="1" noChangeShapeType="1"/>
              <a:endCxn id="27671" idx="3"/>
            </p:cNvCxnSpPr>
            <p:nvPr>
              <p:custDataLst>
                <p:tags r:id="rId24"/>
              </p:custDataLst>
            </p:nvPr>
          </p:nvCxnSpPr>
          <p:spPr bwMode="auto">
            <a:xfrm flipV="1">
              <a:off x="3353" y="2611"/>
              <a:ext cx="219" cy="134"/>
            </a:xfrm>
            <a:prstGeom prst="straightConnector1">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27676" name="AutoShape 23">
              <a:extLst>
                <a:ext uri="{FF2B5EF4-FFF2-40B4-BE49-F238E27FC236}">
                  <a16:creationId xmlns:a16="http://schemas.microsoft.com/office/drawing/2014/main" id="{516AC2B1-3BAD-974C-49F9-108CF29A788A}"/>
                </a:ext>
              </a:extLst>
            </p:cNvPr>
            <p:cNvCxnSpPr>
              <a:cxnSpLocks noChangeAspect="1" noChangeShapeType="1"/>
              <a:stCxn id="27671" idx="6"/>
              <a:endCxn id="27673" idx="2"/>
            </p:cNvCxnSpPr>
            <p:nvPr>
              <p:custDataLst>
                <p:tags r:id="rId25"/>
              </p:custDataLst>
            </p:nvPr>
          </p:nvCxnSpPr>
          <p:spPr bwMode="auto">
            <a:xfrm>
              <a:off x="3718" y="2551"/>
              <a:ext cx="170"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27677" name="AutoShape 24">
              <a:extLst>
                <a:ext uri="{FF2B5EF4-FFF2-40B4-BE49-F238E27FC236}">
                  <a16:creationId xmlns:a16="http://schemas.microsoft.com/office/drawing/2014/main" id="{2668BE9C-98B3-E242-DEA5-E4F458FF35DF}"/>
                </a:ext>
              </a:extLst>
            </p:cNvPr>
            <p:cNvCxnSpPr>
              <a:cxnSpLocks noChangeAspect="1" noChangeShapeType="1"/>
              <a:stCxn id="27673" idx="0"/>
              <a:endCxn id="27672" idx="4"/>
            </p:cNvCxnSpPr>
            <p:nvPr>
              <p:custDataLst>
                <p:tags r:id="rId26"/>
              </p:custDataLst>
            </p:nvPr>
          </p:nvCxnSpPr>
          <p:spPr bwMode="auto">
            <a:xfrm flipV="1">
              <a:off x="3973" y="2265"/>
              <a:ext cx="3" cy="201"/>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27678" name="AutoShape 25">
              <a:extLst>
                <a:ext uri="{FF2B5EF4-FFF2-40B4-BE49-F238E27FC236}">
                  <a16:creationId xmlns:a16="http://schemas.microsoft.com/office/drawing/2014/main" id="{D98BC4C0-80EF-CE7C-8145-072691BBA091}"/>
                </a:ext>
              </a:extLst>
            </p:cNvPr>
            <p:cNvCxnSpPr>
              <a:cxnSpLocks noChangeAspect="1" noChangeShapeType="1"/>
              <a:stCxn id="27673" idx="6"/>
              <a:endCxn id="27680" idx="2"/>
            </p:cNvCxnSpPr>
            <p:nvPr>
              <p:custDataLst>
                <p:tags r:id="rId27"/>
              </p:custDataLst>
            </p:nvPr>
          </p:nvCxnSpPr>
          <p:spPr bwMode="auto">
            <a:xfrm>
              <a:off x="4058" y="2551"/>
              <a:ext cx="182" cy="5"/>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27679" name="Rectangle 26">
              <a:extLst>
                <a:ext uri="{FF2B5EF4-FFF2-40B4-BE49-F238E27FC236}">
                  <a16:creationId xmlns:a16="http://schemas.microsoft.com/office/drawing/2014/main" id="{E8B822C5-4A19-E930-BE24-E24944D174A4}"/>
                </a:ext>
              </a:extLst>
            </p:cNvPr>
            <p:cNvSpPr>
              <a:spLocks noChangeAspect="1" noChangeArrowheads="1"/>
            </p:cNvSpPr>
            <p:nvPr>
              <p:custDataLst>
                <p:tags r:id="rId28"/>
              </p:custDataLst>
            </p:nvPr>
          </p:nvSpPr>
          <p:spPr bwMode="auto">
            <a:xfrm>
              <a:off x="3892" y="2054"/>
              <a:ext cx="204"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just" eaLnBrk="1" hangingPunct="1">
                <a:lnSpc>
                  <a:spcPct val="105000"/>
                </a:lnSpc>
                <a:buClr>
                  <a:srgbClr val="FF0000"/>
                </a:buClr>
                <a:buSzPct val="100000"/>
              </a:pPr>
              <a:r>
                <a:rPr lang="en-GB" altLang="nl-NL" sz="1600"/>
                <a:t>g</a:t>
              </a:r>
            </a:p>
          </p:txBody>
        </p:sp>
        <p:sp>
          <p:nvSpPr>
            <p:cNvPr id="27680" name="Oval 27">
              <a:extLst>
                <a:ext uri="{FF2B5EF4-FFF2-40B4-BE49-F238E27FC236}">
                  <a16:creationId xmlns:a16="http://schemas.microsoft.com/office/drawing/2014/main" id="{497CCCFF-7BB7-0BC9-45E8-8C8E2614D06A}"/>
                </a:ext>
              </a:extLst>
            </p:cNvPr>
            <p:cNvSpPr>
              <a:spLocks noChangeAspect="1" noChangeArrowheads="1"/>
            </p:cNvSpPr>
            <p:nvPr>
              <p:custDataLst>
                <p:tags r:id="rId29"/>
              </p:custDataLst>
            </p:nvPr>
          </p:nvSpPr>
          <p:spPr bwMode="auto">
            <a:xfrm>
              <a:off x="4240" y="2470"/>
              <a:ext cx="170" cy="170"/>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endParaRPr lang="en-GB" altLang="nl-NL"/>
            </a:p>
          </p:txBody>
        </p:sp>
        <p:cxnSp>
          <p:nvCxnSpPr>
            <p:cNvPr id="27681" name="AutoShape 28">
              <a:extLst>
                <a:ext uri="{FF2B5EF4-FFF2-40B4-BE49-F238E27FC236}">
                  <a16:creationId xmlns:a16="http://schemas.microsoft.com/office/drawing/2014/main" id="{6FB296D3-BB77-8CCA-416E-E58BD6AB05B1}"/>
                </a:ext>
              </a:extLst>
            </p:cNvPr>
            <p:cNvCxnSpPr>
              <a:cxnSpLocks noChangeAspect="1" noChangeShapeType="1"/>
              <a:stCxn id="27680" idx="7"/>
            </p:cNvCxnSpPr>
            <p:nvPr>
              <p:custDataLst>
                <p:tags r:id="rId30"/>
              </p:custDataLst>
            </p:nvPr>
          </p:nvCxnSpPr>
          <p:spPr bwMode="auto">
            <a:xfrm flipV="1">
              <a:off x="4385" y="2361"/>
              <a:ext cx="219" cy="134"/>
            </a:xfrm>
            <a:prstGeom prst="straightConnector1">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27682" name="AutoShape 29">
              <a:extLst>
                <a:ext uri="{FF2B5EF4-FFF2-40B4-BE49-F238E27FC236}">
                  <a16:creationId xmlns:a16="http://schemas.microsoft.com/office/drawing/2014/main" id="{C0AED9A5-A242-C24F-B6BC-079AA9E69CAA}"/>
                </a:ext>
              </a:extLst>
            </p:cNvPr>
            <p:cNvCxnSpPr>
              <a:cxnSpLocks noChangeAspect="1" noChangeShapeType="1"/>
              <a:stCxn id="27680" idx="5"/>
            </p:cNvCxnSpPr>
            <p:nvPr>
              <p:custDataLst>
                <p:tags r:id="rId31"/>
              </p:custDataLst>
            </p:nvPr>
          </p:nvCxnSpPr>
          <p:spPr bwMode="auto">
            <a:xfrm>
              <a:off x="4385" y="2615"/>
              <a:ext cx="219" cy="134"/>
            </a:xfrm>
            <a:prstGeom prst="straightConnector1">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cxnSp>
      </p:grpSp>
      <p:grpSp>
        <p:nvGrpSpPr>
          <p:cNvPr id="27654" name="Group 30">
            <a:extLst>
              <a:ext uri="{FF2B5EF4-FFF2-40B4-BE49-F238E27FC236}">
                <a16:creationId xmlns:a16="http://schemas.microsoft.com/office/drawing/2014/main" id="{209764B6-251B-2DD1-5564-3F529DEC1174}"/>
              </a:ext>
            </a:extLst>
          </p:cNvPr>
          <p:cNvGrpSpPr>
            <a:grpSpLocks noChangeAspect="1"/>
          </p:cNvGrpSpPr>
          <p:nvPr/>
        </p:nvGrpSpPr>
        <p:grpSpPr bwMode="auto">
          <a:xfrm>
            <a:off x="6760237" y="3148533"/>
            <a:ext cx="1982788" cy="1284287"/>
            <a:chOff x="2031" y="1845"/>
            <a:chExt cx="1668" cy="1080"/>
          </a:xfrm>
        </p:grpSpPr>
        <p:sp>
          <p:nvSpPr>
            <p:cNvPr id="27658" name="Oval 31">
              <a:extLst>
                <a:ext uri="{FF2B5EF4-FFF2-40B4-BE49-F238E27FC236}">
                  <a16:creationId xmlns:a16="http://schemas.microsoft.com/office/drawing/2014/main" id="{F4BD05CA-6538-98CB-B282-2C0441CDE5C8}"/>
                </a:ext>
              </a:extLst>
            </p:cNvPr>
            <p:cNvSpPr>
              <a:spLocks noChangeAspect="1" noChangeArrowheads="1"/>
            </p:cNvSpPr>
            <p:nvPr>
              <p:custDataLst>
                <p:tags r:id="rId7"/>
              </p:custDataLst>
            </p:nvPr>
          </p:nvSpPr>
          <p:spPr bwMode="auto">
            <a:xfrm>
              <a:off x="2290" y="2546"/>
              <a:ext cx="227" cy="227"/>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endParaRPr lang="en-GB" altLang="nl-NL"/>
            </a:p>
          </p:txBody>
        </p:sp>
        <p:sp>
          <p:nvSpPr>
            <p:cNvPr id="27659" name="Oval 32">
              <a:extLst>
                <a:ext uri="{FF2B5EF4-FFF2-40B4-BE49-F238E27FC236}">
                  <a16:creationId xmlns:a16="http://schemas.microsoft.com/office/drawing/2014/main" id="{8AF9A397-DB55-4B7F-2A61-3AB168FE0782}"/>
                </a:ext>
              </a:extLst>
            </p:cNvPr>
            <p:cNvSpPr>
              <a:spLocks noChangeAspect="1" noChangeArrowheads="1"/>
            </p:cNvSpPr>
            <p:nvPr>
              <p:custDataLst>
                <p:tags r:id="rId8"/>
              </p:custDataLst>
            </p:nvPr>
          </p:nvSpPr>
          <p:spPr bwMode="auto">
            <a:xfrm>
              <a:off x="2744" y="2546"/>
              <a:ext cx="227" cy="227"/>
            </a:xfrm>
            <a:prstGeom prst="ellipse">
              <a:avLst/>
            </a:prstGeom>
            <a:solidFill>
              <a:srgbClr val="FF0000"/>
            </a:solidFill>
            <a:ln w="9525" algn="ctr">
              <a:solidFill>
                <a:schemeClr val="tx1"/>
              </a:solidFill>
              <a:round/>
              <a:headEnd/>
              <a:tailEnd/>
            </a:ln>
          </p:spPr>
          <p:txBody>
            <a:bodyPr wrap="none"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endParaRPr lang="en-GB" altLang="nl-NL"/>
            </a:p>
          </p:txBody>
        </p:sp>
        <p:cxnSp>
          <p:nvCxnSpPr>
            <p:cNvPr id="27660" name="AutoShape 33">
              <a:extLst>
                <a:ext uri="{FF2B5EF4-FFF2-40B4-BE49-F238E27FC236}">
                  <a16:creationId xmlns:a16="http://schemas.microsoft.com/office/drawing/2014/main" id="{8D57F977-7165-2887-EF2C-57B9F41D7B39}"/>
                </a:ext>
              </a:extLst>
            </p:cNvPr>
            <p:cNvCxnSpPr>
              <a:cxnSpLocks noChangeAspect="1" noChangeShapeType="1"/>
              <a:endCxn id="27658" idx="1"/>
            </p:cNvCxnSpPr>
            <p:nvPr>
              <p:custDataLst>
                <p:tags r:id="rId9"/>
              </p:custDataLst>
            </p:nvPr>
          </p:nvCxnSpPr>
          <p:spPr bwMode="auto">
            <a:xfrm>
              <a:off x="2031" y="2400"/>
              <a:ext cx="292" cy="179"/>
            </a:xfrm>
            <a:prstGeom prst="straightConnector1">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27661" name="AutoShape 34">
              <a:extLst>
                <a:ext uri="{FF2B5EF4-FFF2-40B4-BE49-F238E27FC236}">
                  <a16:creationId xmlns:a16="http://schemas.microsoft.com/office/drawing/2014/main" id="{8E6871D6-1C71-E642-8312-11AB8A74DFA6}"/>
                </a:ext>
              </a:extLst>
            </p:cNvPr>
            <p:cNvCxnSpPr>
              <a:cxnSpLocks noChangeAspect="1" noChangeShapeType="1"/>
              <a:endCxn id="27658" idx="3"/>
            </p:cNvCxnSpPr>
            <p:nvPr>
              <p:custDataLst>
                <p:tags r:id="rId10"/>
              </p:custDataLst>
            </p:nvPr>
          </p:nvCxnSpPr>
          <p:spPr bwMode="auto">
            <a:xfrm flipV="1">
              <a:off x="2031" y="2740"/>
              <a:ext cx="292" cy="179"/>
            </a:xfrm>
            <a:prstGeom prst="straightConnector1">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27662" name="AutoShape 35">
              <a:extLst>
                <a:ext uri="{FF2B5EF4-FFF2-40B4-BE49-F238E27FC236}">
                  <a16:creationId xmlns:a16="http://schemas.microsoft.com/office/drawing/2014/main" id="{B17E4178-D797-E24F-74CE-B08E1BFAAD68}"/>
                </a:ext>
              </a:extLst>
            </p:cNvPr>
            <p:cNvCxnSpPr>
              <a:cxnSpLocks noChangeAspect="1" noChangeShapeType="1"/>
              <a:stCxn id="27658" idx="6"/>
              <a:endCxn id="27659" idx="2"/>
            </p:cNvCxnSpPr>
            <p:nvPr>
              <p:custDataLst>
                <p:tags r:id="rId11"/>
              </p:custDataLst>
            </p:nvPr>
          </p:nvCxnSpPr>
          <p:spPr bwMode="auto">
            <a:xfrm>
              <a:off x="2517" y="2660"/>
              <a:ext cx="227"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27663" name="AutoShape 36">
              <a:extLst>
                <a:ext uri="{FF2B5EF4-FFF2-40B4-BE49-F238E27FC236}">
                  <a16:creationId xmlns:a16="http://schemas.microsoft.com/office/drawing/2014/main" id="{8DADCD56-C878-A978-6BCB-DE0748061384}"/>
                </a:ext>
              </a:extLst>
            </p:cNvPr>
            <p:cNvCxnSpPr>
              <a:cxnSpLocks noChangeAspect="1" noChangeShapeType="1"/>
              <a:stCxn id="27659" idx="0"/>
              <a:endCxn id="27668" idx="4"/>
            </p:cNvCxnSpPr>
            <p:nvPr>
              <p:custDataLst>
                <p:tags r:id="rId12"/>
              </p:custDataLst>
            </p:nvPr>
          </p:nvCxnSpPr>
          <p:spPr bwMode="auto">
            <a:xfrm flipH="1" flipV="1">
              <a:off x="2857" y="2218"/>
              <a:ext cx="1" cy="328"/>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27664" name="AutoShape 37">
              <a:extLst>
                <a:ext uri="{FF2B5EF4-FFF2-40B4-BE49-F238E27FC236}">
                  <a16:creationId xmlns:a16="http://schemas.microsoft.com/office/drawing/2014/main" id="{784070FD-74D3-CE06-A584-E115637BD58B}"/>
                </a:ext>
              </a:extLst>
            </p:cNvPr>
            <p:cNvCxnSpPr>
              <a:cxnSpLocks noChangeAspect="1" noChangeShapeType="1"/>
              <a:stCxn id="27659" idx="6"/>
              <a:endCxn id="27665" idx="2"/>
            </p:cNvCxnSpPr>
            <p:nvPr>
              <p:custDataLst>
                <p:tags r:id="rId13"/>
              </p:custDataLst>
            </p:nvPr>
          </p:nvCxnSpPr>
          <p:spPr bwMode="auto">
            <a:xfrm>
              <a:off x="2971" y="2660"/>
              <a:ext cx="242" cy="6"/>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27665" name="Oval 38">
              <a:extLst>
                <a:ext uri="{FF2B5EF4-FFF2-40B4-BE49-F238E27FC236}">
                  <a16:creationId xmlns:a16="http://schemas.microsoft.com/office/drawing/2014/main" id="{E9437261-8F08-768E-4333-FA9A4D31EFB8}"/>
                </a:ext>
              </a:extLst>
            </p:cNvPr>
            <p:cNvSpPr>
              <a:spLocks noChangeAspect="1" noChangeArrowheads="1"/>
            </p:cNvSpPr>
            <p:nvPr>
              <p:custDataLst>
                <p:tags r:id="rId14"/>
              </p:custDataLst>
            </p:nvPr>
          </p:nvSpPr>
          <p:spPr bwMode="auto">
            <a:xfrm>
              <a:off x="3213" y="2552"/>
              <a:ext cx="227" cy="227"/>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endParaRPr lang="en-GB" altLang="nl-NL"/>
            </a:p>
          </p:txBody>
        </p:sp>
        <p:cxnSp>
          <p:nvCxnSpPr>
            <p:cNvPr id="27666" name="AutoShape 39">
              <a:extLst>
                <a:ext uri="{FF2B5EF4-FFF2-40B4-BE49-F238E27FC236}">
                  <a16:creationId xmlns:a16="http://schemas.microsoft.com/office/drawing/2014/main" id="{C4265293-B7AA-EA76-4247-A76418C40404}"/>
                </a:ext>
              </a:extLst>
            </p:cNvPr>
            <p:cNvCxnSpPr>
              <a:cxnSpLocks noChangeAspect="1" noChangeShapeType="1"/>
              <a:stCxn id="27665" idx="7"/>
            </p:cNvCxnSpPr>
            <p:nvPr>
              <p:custDataLst>
                <p:tags r:id="rId15"/>
              </p:custDataLst>
            </p:nvPr>
          </p:nvCxnSpPr>
          <p:spPr bwMode="auto">
            <a:xfrm flipV="1">
              <a:off x="3407" y="2406"/>
              <a:ext cx="292" cy="179"/>
            </a:xfrm>
            <a:prstGeom prst="straightConnector1">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27667" name="AutoShape 40">
              <a:extLst>
                <a:ext uri="{FF2B5EF4-FFF2-40B4-BE49-F238E27FC236}">
                  <a16:creationId xmlns:a16="http://schemas.microsoft.com/office/drawing/2014/main" id="{A8CD152E-3F2F-C6CB-57A5-EBC47FF5CB97}"/>
                </a:ext>
              </a:extLst>
            </p:cNvPr>
            <p:cNvCxnSpPr>
              <a:cxnSpLocks noChangeAspect="1" noChangeShapeType="1"/>
              <a:stCxn id="27665" idx="5"/>
            </p:cNvCxnSpPr>
            <p:nvPr>
              <p:custDataLst>
                <p:tags r:id="rId16"/>
              </p:custDataLst>
            </p:nvPr>
          </p:nvCxnSpPr>
          <p:spPr bwMode="auto">
            <a:xfrm>
              <a:off x="3407" y="2746"/>
              <a:ext cx="292" cy="179"/>
            </a:xfrm>
            <a:prstGeom prst="straightConnector1">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cxnSp>
        <p:sp>
          <p:nvSpPr>
            <p:cNvPr id="27668" name="Oval 41">
              <a:extLst>
                <a:ext uri="{FF2B5EF4-FFF2-40B4-BE49-F238E27FC236}">
                  <a16:creationId xmlns:a16="http://schemas.microsoft.com/office/drawing/2014/main" id="{5D055F8F-69A7-E3E5-B49A-2A817BBD328F}"/>
                </a:ext>
              </a:extLst>
            </p:cNvPr>
            <p:cNvSpPr>
              <a:spLocks noChangeAspect="1" noChangeArrowheads="1"/>
            </p:cNvSpPr>
            <p:nvPr>
              <p:custDataLst>
                <p:tags r:id="rId17"/>
              </p:custDataLst>
            </p:nvPr>
          </p:nvSpPr>
          <p:spPr bwMode="auto">
            <a:xfrm>
              <a:off x="2743" y="1991"/>
              <a:ext cx="227" cy="227"/>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endParaRPr lang="en-GB" altLang="nl-NL"/>
            </a:p>
          </p:txBody>
        </p:sp>
        <p:cxnSp>
          <p:nvCxnSpPr>
            <p:cNvPr id="27669" name="AutoShape 42">
              <a:extLst>
                <a:ext uri="{FF2B5EF4-FFF2-40B4-BE49-F238E27FC236}">
                  <a16:creationId xmlns:a16="http://schemas.microsoft.com/office/drawing/2014/main" id="{5AC009FE-60B7-172B-EAFF-A2DF0D88DB42}"/>
                </a:ext>
              </a:extLst>
            </p:cNvPr>
            <p:cNvCxnSpPr>
              <a:cxnSpLocks noChangeAspect="1" noChangeShapeType="1"/>
              <a:endCxn id="27668" idx="1"/>
            </p:cNvCxnSpPr>
            <p:nvPr>
              <p:custDataLst>
                <p:tags r:id="rId18"/>
              </p:custDataLst>
            </p:nvPr>
          </p:nvCxnSpPr>
          <p:spPr bwMode="auto">
            <a:xfrm>
              <a:off x="2484" y="1845"/>
              <a:ext cx="292" cy="179"/>
            </a:xfrm>
            <a:prstGeom prst="straightConnector1">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27670" name="AutoShape 43">
              <a:extLst>
                <a:ext uri="{FF2B5EF4-FFF2-40B4-BE49-F238E27FC236}">
                  <a16:creationId xmlns:a16="http://schemas.microsoft.com/office/drawing/2014/main" id="{3D79964D-3447-46C7-4A1B-144E0C8A61FD}"/>
                </a:ext>
              </a:extLst>
            </p:cNvPr>
            <p:cNvCxnSpPr>
              <a:cxnSpLocks noChangeAspect="1" noChangeShapeType="1"/>
              <a:endCxn id="27668" idx="7"/>
            </p:cNvCxnSpPr>
            <p:nvPr>
              <p:custDataLst>
                <p:tags r:id="rId19"/>
              </p:custDataLst>
            </p:nvPr>
          </p:nvCxnSpPr>
          <p:spPr bwMode="auto">
            <a:xfrm flipH="1">
              <a:off x="2937" y="1845"/>
              <a:ext cx="293" cy="179"/>
            </a:xfrm>
            <a:prstGeom prst="straightConnector1">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cxnSp>
      </p:grpSp>
      <p:sp>
        <p:nvSpPr>
          <p:cNvPr id="27655" name="Rectangle 1">
            <a:extLst>
              <a:ext uri="{FF2B5EF4-FFF2-40B4-BE49-F238E27FC236}">
                <a16:creationId xmlns:a16="http://schemas.microsoft.com/office/drawing/2014/main" id="{2C5510A2-C110-ACE8-18F5-BCFC999B5B0E}"/>
              </a:ext>
            </a:extLst>
          </p:cNvPr>
          <p:cNvSpPr>
            <a:spLocks noChangeArrowheads="1"/>
          </p:cNvSpPr>
          <p:nvPr/>
        </p:nvSpPr>
        <p:spPr bwMode="auto">
          <a:xfrm>
            <a:off x="8252482" y="1445781"/>
            <a:ext cx="17557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rgbClr val="000000"/>
                </a:solidFill>
                <a:latin typeface="Arial" panose="020B0604020202020204" pitchFamily="34" charset="0"/>
              </a:defRPr>
            </a:lvl1pPr>
            <a:lvl2pPr marL="838200" indent="-38100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lvl="1" eaLnBrk="1" hangingPunct="1"/>
            <a:r>
              <a:rPr lang="en-US" altLang="nl-NL" sz="1800" i="1"/>
              <a:t>degree = 1</a:t>
            </a:r>
          </a:p>
        </p:txBody>
      </p:sp>
      <p:sp>
        <p:nvSpPr>
          <p:cNvPr id="27656" name="Rectangle 44">
            <a:extLst>
              <a:ext uri="{FF2B5EF4-FFF2-40B4-BE49-F238E27FC236}">
                <a16:creationId xmlns:a16="http://schemas.microsoft.com/office/drawing/2014/main" id="{72483DA7-50C9-5DE5-C789-EAD2062F37D7}"/>
              </a:ext>
            </a:extLst>
          </p:cNvPr>
          <p:cNvSpPr>
            <a:spLocks noChangeArrowheads="1"/>
          </p:cNvSpPr>
          <p:nvPr/>
        </p:nvSpPr>
        <p:spPr bwMode="auto">
          <a:xfrm>
            <a:off x="8300112" y="2670696"/>
            <a:ext cx="17557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rgbClr val="000000"/>
                </a:solidFill>
                <a:latin typeface="Arial" panose="020B0604020202020204" pitchFamily="34" charset="0"/>
              </a:defRPr>
            </a:lvl1pPr>
            <a:lvl2pPr marL="838200" indent="-38100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lvl="1" eaLnBrk="1" hangingPunct="1"/>
            <a:r>
              <a:rPr lang="en-US" altLang="nl-NL" sz="1800" i="1"/>
              <a:t>degree = 2</a:t>
            </a:r>
          </a:p>
        </p:txBody>
      </p:sp>
      <p:sp>
        <p:nvSpPr>
          <p:cNvPr id="27657" name="Rectangle 45">
            <a:extLst>
              <a:ext uri="{FF2B5EF4-FFF2-40B4-BE49-F238E27FC236}">
                <a16:creationId xmlns:a16="http://schemas.microsoft.com/office/drawing/2014/main" id="{3DD6CEDA-35C7-7545-4C68-5E0C244F9973}"/>
              </a:ext>
            </a:extLst>
          </p:cNvPr>
          <p:cNvSpPr>
            <a:spLocks noChangeArrowheads="1"/>
          </p:cNvSpPr>
          <p:nvPr/>
        </p:nvSpPr>
        <p:spPr bwMode="auto">
          <a:xfrm>
            <a:off x="8300113" y="3997844"/>
            <a:ext cx="17557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000">
                <a:solidFill>
                  <a:srgbClr val="000000"/>
                </a:solidFill>
                <a:latin typeface="Arial" panose="020B0604020202020204" pitchFamily="34" charset="0"/>
              </a:defRPr>
            </a:lvl1pPr>
            <a:lvl2pPr marL="838200" indent="-38100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lvl="1" eaLnBrk="1" hangingPunct="1"/>
            <a:r>
              <a:rPr lang="en-US" altLang="nl-NL" sz="1800" i="1"/>
              <a:t>degree = 3</a:t>
            </a:r>
          </a:p>
        </p:txBody>
      </p:sp>
      <p:sp>
        <p:nvSpPr>
          <p:cNvPr id="3" name="TextBox 2">
            <a:extLst>
              <a:ext uri="{FF2B5EF4-FFF2-40B4-BE49-F238E27FC236}">
                <a16:creationId xmlns:a16="http://schemas.microsoft.com/office/drawing/2014/main" id="{2A6BCB92-5DF3-EFE5-4F19-0969F8EA12E2}"/>
              </a:ext>
            </a:extLst>
          </p:cNvPr>
          <p:cNvSpPr txBox="1"/>
          <p:nvPr/>
        </p:nvSpPr>
        <p:spPr>
          <a:xfrm>
            <a:off x="548485" y="4545369"/>
            <a:ext cx="10949831" cy="707886"/>
          </a:xfrm>
          <a:prstGeom prst="rect">
            <a:avLst/>
          </a:prstGeom>
          <a:noFill/>
        </p:spPr>
        <p:txBody>
          <a:bodyPr wrap="square">
            <a:spAutoFit/>
          </a:bodyPr>
          <a:lstStyle/>
          <a:p>
            <a:pPr marL="838200" lvl="1" indent="-381000"/>
            <a:r>
              <a:rPr lang="en-US" altLang="nl-NL" sz="2000" dirty="0"/>
              <a:t>Cost associate to a </a:t>
            </a:r>
            <a:r>
              <a:rPr lang="en-US" altLang="nl-NL" sz="2000" i="1" dirty="0"/>
              <a:t>single quartet topology </a:t>
            </a:r>
            <a:r>
              <a:rPr lang="en-US" altLang="nl-NL" sz="2000" dirty="0"/>
              <a:t>(i.e. simplest full binary tree with </a:t>
            </a:r>
            <a:r>
              <a:rPr lang="en-US" altLang="nl-NL" sz="2000" i="1" dirty="0"/>
              <a:t>n</a:t>
            </a:r>
            <a:r>
              <a:rPr lang="en-US" altLang="nl-NL" sz="2000" dirty="0"/>
              <a:t>=4 leaves and </a:t>
            </a:r>
            <a:r>
              <a:rPr lang="en-US" altLang="nl-NL" sz="2000" i="1" dirty="0"/>
              <a:t>n</a:t>
            </a:r>
            <a:r>
              <a:rPr lang="en-US" altLang="nl-NL" sz="2000" dirty="0"/>
              <a:t>-2=2 internal nodes, e.g. </a:t>
            </a:r>
            <a:r>
              <a:rPr lang="en-US" altLang="nl-NL" sz="2000" dirty="0" err="1"/>
              <a:t>ab|cd</a:t>
            </a:r>
            <a:r>
              <a:rPr lang="en-US" altLang="nl-NL" sz="2000" dirty="0"/>
              <a:t>):</a:t>
            </a:r>
          </a:p>
        </p:txBody>
      </p:sp>
      <p:grpSp>
        <p:nvGrpSpPr>
          <p:cNvPr id="4" name="Group 4">
            <a:extLst>
              <a:ext uri="{FF2B5EF4-FFF2-40B4-BE49-F238E27FC236}">
                <a16:creationId xmlns:a16="http://schemas.microsoft.com/office/drawing/2014/main" id="{B469C21B-73EF-7AB7-2F26-F06A14B9EFF1}"/>
              </a:ext>
            </a:extLst>
          </p:cNvPr>
          <p:cNvGrpSpPr>
            <a:grpSpLocks/>
          </p:cNvGrpSpPr>
          <p:nvPr/>
        </p:nvGrpSpPr>
        <p:grpSpPr bwMode="auto">
          <a:xfrm>
            <a:off x="2319831" y="5253255"/>
            <a:ext cx="2625725" cy="1801812"/>
            <a:chOff x="839" y="2426"/>
            <a:chExt cx="1654" cy="1135"/>
          </a:xfrm>
        </p:grpSpPr>
        <p:sp>
          <p:nvSpPr>
            <p:cNvPr id="5" name="Rectangle 5">
              <a:extLst>
                <a:ext uri="{FF2B5EF4-FFF2-40B4-BE49-F238E27FC236}">
                  <a16:creationId xmlns:a16="http://schemas.microsoft.com/office/drawing/2014/main" id="{FC4A6332-A30F-0DAC-E6FC-89F977287728}"/>
                </a:ext>
              </a:extLst>
            </p:cNvPr>
            <p:cNvSpPr>
              <a:spLocks noChangeArrowheads="1"/>
            </p:cNvSpPr>
            <p:nvPr>
              <p:custDataLst>
                <p:tags r:id="rId6"/>
              </p:custDataLst>
            </p:nvPr>
          </p:nvSpPr>
          <p:spPr bwMode="auto">
            <a:xfrm>
              <a:off x="1020" y="3139"/>
              <a:ext cx="1225" cy="4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54000" indent="-254000">
                <a:lnSpc>
                  <a:spcPct val="105000"/>
                </a:lnSpc>
                <a:spcBef>
                  <a:spcPct val="20000"/>
                </a:spcBef>
                <a:buSzPct val="100000"/>
                <a:buChar char="•"/>
                <a:defRPr sz="2000">
                  <a:solidFill>
                    <a:srgbClr val="000000"/>
                  </a:solidFill>
                  <a:latin typeface="Arial" panose="020B0604020202020204" pitchFamily="34" charset="0"/>
                </a:defRPr>
              </a:lvl1pPr>
              <a:lvl2pPr marL="711200" indent="-254000">
                <a:lnSpc>
                  <a:spcPct val="105000"/>
                </a:lnSpc>
                <a:spcBef>
                  <a:spcPct val="20000"/>
                </a:spcBef>
                <a:buSzPct val="100000"/>
                <a:buChar char="–"/>
                <a:defRPr sz="2000">
                  <a:solidFill>
                    <a:srgbClr val="000000"/>
                  </a:solidFill>
                  <a:latin typeface="Arial" panose="020B0604020202020204" pitchFamily="34" charset="0"/>
                </a:defRPr>
              </a:lvl2pPr>
              <a:lvl3pPr marL="1168400" indent="-254000">
                <a:lnSpc>
                  <a:spcPct val="105000"/>
                </a:lnSpc>
                <a:spcBef>
                  <a:spcPct val="20000"/>
                </a:spcBef>
                <a:buSzPct val="100000"/>
                <a:buChar char="•"/>
                <a:defRPr>
                  <a:solidFill>
                    <a:srgbClr val="000000"/>
                  </a:solidFill>
                  <a:latin typeface="Arial" panose="020B0604020202020204" pitchFamily="34" charset="0"/>
                </a:defRPr>
              </a:lvl3pPr>
              <a:lvl4pPr marL="1625600" indent="-254000">
                <a:lnSpc>
                  <a:spcPct val="105000"/>
                </a:lnSpc>
                <a:spcBef>
                  <a:spcPct val="20000"/>
                </a:spcBef>
                <a:buSzPct val="100000"/>
                <a:buChar char="–"/>
                <a:defRPr sz="1600">
                  <a:solidFill>
                    <a:srgbClr val="000000"/>
                  </a:solidFill>
                  <a:latin typeface="Arial" panose="020B0604020202020204" pitchFamily="34" charset="0"/>
                </a:defRPr>
              </a:lvl4pPr>
              <a:lvl5pPr marL="2082800" indent="-254000">
                <a:lnSpc>
                  <a:spcPct val="105000"/>
                </a:lnSpc>
                <a:spcBef>
                  <a:spcPct val="20000"/>
                </a:spcBef>
                <a:buSzPct val="100000"/>
                <a:buChar char="–"/>
                <a:defRPr sz="1600">
                  <a:solidFill>
                    <a:srgbClr val="000000"/>
                  </a:solidFill>
                  <a:latin typeface="Arial" panose="020B0604020202020204" pitchFamily="34" charset="0"/>
                </a:defRPr>
              </a:lvl5pPr>
              <a:lvl6pPr marL="2540000" indent="-2540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97200" indent="-2540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54400" indent="-2540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911600" indent="-2540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algn="ctr" eaLnBrk="1" hangingPunct="1">
                <a:spcBef>
                  <a:spcPct val="0"/>
                </a:spcBef>
                <a:buClr>
                  <a:srgbClr val="FF0000"/>
                </a:buClr>
                <a:buFontTx/>
                <a:buNone/>
              </a:pPr>
              <a:r>
                <a:rPr lang="en-GB" altLang="nl-NL" sz="1800" dirty="0"/>
                <a:t>ab | cd </a:t>
              </a:r>
            </a:p>
            <a:p>
              <a:pPr lvl="1" algn="ctr" eaLnBrk="1" hangingPunct="1">
                <a:spcBef>
                  <a:spcPct val="0"/>
                </a:spcBef>
                <a:buClr>
                  <a:srgbClr val="FF0000"/>
                </a:buClr>
                <a:buFontTx/>
                <a:buNone/>
              </a:pPr>
              <a:endParaRPr lang="en-GB" altLang="nl-NL" sz="1800" dirty="0"/>
            </a:p>
          </p:txBody>
        </p:sp>
        <p:grpSp>
          <p:nvGrpSpPr>
            <p:cNvPr id="6" name="Group 6">
              <a:extLst>
                <a:ext uri="{FF2B5EF4-FFF2-40B4-BE49-F238E27FC236}">
                  <a16:creationId xmlns:a16="http://schemas.microsoft.com/office/drawing/2014/main" id="{AA931B22-FE4B-4491-85EC-ECE04529ED12}"/>
                </a:ext>
              </a:extLst>
            </p:cNvPr>
            <p:cNvGrpSpPr>
              <a:grpSpLocks/>
            </p:cNvGrpSpPr>
            <p:nvPr/>
          </p:nvGrpSpPr>
          <p:grpSpPr bwMode="auto">
            <a:xfrm>
              <a:off x="839" y="2426"/>
              <a:ext cx="1654" cy="913"/>
              <a:chOff x="2064" y="2426"/>
              <a:chExt cx="1654" cy="913"/>
            </a:xfrm>
          </p:grpSpPr>
          <p:grpSp>
            <p:nvGrpSpPr>
              <p:cNvPr id="7" name="Group 7">
                <a:extLst>
                  <a:ext uri="{FF2B5EF4-FFF2-40B4-BE49-F238E27FC236}">
                    <a16:creationId xmlns:a16="http://schemas.microsoft.com/office/drawing/2014/main" id="{E401DB5A-B6F2-5A9B-9139-DED1D1ADA92B}"/>
                  </a:ext>
                </a:extLst>
              </p:cNvPr>
              <p:cNvGrpSpPr>
                <a:grpSpLocks/>
              </p:cNvGrpSpPr>
              <p:nvPr/>
            </p:nvGrpSpPr>
            <p:grpSpPr bwMode="auto">
              <a:xfrm>
                <a:off x="2064" y="2432"/>
                <a:ext cx="1587" cy="907"/>
                <a:chOff x="1360" y="2720"/>
                <a:chExt cx="1587" cy="907"/>
              </a:xfrm>
            </p:grpSpPr>
            <p:sp>
              <p:nvSpPr>
                <p:cNvPr id="12" name="Oval 8">
                  <a:extLst>
                    <a:ext uri="{FF2B5EF4-FFF2-40B4-BE49-F238E27FC236}">
                      <a16:creationId xmlns:a16="http://schemas.microsoft.com/office/drawing/2014/main" id="{10ACA69A-E14C-F344-F844-BBD7F034E93C}"/>
                    </a:ext>
                  </a:extLst>
                </p:cNvPr>
                <p:cNvSpPr>
                  <a:spLocks noChangeArrowheads="1"/>
                </p:cNvSpPr>
                <p:nvPr/>
              </p:nvSpPr>
              <p:spPr bwMode="auto">
                <a:xfrm>
                  <a:off x="1360" y="2720"/>
                  <a:ext cx="227" cy="227"/>
                </a:xfrm>
                <a:prstGeom prst="ellipse">
                  <a:avLst/>
                </a:prstGeom>
                <a:noFill/>
                <a:ln w="9525" algn="ctr">
                  <a:solidFill>
                    <a:srgbClr val="000000"/>
                  </a:solidFill>
                  <a:round/>
                  <a:headEnd/>
                  <a:tailEnd/>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endParaRPr lang="nl-NL" altLang="nl-NL"/>
                </a:p>
              </p:txBody>
            </p:sp>
            <p:sp>
              <p:nvSpPr>
                <p:cNvPr id="13" name="Oval 9">
                  <a:extLst>
                    <a:ext uri="{FF2B5EF4-FFF2-40B4-BE49-F238E27FC236}">
                      <a16:creationId xmlns:a16="http://schemas.microsoft.com/office/drawing/2014/main" id="{F346AC6D-B7E9-047C-4405-E70AF7AC0A10}"/>
                    </a:ext>
                  </a:extLst>
                </p:cNvPr>
                <p:cNvSpPr>
                  <a:spLocks noChangeArrowheads="1"/>
                </p:cNvSpPr>
                <p:nvPr/>
              </p:nvSpPr>
              <p:spPr bwMode="auto">
                <a:xfrm>
                  <a:off x="1360" y="3400"/>
                  <a:ext cx="227" cy="227"/>
                </a:xfrm>
                <a:prstGeom prst="ellipse">
                  <a:avLst/>
                </a:prstGeom>
                <a:noFill/>
                <a:ln w="9525" algn="ctr">
                  <a:solidFill>
                    <a:srgbClr val="000000"/>
                  </a:solidFill>
                  <a:round/>
                  <a:headEnd/>
                  <a:tailEnd/>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endParaRPr lang="nl-NL" altLang="nl-NL"/>
                </a:p>
              </p:txBody>
            </p:sp>
            <p:sp>
              <p:nvSpPr>
                <p:cNvPr id="14" name="Oval 10">
                  <a:extLst>
                    <a:ext uri="{FF2B5EF4-FFF2-40B4-BE49-F238E27FC236}">
                      <a16:creationId xmlns:a16="http://schemas.microsoft.com/office/drawing/2014/main" id="{5B35172A-CF85-CE75-6CEC-7ED44322091E}"/>
                    </a:ext>
                  </a:extLst>
                </p:cNvPr>
                <p:cNvSpPr>
                  <a:spLocks noChangeArrowheads="1"/>
                </p:cNvSpPr>
                <p:nvPr/>
              </p:nvSpPr>
              <p:spPr bwMode="auto">
                <a:xfrm>
                  <a:off x="1813" y="3060"/>
                  <a:ext cx="227" cy="227"/>
                </a:xfrm>
                <a:prstGeom prst="ellipse">
                  <a:avLst/>
                </a:prstGeom>
                <a:noFill/>
                <a:ln w="9525" algn="ctr">
                  <a:solidFill>
                    <a:srgbClr val="FF0000"/>
                  </a:solidFill>
                  <a:round/>
                  <a:headEnd/>
                  <a:tailEnd/>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endParaRPr lang="nl-NL" altLang="nl-NL"/>
                </a:p>
              </p:txBody>
            </p:sp>
            <p:sp>
              <p:nvSpPr>
                <p:cNvPr id="15" name="Oval 11">
                  <a:extLst>
                    <a:ext uri="{FF2B5EF4-FFF2-40B4-BE49-F238E27FC236}">
                      <a16:creationId xmlns:a16="http://schemas.microsoft.com/office/drawing/2014/main" id="{57E8432E-A7BC-D8E2-2043-D092A1E561C2}"/>
                    </a:ext>
                  </a:extLst>
                </p:cNvPr>
                <p:cNvSpPr>
                  <a:spLocks noChangeArrowheads="1"/>
                </p:cNvSpPr>
                <p:nvPr/>
              </p:nvSpPr>
              <p:spPr bwMode="auto">
                <a:xfrm>
                  <a:off x="2720" y="2720"/>
                  <a:ext cx="227" cy="227"/>
                </a:xfrm>
                <a:prstGeom prst="ellipse">
                  <a:avLst/>
                </a:prstGeom>
                <a:noFill/>
                <a:ln w="9525" algn="ctr">
                  <a:solidFill>
                    <a:srgbClr val="000000"/>
                  </a:solidFill>
                  <a:round/>
                  <a:headEnd/>
                  <a:tailEnd/>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endParaRPr lang="nl-NL" altLang="nl-NL"/>
                </a:p>
              </p:txBody>
            </p:sp>
            <p:sp>
              <p:nvSpPr>
                <p:cNvPr id="16" name="Oval 12">
                  <a:extLst>
                    <a:ext uri="{FF2B5EF4-FFF2-40B4-BE49-F238E27FC236}">
                      <a16:creationId xmlns:a16="http://schemas.microsoft.com/office/drawing/2014/main" id="{F300DEC8-4E10-5131-2EBC-2BAB60733348}"/>
                    </a:ext>
                  </a:extLst>
                </p:cNvPr>
                <p:cNvSpPr>
                  <a:spLocks noChangeArrowheads="1"/>
                </p:cNvSpPr>
                <p:nvPr/>
              </p:nvSpPr>
              <p:spPr bwMode="auto">
                <a:xfrm>
                  <a:off x="2720" y="3400"/>
                  <a:ext cx="227" cy="227"/>
                </a:xfrm>
                <a:prstGeom prst="ellipse">
                  <a:avLst/>
                </a:prstGeom>
                <a:noFill/>
                <a:ln w="9525" algn="ctr">
                  <a:solidFill>
                    <a:srgbClr val="000000"/>
                  </a:solidFill>
                  <a:round/>
                  <a:headEnd/>
                  <a:tailEnd/>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endParaRPr lang="nl-NL" altLang="nl-NL"/>
                </a:p>
              </p:txBody>
            </p:sp>
            <p:sp>
              <p:nvSpPr>
                <p:cNvPr id="17" name="Oval 13">
                  <a:extLst>
                    <a:ext uri="{FF2B5EF4-FFF2-40B4-BE49-F238E27FC236}">
                      <a16:creationId xmlns:a16="http://schemas.microsoft.com/office/drawing/2014/main" id="{D31B268C-D912-EFD1-00D7-BE959929588F}"/>
                    </a:ext>
                  </a:extLst>
                </p:cNvPr>
                <p:cNvSpPr>
                  <a:spLocks noChangeArrowheads="1"/>
                </p:cNvSpPr>
                <p:nvPr/>
              </p:nvSpPr>
              <p:spPr bwMode="auto">
                <a:xfrm>
                  <a:off x="2267" y="3060"/>
                  <a:ext cx="227" cy="227"/>
                </a:xfrm>
                <a:prstGeom prst="ellipse">
                  <a:avLst/>
                </a:prstGeom>
                <a:noFill/>
                <a:ln w="9525" algn="ctr">
                  <a:solidFill>
                    <a:srgbClr val="FF0000"/>
                  </a:solidFill>
                  <a:round/>
                  <a:headEnd/>
                  <a:tailEnd/>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endParaRPr lang="nl-NL" altLang="nl-NL"/>
                </a:p>
              </p:txBody>
            </p:sp>
            <p:cxnSp>
              <p:nvCxnSpPr>
                <p:cNvPr id="18" name="AutoShape 14">
                  <a:extLst>
                    <a:ext uri="{FF2B5EF4-FFF2-40B4-BE49-F238E27FC236}">
                      <a16:creationId xmlns:a16="http://schemas.microsoft.com/office/drawing/2014/main" id="{EA5D2A2A-BD5D-56D5-DF68-612793478BC6}"/>
                    </a:ext>
                  </a:extLst>
                </p:cNvPr>
                <p:cNvCxnSpPr>
                  <a:cxnSpLocks noChangeShapeType="1"/>
                  <a:stCxn id="12" idx="5"/>
                  <a:endCxn id="14" idx="1"/>
                </p:cNvCxnSpPr>
                <p:nvPr/>
              </p:nvCxnSpPr>
              <p:spPr bwMode="auto">
                <a:xfrm>
                  <a:off x="1554" y="2914"/>
                  <a:ext cx="292" cy="179"/>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AutoShape 15">
                  <a:extLst>
                    <a:ext uri="{FF2B5EF4-FFF2-40B4-BE49-F238E27FC236}">
                      <a16:creationId xmlns:a16="http://schemas.microsoft.com/office/drawing/2014/main" id="{3D1D13A7-D38C-4778-A1C5-235B3609EE33}"/>
                    </a:ext>
                  </a:extLst>
                </p:cNvPr>
                <p:cNvCxnSpPr>
                  <a:cxnSpLocks noChangeShapeType="1"/>
                  <a:stCxn id="13" idx="7"/>
                  <a:endCxn id="14" idx="3"/>
                </p:cNvCxnSpPr>
                <p:nvPr/>
              </p:nvCxnSpPr>
              <p:spPr bwMode="auto">
                <a:xfrm flipV="1">
                  <a:off x="1554" y="3254"/>
                  <a:ext cx="292" cy="179"/>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AutoShape 16">
                  <a:extLst>
                    <a:ext uri="{FF2B5EF4-FFF2-40B4-BE49-F238E27FC236}">
                      <a16:creationId xmlns:a16="http://schemas.microsoft.com/office/drawing/2014/main" id="{2067CBE6-727E-60AE-EC6B-1BFDAFFF7827}"/>
                    </a:ext>
                  </a:extLst>
                </p:cNvPr>
                <p:cNvCxnSpPr>
                  <a:cxnSpLocks noChangeShapeType="1"/>
                  <a:stCxn id="14" idx="6"/>
                  <a:endCxn id="17" idx="2"/>
                </p:cNvCxnSpPr>
                <p:nvPr/>
              </p:nvCxnSpPr>
              <p:spPr bwMode="auto">
                <a:xfrm>
                  <a:off x="2040" y="3174"/>
                  <a:ext cx="227" cy="0"/>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AutoShape 17">
                  <a:extLst>
                    <a:ext uri="{FF2B5EF4-FFF2-40B4-BE49-F238E27FC236}">
                      <a16:creationId xmlns:a16="http://schemas.microsoft.com/office/drawing/2014/main" id="{B3B413AB-656B-28E6-B099-8D74AAD9D1E0}"/>
                    </a:ext>
                  </a:extLst>
                </p:cNvPr>
                <p:cNvCxnSpPr>
                  <a:cxnSpLocks noChangeShapeType="1"/>
                  <a:stCxn id="17" idx="7"/>
                  <a:endCxn id="15" idx="3"/>
                </p:cNvCxnSpPr>
                <p:nvPr/>
              </p:nvCxnSpPr>
              <p:spPr bwMode="auto">
                <a:xfrm flipV="1">
                  <a:off x="2461" y="2914"/>
                  <a:ext cx="292" cy="179"/>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AutoShape 18">
                  <a:extLst>
                    <a:ext uri="{FF2B5EF4-FFF2-40B4-BE49-F238E27FC236}">
                      <a16:creationId xmlns:a16="http://schemas.microsoft.com/office/drawing/2014/main" id="{4A1F7AFA-89C9-7147-19F9-06CBF14A4076}"/>
                    </a:ext>
                  </a:extLst>
                </p:cNvPr>
                <p:cNvCxnSpPr>
                  <a:cxnSpLocks noChangeShapeType="1"/>
                  <a:stCxn id="17" idx="5"/>
                  <a:endCxn id="16" idx="1"/>
                </p:cNvCxnSpPr>
                <p:nvPr/>
              </p:nvCxnSpPr>
              <p:spPr bwMode="auto">
                <a:xfrm>
                  <a:off x="2461" y="3254"/>
                  <a:ext cx="292" cy="179"/>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8" name="Rectangle 19">
                <a:extLst>
                  <a:ext uri="{FF2B5EF4-FFF2-40B4-BE49-F238E27FC236}">
                    <a16:creationId xmlns:a16="http://schemas.microsoft.com/office/drawing/2014/main" id="{29FD64B4-F41D-07C1-E4C4-CF552C70B335}"/>
                  </a:ext>
                </a:extLst>
              </p:cNvPr>
              <p:cNvSpPr>
                <a:spLocks noChangeArrowheads="1"/>
              </p:cNvSpPr>
              <p:nvPr/>
            </p:nvSpPr>
            <p:spPr bwMode="auto">
              <a:xfrm>
                <a:off x="2079" y="2426"/>
                <a:ext cx="272" cy="220"/>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54000" indent="-254000">
                  <a:lnSpc>
                    <a:spcPct val="105000"/>
                  </a:lnSpc>
                  <a:spcBef>
                    <a:spcPct val="20000"/>
                  </a:spcBef>
                  <a:buSzPct val="100000"/>
                  <a:buChar char="•"/>
                  <a:defRPr sz="2000">
                    <a:solidFill>
                      <a:srgbClr val="000000"/>
                    </a:solidFill>
                    <a:latin typeface="Arial" panose="020B0604020202020204" pitchFamily="34" charset="0"/>
                  </a:defRPr>
                </a:lvl1pPr>
                <a:lvl2pPr marL="711200" indent="-254000">
                  <a:lnSpc>
                    <a:spcPct val="105000"/>
                  </a:lnSpc>
                  <a:spcBef>
                    <a:spcPct val="20000"/>
                  </a:spcBef>
                  <a:buSzPct val="100000"/>
                  <a:buChar char="–"/>
                  <a:defRPr sz="2000">
                    <a:solidFill>
                      <a:srgbClr val="000000"/>
                    </a:solidFill>
                    <a:latin typeface="Arial" panose="020B0604020202020204" pitchFamily="34" charset="0"/>
                  </a:defRPr>
                </a:lvl2pPr>
                <a:lvl3pPr marL="1168400" indent="-254000">
                  <a:lnSpc>
                    <a:spcPct val="105000"/>
                  </a:lnSpc>
                  <a:spcBef>
                    <a:spcPct val="20000"/>
                  </a:spcBef>
                  <a:buSzPct val="100000"/>
                  <a:buChar char="•"/>
                  <a:defRPr>
                    <a:solidFill>
                      <a:srgbClr val="000000"/>
                    </a:solidFill>
                    <a:latin typeface="Arial" panose="020B0604020202020204" pitchFamily="34" charset="0"/>
                  </a:defRPr>
                </a:lvl3pPr>
                <a:lvl4pPr marL="1625600" indent="-254000">
                  <a:lnSpc>
                    <a:spcPct val="105000"/>
                  </a:lnSpc>
                  <a:spcBef>
                    <a:spcPct val="20000"/>
                  </a:spcBef>
                  <a:buSzPct val="100000"/>
                  <a:buChar char="–"/>
                  <a:defRPr sz="1600">
                    <a:solidFill>
                      <a:srgbClr val="000000"/>
                    </a:solidFill>
                    <a:latin typeface="Arial" panose="020B0604020202020204" pitchFamily="34" charset="0"/>
                  </a:defRPr>
                </a:lvl4pPr>
                <a:lvl5pPr marL="2082800" indent="-254000">
                  <a:lnSpc>
                    <a:spcPct val="105000"/>
                  </a:lnSpc>
                  <a:spcBef>
                    <a:spcPct val="20000"/>
                  </a:spcBef>
                  <a:buSzPct val="100000"/>
                  <a:buChar char="–"/>
                  <a:defRPr sz="1600">
                    <a:solidFill>
                      <a:srgbClr val="000000"/>
                    </a:solidFill>
                    <a:latin typeface="Arial" panose="020B0604020202020204" pitchFamily="34" charset="0"/>
                  </a:defRPr>
                </a:lvl5pPr>
                <a:lvl6pPr marL="2540000" indent="-2540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97200" indent="-2540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54400" indent="-2540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911600" indent="-2540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algn="just" eaLnBrk="1" hangingPunct="1">
                  <a:spcBef>
                    <a:spcPct val="0"/>
                  </a:spcBef>
                  <a:buClr>
                    <a:srgbClr val="FF0000"/>
                  </a:buClr>
                  <a:buFontTx/>
                  <a:buNone/>
                </a:pPr>
                <a:r>
                  <a:rPr lang="en-GB" altLang="nl-NL" sz="1600"/>
                  <a:t>a</a:t>
                </a:r>
              </a:p>
            </p:txBody>
          </p:sp>
          <p:sp>
            <p:nvSpPr>
              <p:cNvPr id="9" name="Rectangle 20">
                <a:extLst>
                  <a:ext uri="{FF2B5EF4-FFF2-40B4-BE49-F238E27FC236}">
                    <a16:creationId xmlns:a16="http://schemas.microsoft.com/office/drawing/2014/main" id="{B3299CA4-3931-8DF9-4BA5-B734889F6A47}"/>
                  </a:ext>
                </a:extLst>
              </p:cNvPr>
              <p:cNvSpPr>
                <a:spLocks noChangeArrowheads="1"/>
              </p:cNvSpPr>
              <p:nvPr/>
            </p:nvSpPr>
            <p:spPr bwMode="auto">
              <a:xfrm>
                <a:off x="2088" y="3113"/>
                <a:ext cx="272" cy="220"/>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54000" indent="-254000">
                  <a:lnSpc>
                    <a:spcPct val="105000"/>
                  </a:lnSpc>
                  <a:spcBef>
                    <a:spcPct val="20000"/>
                  </a:spcBef>
                  <a:buSzPct val="100000"/>
                  <a:buChar char="•"/>
                  <a:defRPr sz="2000">
                    <a:solidFill>
                      <a:srgbClr val="000000"/>
                    </a:solidFill>
                    <a:latin typeface="Arial" panose="020B0604020202020204" pitchFamily="34" charset="0"/>
                  </a:defRPr>
                </a:lvl1pPr>
                <a:lvl2pPr marL="711200" indent="-254000">
                  <a:lnSpc>
                    <a:spcPct val="105000"/>
                  </a:lnSpc>
                  <a:spcBef>
                    <a:spcPct val="20000"/>
                  </a:spcBef>
                  <a:buSzPct val="100000"/>
                  <a:buChar char="–"/>
                  <a:defRPr sz="2000">
                    <a:solidFill>
                      <a:srgbClr val="000000"/>
                    </a:solidFill>
                    <a:latin typeface="Arial" panose="020B0604020202020204" pitchFamily="34" charset="0"/>
                  </a:defRPr>
                </a:lvl2pPr>
                <a:lvl3pPr marL="1168400" indent="-254000">
                  <a:lnSpc>
                    <a:spcPct val="105000"/>
                  </a:lnSpc>
                  <a:spcBef>
                    <a:spcPct val="20000"/>
                  </a:spcBef>
                  <a:buSzPct val="100000"/>
                  <a:buChar char="•"/>
                  <a:defRPr>
                    <a:solidFill>
                      <a:srgbClr val="000000"/>
                    </a:solidFill>
                    <a:latin typeface="Arial" panose="020B0604020202020204" pitchFamily="34" charset="0"/>
                  </a:defRPr>
                </a:lvl3pPr>
                <a:lvl4pPr marL="1625600" indent="-254000">
                  <a:lnSpc>
                    <a:spcPct val="105000"/>
                  </a:lnSpc>
                  <a:spcBef>
                    <a:spcPct val="20000"/>
                  </a:spcBef>
                  <a:buSzPct val="100000"/>
                  <a:buChar char="–"/>
                  <a:defRPr sz="1600">
                    <a:solidFill>
                      <a:srgbClr val="000000"/>
                    </a:solidFill>
                    <a:latin typeface="Arial" panose="020B0604020202020204" pitchFamily="34" charset="0"/>
                  </a:defRPr>
                </a:lvl4pPr>
                <a:lvl5pPr marL="2082800" indent="-254000">
                  <a:lnSpc>
                    <a:spcPct val="105000"/>
                  </a:lnSpc>
                  <a:spcBef>
                    <a:spcPct val="20000"/>
                  </a:spcBef>
                  <a:buSzPct val="100000"/>
                  <a:buChar char="–"/>
                  <a:defRPr sz="1600">
                    <a:solidFill>
                      <a:srgbClr val="000000"/>
                    </a:solidFill>
                    <a:latin typeface="Arial" panose="020B0604020202020204" pitchFamily="34" charset="0"/>
                  </a:defRPr>
                </a:lvl5pPr>
                <a:lvl6pPr marL="2540000" indent="-2540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97200" indent="-2540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54400" indent="-2540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911600" indent="-2540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algn="just" eaLnBrk="1" hangingPunct="1">
                  <a:spcBef>
                    <a:spcPct val="0"/>
                  </a:spcBef>
                  <a:buClr>
                    <a:srgbClr val="FF0000"/>
                  </a:buClr>
                  <a:buFontTx/>
                  <a:buNone/>
                </a:pPr>
                <a:r>
                  <a:rPr lang="en-GB" altLang="nl-NL" sz="1600"/>
                  <a:t>b</a:t>
                </a:r>
              </a:p>
            </p:txBody>
          </p:sp>
          <p:sp>
            <p:nvSpPr>
              <p:cNvPr id="10" name="Rectangle 21">
                <a:extLst>
                  <a:ext uri="{FF2B5EF4-FFF2-40B4-BE49-F238E27FC236}">
                    <a16:creationId xmlns:a16="http://schemas.microsoft.com/office/drawing/2014/main" id="{F6C529C3-8CD0-36B1-78E7-D49C570BC9A3}"/>
                  </a:ext>
                </a:extLst>
              </p:cNvPr>
              <p:cNvSpPr>
                <a:spLocks noChangeArrowheads="1"/>
              </p:cNvSpPr>
              <p:nvPr/>
            </p:nvSpPr>
            <p:spPr bwMode="auto">
              <a:xfrm>
                <a:off x="3446" y="2426"/>
                <a:ext cx="272" cy="220"/>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54000" indent="-254000">
                  <a:lnSpc>
                    <a:spcPct val="105000"/>
                  </a:lnSpc>
                  <a:spcBef>
                    <a:spcPct val="20000"/>
                  </a:spcBef>
                  <a:buSzPct val="100000"/>
                  <a:buChar char="•"/>
                  <a:defRPr sz="2000">
                    <a:solidFill>
                      <a:srgbClr val="000000"/>
                    </a:solidFill>
                    <a:latin typeface="Arial" panose="020B0604020202020204" pitchFamily="34" charset="0"/>
                  </a:defRPr>
                </a:lvl1pPr>
                <a:lvl2pPr marL="711200" indent="-254000">
                  <a:lnSpc>
                    <a:spcPct val="105000"/>
                  </a:lnSpc>
                  <a:spcBef>
                    <a:spcPct val="20000"/>
                  </a:spcBef>
                  <a:buSzPct val="100000"/>
                  <a:buChar char="–"/>
                  <a:defRPr sz="2000">
                    <a:solidFill>
                      <a:srgbClr val="000000"/>
                    </a:solidFill>
                    <a:latin typeface="Arial" panose="020B0604020202020204" pitchFamily="34" charset="0"/>
                  </a:defRPr>
                </a:lvl2pPr>
                <a:lvl3pPr marL="1168400" indent="-254000">
                  <a:lnSpc>
                    <a:spcPct val="105000"/>
                  </a:lnSpc>
                  <a:spcBef>
                    <a:spcPct val="20000"/>
                  </a:spcBef>
                  <a:buSzPct val="100000"/>
                  <a:buChar char="•"/>
                  <a:defRPr>
                    <a:solidFill>
                      <a:srgbClr val="000000"/>
                    </a:solidFill>
                    <a:latin typeface="Arial" panose="020B0604020202020204" pitchFamily="34" charset="0"/>
                  </a:defRPr>
                </a:lvl3pPr>
                <a:lvl4pPr marL="1625600" indent="-254000">
                  <a:lnSpc>
                    <a:spcPct val="105000"/>
                  </a:lnSpc>
                  <a:spcBef>
                    <a:spcPct val="20000"/>
                  </a:spcBef>
                  <a:buSzPct val="100000"/>
                  <a:buChar char="–"/>
                  <a:defRPr sz="1600">
                    <a:solidFill>
                      <a:srgbClr val="000000"/>
                    </a:solidFill>
                    <a:latin typeface="Arial" panose="020B0604020202020204" pitchFamily="34" charset="0"/>
                  </a:defRPr>
                </a:lvl4pPr>
                <a:lvl5pPr marL="2082800" indent="-254000">
                  <a:lnSpc>
                    <a:spcPct val="105000"/>
                  </a:lnSpc>
                  <a:spcBef>
                    <a:spcPct val="20000"/>
                  </a:spcBef>
                  <a:buSzPct val="100000"/>
                  <a:buChar char="–"/>
                  <a:defRPr sz="1600">
                    <a:solidFill>
                      <a:srgbClr val="000000"/>
                    </a:solidFill>
                    <a:latin typeface="Arial" panose="020B0604020202020204" pitchFamily="34" charset="0"/>
                  </a:defRPr>
                </a:lvl5pPr>
                <a:lvl6pPr marL="2540000" indent="-2540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97200" indent="-2540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54400" indent="-2540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911600" indent="-2540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algn="just" eaLnBrk="1" hangingPunct="1">
                  <a:spcBef>
                    <a:spcPct val="0"/>
                  </a:spcBef>
                  <a:buClr>
                    <a:srgbClr val="FF0000"/>
                  </a:buClr>
                  <a:buFontTx/>
                  <a:buNone/>
                </a:pPr>
                <a:r>
                  <a:rPr lang="en-GB" altLang="nl-NL" sz="1600"/>
                  <a:t>c</a:t>
                </a:r>
              </a:p>
            </p:txBody>
          </p:sp>
          <p:sp>
            <p:nvSpPr>
              <p:cNvPr id="11" name="Rectangle 22">
                <a:extLst>
                  <a:ext uri="{FF2B5EF4-FFF2-40B4-BE49-F238E27FC236}">
                    <a16:creationId xmlns:a16="http://schemas.microsoft.com/office/drawing/2014/main" id="{15F3313C-B4C2-DF7F-5B35-BD32CBDA6179}"/>
                  </a:ext>
                </a:extLst>
              </p:cNvPr>
              <p:cNvSpPr>
                <a:spLocks noChangeArrowheads="1"/>
              </p:cNvSpPr>
              <p:nvPr/>
            </p:nvSpPr>
            <p:spPr bwMode="auto">
              <a:xfrm>
                <a:off x="3442" y="3106"/>
                <a:ext cx="272" cy="220"/>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54000" indent="-254000">
                  <a:lnSpc>
                    <a:spcPct val="105000"/>
                  </a:lnSpc>
                  <a:spcBef>
                    <a:spcPct val="20000"/>
                  </a:spcBef>
                  <a:buSzPct val="100000"/>
                  <a:buChar char="•"/>
                  <a:defRPr sz="2000">
                    <a:solidFill>
                      <a:srgbClr val="000000"/>
                    </a:solidFill>
                    <a:latin typeface="Arial" panose="020B0604020202020204" pitchFamily="34" charset="0"/>
                  </a:defRPr>
                </a:lvl1pPr>
                <a:lvl2pPr marL="711200" indent="-254000">
                  <a:lnSpc>
                    <a:spcPct val="105000"/>
                  </a:lnSpc>
                  <a:spcBef>
                    <a:spcPct val="20000"/>
                  </a:spcBef>
                  <a:buSzPct val="100000"/>
                  <a:buChar char="–"/>
                  <a:defRPr sz="2000">
                    <a:solidFill>
                      <a:srgbClr val="000000"/>
                    </a:solidFill>
                    <a:latin typeface="Arial" panose="020B0604020202020204" pitchFamily="34" charset="0"/>
                  </a:defRPr>
                </a:lvl2pPr>
                <a:lvl3pPr marL="1168400" indent="-254000">
                  <a:lnSpc>
                    <a:spcPct val="105000"/>
                  </a:lnSpc>
                  <a:spcBef>
                    <a:spcPct val="20000"/>
                  </a:spcBef>
                  <a:buSzPct val="100000"/>
                  <a:buChar char="•"/>
                  <a:defRPr>
                    <a:solidFill>
                      <a:srgbClr val="000000"/>
                    </a:solidFill>
                    <a:latin typeface="Arial" panose="020B0604020202020204" pitchFamily="34" charset="0"/>
                  </a:defRPr>
                </a:lvl3pPr>
                <a:lvl4pPr marL="1625600" indent="-254000">
                  <a:lnSpc>
                    <a:spcPct val="105000"/>
                  </a:lnSpc>
                  <a:spcBef>
                    <a:spcPct val="20000"/>
                  </a:spcBef>
                  <a:buSzPct val="100000"/>
                  <a:buChar char="–"/>
                  <a:defRPr sz="1600">
                    <a:solidFill>
                      <a:srgbClr val="000000"/>
                    </a:solidFill>
                    <a:latin typeface="Arial" panose="020B0604020202020204" pitchFamily="34" charset="0"/>
                  </a:defRPr>
                </a:lvl4pPr>
                <a:lvl5pPr marL="2082800" indent="-254000">
                  <a:lnSpc>
                    <a:spcPct val="105000"/>
                  </a:lnSpc>
                  <a:spcBef>
                    <a:spcPct val="20000"/>
                  </a:spcBef>
                  <a:buSzPct val="100000"/>
                  <a:buChar char="–"/>
                  <a:defRPr sz="1600">
                    <a:solidFill>
                      <a:srgbClr val="000000"/>
                    </a:solidFill>
                    <a:latin typeface="Arial" panose="020B0604020202020204" pitchFamily="34" charset="0"/>
                  </a:defRPr>
                </a:lvl5pPr>
                <a:lvl6pPr marL="2540000" indent="-2540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97200" indent="-2540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54400" indent="-2540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911600" indent="-2540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algn="just" eaLnBrk="1" hangingPunct="1">
                  <a:spcBef>
                    <a:spcPct val="0"/>
                  </a:spcBef>
                  <a:buClr>
                    <a:srgbClr val="FF0000"/>
                  </a:buClr>
                  <a:buFontTx/>
                  <a:buNone/>
                </a:pPr>
                <a:r>
                  <a:rPr lang="en-GB" altLang="nl-NL" sz="1600"/>
                  <a:t>d</a:t>
                </a:r>
              </a:p>
            </p:txBody>
          </p:sp>
        </p:grpSp>
      </p:grpSp>
      <p:graphicFrame>
        <p:nvGraphicFramePr>
          <p:cNvPr id="23" name="Object 62">
            <a:extLst>
              <a:ext uri="{FF2B5EF4-FFF2-40B4-BE49-F238E27FC236}">
                <a16:creationId xmlns:a16="http://schemas.microsoft.com/office/drawing/2014/main" id="{FE42BE25-2B0C-AD21-6A18-10D8882CDA18}"/>
              </a:ext>
            </a:extLst>
          </p:cNvPr>
          <p:cNvGraphicFramePr>
            <a:graphicFrameLocks noChangeAspect="1"/>
          </p:cNvGraphicFramePr>
          <p:nvPr>
            <p:custDataLst>
              <p:tags r:id="rId4"/>
            </p:custDataLst>
            <p:extLst>
              <p:ext uri="{D42A27DB-BD31-4B8C-83A1-F6EECF244321}">
                <p14:modId xmlns:p14="http://schemas.microsoft.com/office/powerpoint/2010/main" val="223862708"/>
              </p:ext>
            </p:extLst>
          </p:nvPr>
        </p:nvGraphicFramePr>
        <p:xfrm>
          <a:off x="6263399" y="5715106"/>
          <a:ext cx="2914600" cy="486891"/>
        </p:xfrm>
        <a:graphic>
          <a:graphicData uri="http://schemas.openxmlformats.org/presentationml/2006/ole">
            <mc:AlternateContent xmlns:mc="http://schemas.openxmlformats.org/markup-compatibility/2006">
              <mc:Choice xmlns:v="urn:schemas-microsoft-com:vml" Requires="v">
                <p:oleObj name="Equation" r:id="rId39" imgW="1473200" imgH="241300" progId="Equation.3">
                  <p:embed/>
                </p:oleObj>
              </mc:Choice>
              <mc:Fallback>
                <p:oleObj name="Equation" r:id="rId39" imgW="1473200" imgH="241300" progId="Equation.3">
                  <p:embed/>
                  <p:pic>
                    <p:nvPicPr>
                      <p:cNvPr id="33798" name="Object 62">
                        <a:extLst>
                          <a:ext uri="{FF2B5EF4-FFF2-40B4-BE49-F238E27FC236}">
                            <a16:creationId xmlns:a16="http://schemas.microsoft.com/office/drawing/2014/main" id="{A9B032AE-D1FB-C35D-92B3-CDC778F27910}"/>
                          </a:ext>
                        </a:extLst>
                      </p:cNvPr>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6263399" y="5715106"/>
                        <a:ext cx="2914600" cy="486891"/>
                      </a:xfrm>
                      <a:prstGeom prst="rect">
                        <a:avLst/>
                      </a:prstGeom>
                      <a:noFill/>
                      <a:ln>
                        <a:noFill/>
                      </a:ln>
                      <a:effectLst/>
                    </p:spPr>
                  </p:pic>
                </p:oleObj>
              </mc:Fallback>
            </mc:AlternateContent>
          </a:graphicData>
        </a:graphic>
      </p:graphicFrame>
      <p:sp>
        <p:nvSpPr>
          <p:cNvPr id="25" name="AutoShape 300">
            <a:extLst>
              <a:ext uri="{FF2B5EF4-FFF2-40B4-BE49-F238E27FC236}">
                <a16:creationId xmlns:a16="http://schemas.microsoft.com/office/drawing/2014/main" id="{5387A5ED-4A5F-112C-6F5C-1836571A93BA}"/>
              </a:ext>
            </a:extLst>
          </p:cNvPr>
          <p:cNvSpPr>
            <a:spLocks noChangeArrowheads="1"/>
          </p:cNvSpPr>
          <p:nvPr>
            <p:custDataLst>
              <p:tags r:id="rId5"/>
            </p:custDataLst>
          </p:nvPr>
        </p:nvSpPr>
        <p:spPr bwMode="auto">
          <a:xfrm>
            <a:off x="4895550" y="5603298"/>
            <a:ext cx="1223963" cy="649288"/>
          </a:xfrm>
          <a:prstGeom prst="rightArrow">
            <a:avLst>
              <a:gd name="adj1" fmla="val 50000"/>
              <a:gd name="adj2" fmla="val 47127"/>
            </a:avLst>
          </a:prstGeom>
          <a:solidFill>
            <a:schemeClr val="accent1">
              <a:alpha val="50195"/>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eaLnBrk="1" hangingPunct="1"/>
            <a:endParaRPr lang="en-GB" altLang="nl-NL"/>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5">
            <a:extLst>
              <a:ext uri="{FF2B5EF4-FFF2-40B4-BE49-F238E27FC236}">
                <a16:creationId xmlns:a16="http://schemas.microsoft.com/office/drawing/2014/main" id="{E37C6992-1030-902C-ABAC-160DAA51C8CE}"/>
              </a:ext>
            </a:extLst>
          </p:cNvPr>
          <p:cNvSpPr>
            <a:spLocks noGrp="1" noChangeArrowheads="1"/>
          </p:cNvSpPr>
          <p:nvPr>
            <p:ph type="title"/>
            <p:custDataLst>
              <p:tags r:id="rId2"/>
            </p:custDataLst>
          </p:nvPr>
        </p:nvSpPr>
        <p:spPr>
          <a:noFill/>
        </p:spPr>
        <p:txBody>
          <a:bodyPr/>
          <a:lstStyle/>
          <a:p>
            <a:pPr algn="ctr" eaLnBrk="1" hangingPunct="1"/>
            <a:r>
              <a:rPr lang="en-US" altLang="nl-NL" dirty="0"/>
              <a:t>Mathematical paradigm</a:t>
            </a:r>
          </a:p>
        </p:txBody>
      </p:sp>
      <p:sp>
        <p:nvSpPr>
          <p:cNvPr id="29699" name="Rectangle 3">
            <a:extLst>
              <a:ext uri="{FF2B5EF4-FFF2-40B4-BE49-F238E27FC236}">
                <a16:creationId xmlns:a16="http://schemas.microsoft.com/office/drawing/2014/main" id="{0096A852-45A2-3421-B564-9B63BE6E76C1}"/>
              </a:ext>
            </a:extLst>
          </p:cNvPr>
          <p:cNvSpPr>
            <a:spLocks noGrp="1" noChangeArrowheads="1"/>
          </p:cNvSpPr>
          <p:nvPr>
            <p:ph type="body" sz="half" idx="1"/>
            <p:custDataLst>
              <p:tags r:id="rId3"/>
            </p:custDataLst>
          </p:nvPr>
        </p:nvSpPr>
        <p:spPr>
          <a:xfrm>
            <a:off x="609601" y="1479550"/>
            <a:ext cx="11059581" cy="4381500"/>
          </a:xfrm>
          <a:noFill/>
        </p:spPr>
        <p:txBody>
          <a:bodyPr/>
          <a:lstStyle/>
          <a:p>
            <a:pPr eaLnBrk="1" hangingPunct="1"/>
            <a:r>
              <a:rPr lang="en-US" altLang="nl-NL" dirty="0"/>
              <a:t>Given </a:t>
            </a:r>
            <a:r>
              <a:rPr lang="en-US" altLang="nl-NL" i="1" dirty="0"/>
              <a:t>n</a:t>
            </a:r>
            <a:r>
              <a:rPr lang="en-US" altLang="nl-NL" dirty="0"/>
              <a:t> elements, consider all the set of 4 elements from our set of </a:t>
            </a:r>
            <a:r>
              <a:rPr lang="en-US" altLang="nl-NL" i="1" dirty="0"/>
              <a:t>n</a:t>
            </a:r>
            <a:r>
              <a:rPr lang="en-US" altLang="nl-NL" dirty="0"/>
              <a:t> elements</a:t>
            </a:r>
          </a:p>
          <a:p>
            <a:pPr eaLnBrk="1" hangingPunct="1"/>
            <a:r>
              <a:rPr lang="en-US" altLang="nl-NL" dirty="0"/>
              <a:t>There are                                                 such sets </a:t>
            </a:r>
          </a:p>
          <a:p>
            <a:r>
              <a:rPr lang="en-US" altLang="nl-NL" dirty="0"/>
              <a:t>For each set of 4 elements, there are exactly three possible combinations</a:t>
            </a:r>
          </a:p>
          <a:p>
            <a:endParaRPr lang="en-US" altLang="nl-NL" i="1" dirty="0"/>
          </a:p>
          <a:p>
            <a:endParaRPr lang="en-US" altLang="nl-NL" i="1" dirty="0"/>
          </a:p>
          <a:p>
            <a:endParaRPr lang="en-US" altLang="nl-NL" i="1" dirty="0"/>
          </a:p>
          <a:p>
            <a:endParaRPr lang="en-US" altLang="nl-NL" i="1" dirty="0"/>
          </a:p>
          <a:p>
            <a:r>
              <a:rPr lang="en-US" altLang="nl-NL" dirty="0"/>
              <a:t>Thus, given </a:t>
            </a:r>
            <a:r>
              <a:rPr lang="en-US" altLang="nl-NL" i="1" dirty="0"/>
              <a:t>n</a:t>
            </a:r>
            <a:r>
              <a:rPr lang="en-US" altLang="nl-NL" dirty="0"/>
              <a:t> elements, the total number of possible quartet topologies is: </a:t>
            </a:r>
          </a:p>
          <a:p>
            <a:endParaRPr lang="en-US" altLang="nl-NL" i="1" dirty="0"/>
          </a:p>
        </p:txBody>
      </p:sp>
      <p:graphicFrame>
        <p:nvGraphicFramePr>
          <p:cNvPr id="29700" name="Object 4">
            <a:extLst>
              <a:ext uri="{FF2B5EF4-FFF2-40B4-BE49-F238E27FC236}">
                <a16:creationId xmlns:a16="http://schemas.microsoft.com/office/drawing/2014/main" id="{0D3638E5-F760-AF02-F078-DB9CE9AB14F1}"/>
              </a:ext>
            </a:extLst>
          </p:cNvPr>
          <p:cNvGraphicFramePr>
            <a:graphicFrameLocks noGrp="1" noChangeAspect="1"/>
          </p:cNvGraphicFramePr>
          <p:nvPr>
            <p:ph sz="half" idx="2"/>
            <p:custDataLst>
              <p:tags r:id="rId4"/>
            </p:custDataLst>
            <p:extLst>
              <p:ext uri="{D42A27DB-BD31-4B8C-83A1-F6EECF244321}">
                <p14:modId xmlns:p14="http://schemas.microsoft.com/office/powerpoint/2010/main" val="3751355314"/>
              </p:ext>
            </p:extLst>
          </p:nvPr>
        </p:nvGraphicFramePr>
        <p:xfrm>
          <a:off x="2422168" y="1928598"/>
          <a:ext cx="3808961" cy="750004"/>
        </p:xfrm>
        <a:graphic>
          <a:graphicData uri="http://schemas.openxmlformats.org/presentationml/2006/ole">
            <mc:AlternateContent xmlns:mc="http://schemas.openxmlformats.org/markup-compatibility/2006">
              <mc:Choice xmlns:v="urn:schemas-microsoft-com:vml" Requires="v">
                <p:oleObj name="Equation" r:id="rId13" imgW="2324100" imgH="457200" progId="Equation.3">
                  <p:embed/>
                </p:oleObj>
              </mc:Choice>
              <mc:Fallback>
                <p:oleObj name="Equation" r:id="rId13" imgW="2324100" imgH="457200" progId="Equation.3">
                  <p:embed/>
                  <p:pic>
                    <p:nvPicPr>
                      <p:cNvPr id="29700" name="Object 4">
                        <a:extLst>
                          <a:ext uri="{FF2B5EF4-FFF2-40B4-BE49-F238E27FC236}">
                            <a16:creationId xmlns:a16="http://schemas.microsoft.com/office/drawing/2014/main" id="{0D3638E5-F760-AF02-F078-DB9CE9AB14F1}"/>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422168" y="1928598"/>
                        <a:ext cx="3808961" cy="750004"/>
                      </a:xfrm>
                      <a:prstGeom prst="rect">
                        <a:avLst/>
                      </a:prstGeom>
                      <a:noFill/>
                      <a:ln>
                        <a:noFill/>
                      </a:ln>
                      <a:effectLst/>
                    </p:spPr>
                  </p:pic>
                </p:oleObj>
              </mc:Fallback>
            </mc:AlternateContent>
          </a:graphicData>
        </a:graphic>
      </p:graphicFrame>
      <p:grpSp>
        <p:nvGrpSpPr>
          <p:cNvPr id="4" name="Group 4">
            <a:extLst>
              <a:ext uri="{FF2B5EF4-FFF2-40B4-BE49-F238E27FC236}">
                <a16:creationId xmlns:a16="http://schemas.microsoft.com/office/drawing/2014/main" id="{8581482D-C726-45F1-7280-11D64549FACB}"/>
              </a:ext>
            </a:extLst>
          </p:cNvPr>
          <p:cNvGrpSpPr>
            <a:grpSpLocks/>
          </p:cNvGrpSpPr>
          <p:nvPr/>
        </p:nvGrpSpPr>
        <p:grpSpPr bwMode="auto">
          <a:xfrm>
            <a:off x="1707274" y="3264741"/>
            <a:ext cx="2625725" cy="1462088"/>
            <a:chOff x="839" y="2418"/>
            <a:chExt cx="1654" cy="921"/>
          </a:xfrm>
        </p:grpSpPr>
        <p:sp>
          <p:nvSpPr>
            <p:cNvPr id="5" name="Rectangle 5">
              <a:extLst>
                <a:ext uri="{FF2B5EF4-FFF2-40B4-BE49-F238E27FC236}">
                  <a16:creationId xmlns:a16="http://schemas.microsoft.com/office/drawing/2014/main" id="{EEA90629-FA66-5EB1-5496-8CE0E07375D7}"/>
                </a:ext>
              </a:extLst>
            </p:cNvPr>
            <p:cNvSpPr>
              <a:spLocks noChangeArrowheads="1"/>
            </p:cNvSpPr>
            <p:nvPr>
              <p:custDataLst>
                <p:tags r:id="rId10"/>
              </p:custDataLst>
            </p:nvPr>
          </p:nvSpPr>
          <p:spPr bwMode="auto">
            <a:xfrm>
              <a:off x="1020" y="2418"/>
              <a:ext cx="1225" cy="4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54000" indent="-254000">
                <a:lnSpc>
                  <a:spcPct val="105000"/>
                </a:lnSpc>
                <a:spcBef>
                  <a:spcPct val="20000"/>
                </a:spcBef>
                <a:buSzPct val="100000"/>
                <a:buChar char="•"/>
                <a:defRPr sz="2000">
                  <a:solidFill>
                    <a:srgbClr val="000000"/>
                  </a:solidFill>
                  <a:latin typeface="Arial" panose="020B0604020202020204" pitchFamily="34" charset="0"/>
                </a:defRPr>
              </a:lvl1pPr>
              <a:lvl2pPr marL="711200" indent="-254000">
                <a:lnSpc>
                  <a:spcPct val="105000"/>
                </a:lnSpc>
                <a:spcBef>
                  <a:spcPct val="20000"/>
                </a:spcBef>
                <a:buSzPct val="100000"/>
                <a:buChar char="–"/>
                <a:defRPr sz="2000">
                  <a:solidFill>
                    <a:srgbClr val="000000"/>
                  </a:solidFill>
                  <a:latin typeface="Arial" panose="020B0604020202020204" pitchFamily="34" charset="0"/>
                </a:defRPr>
              </a:lvl2pPr>
              <a:lvl3pPr marL="1168400" indent="-254000">
                <a:lnSpc>
                  <a:spcPct val="105000"/>
                </a:lnSpc>
                <a:spcBef>
                  <a:spcPct val="20000"/>
                </a:spcBef>
                <a:buSzPct val="100000"/>
                <a:buChar char="•"/>
                <a:defRPr>
                  <a:solidFill>
                    <a:srgbClr val="000000"/>
                  </a:solidFill>
                  <a:latin typeface="Arial" panose="020B0604020202020204" pitchFamily="34" charset="0"/>
                </a:defRPr>
              </a:lvl3pPr>
              <a:lvl4pPr marL="1625600" indent="-254000">
                <a:lnSpc>
                  <a:spcPct val="105000"/>
                </a:lnSpc>
                <a:spcBef>
                  <a:spcPct val="20000"/>
                </a:spcBef>
                <a:buSzPct val="100000"/>
                <a:buChar char="–"/>
                <a:defRPr sz="1600">
                  <a:solidFill>
                    <a:srgbClr val="000000"/>
                  </a:solidFill>
                  <a:latin typeface="Arial" panose="020B0604020202020204" pitchFamily="34" charset="0"/>
                </a:defRPr>
              </a:lvl4pPr>
              <a:lvl5pPr marL="2082800" indent="-254000">
                <a:lnSpc>
                  <a:spcPct val="105000"/>
                </a:lnSpc>
                <a:spcBef>
                  <a:spcPct val="20000"/>
                </a:spcBef>
                <a:buSzPct val="100000"/>
                <a:buChar char="–"/>
                <a:defRPr sz="1600">
                  <a:solidFill>
                    <a:srgbClr val="000000"/>
                  </a:solidFill>
                  <a:latin typeface="Arial" panose="020B0604020202020204" pitchFamily="34" charset="0"/>
                </a:defRPr>
              </a:lvl5pPr>
              <a:lvl6pPr marL="2540000" indent="-2540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97200" indent="-2540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54400" indent="-2540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911600" indent="-2540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algn="ctr" eaLnBrk="1" hangingPunct="1">
                <a:spcBef>
                  <a:spcPct val="0"/>
                </a:spcBef>
                <a:buClr>
                  <a:srgbClr val="FF0000"/>
                </a:buClr>
                <a:buFontTx/>
                <a:buNone/>
              </a:pPr>
              <a:r>
                <a:rPr lang="en-GB" altLang="nl-NL" sz="1800" dirty="0"/>
                <a:t>ab | cd </a:t>
              </a:r>
            </a:p>
            <a:p>
              <a:pPr lvl="1" algn="ctr" eaLnBrk="1" hangingPunct="1">
                <a:spcBef>
                  <a:spcPct val="0"/>
                </a:spcBef>
                <a:buClr>
                  <a:srgbClr val="FF0000"/>
                </a:buClr>
                <a:buFontTx/>
                <a:buNone/>
              </a:pPr>
              <a:endParaRPr lang="en-GB" altLang="nl-NL" sz="1800" dirty="0"/>
            </a:p>
          </p:txBody>
        </p:sp>
        <p:grpSp>
          <p:nvGrpSpPr>
            <p:cNvPr id="6" name="Group 6">
              <a:extLst>
                <a:ext uri="{FF2B5EF4-FFF2-40B4-BE49-F238E27FC236}">
                  <a16:creationId xmlns:a16="http://schemas.microsoft.com/office/drawing/2014/main" id="{FB98F871-5C93-1423-1A05-AFD3127BF19D}"/>
                </a:ext>
              </a:extLst>
            </p:cNvPr>
            <p:cNvGrpSpPr>
              <a:grpSpLocks/>
            </p:cNvGrpSpPr>
            <p:nvPr/>
          </p:nvGrpSpPr>
          <p:grpSpPr bwMode="auto">
            <a:xfrm>
              <a:off x="839" y="2426"/>
              <a:ext cx="1654" cy="913"/>
              <a:chOff x="2064" y="2426"/>
              <a:chExt cx="1654" cy="913"/>
            </a:xfrm>
          </p:grpSpPr>
          <p:grpSp>
            <p:nvGrpSpPr>
              <p:cNvPr id="7" name="Group 7">
                <a:extLst>
                  <a:ext uri="{FF2B5EF4-FFF2-40B4-BE49-F238E27FC236}">
                    <a16:creationId xmlns:a16="http://schemas.microsoft.com/office/drawing/2014/main" id="{F2E20850-9E85-04C4-DD67-620A68703767}"/>
                  </a:ext>
                </a:extLst>
              </p:cNvPr>
              <p:cNvGrpSpPr>
                <a:grpSpLocks/>
              </p:cNvGrpSpPr>
              <p:nvPr/>
            </p:nvGrpSpPr>
            <p:grpSpPr bwMode="auto">
              <a:xfrm>
                <a:off x="2064" y="2432"/>
                <a:ext cx="1587" cy="907"/>
                <a:chOff x="1360" y="2720"/>
                <a:chExt cx="1587" cy="907"/>
              </a:xfrm>
            </p:grpSpPr>
            <p:sp>
              <p:nvSpPr>
                <p:cNvPr id="12" name="Oval 8">
                  <a:extLst>
                    <a:ext uri="{FF2B5EF4-FFF2-40B4-BE49-F238E27FC236}">
                      <a16:creationId xmlns:a16="http://schemas.microsoft.com/office/drawing/2014/main" id="{6A5B8114-0F4D-F86E-4B73-1A1FCBB36A06}"/>
                    </a:ext>
                  </a:extLst>
                </p:cNvPr>
                <p:cNvSpPr>
                  <a:spLocks noChangeArrowheads="1"/>
                </p:cNvSpPr>
                <p:nvPr/>
              </p:nvSpPr>
              <p:spPr bwMode="auto">
                <a:xfrm>
                  <a:off x="1360" y="2720"/>
                  <a:ext cx="227" cy="227"/>
                </a:xfrm>
                <a:prstGeom prst="ellipse">
                  <a:avLst/>
                </a:prstGeom>
                <a:noFill/>
                <a:ln w="9525" algn="ctr">
                  <a:solidFill>
                    <a:srgbClr val="000000"/>
                  </a:solidFill>
                  <a:round/>
                  <a:headEnd/>
                  <a:tailEnd/>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endParaRPr lang="nl-NL" altLang="nl-NL"/>
                </a:p>
              </p:txBody>
            </p:sp>
            <p:sp>
              <p:nvSpPr>
                <p:cNvPr id="13" name="Oval 9">
                  <a:extLst>
                    <a:ext uri="{FF2B5EF4-FFF2-40B4-BE49-F238E27FC236}">
                      <a16:creationId xmlns:a16="http://schemas.microsoft.com/office/drawing/2014/main" id="{8B70094F-B226-5329-A3FA-6837D33F932E}"/>
                    </a:ext>
                  </a:extLst>
                </p:cNvPr>
                <p:cNvSpPr>
                  <a:spLocks noChangeArrowheads="1"/>
                </p:cNvSpPr>
                <p:nvPr/>
              </p:nvSpPr>
              <p:spPr bwMode="auto">
                <a:xfrm>
                  <a:off x="1360" y="3400"/>
                  <a:ext cx="227" cy="227"/>
                </a:xfrm>
                <a:prstGeom prst="ellipse">
                  <a:avLst/>
                </a:prstGeom>
                <a:noFill/>
                <a:ln w="9525" algn="ctr">
                  <a:solidFill>
                    <a:srgbClr val="000000"/>
                  </a:solidFill>
                  <a:round/>
                  <a:headEnd/>
                  <a:tailEnd/>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endParaRPr lang="nl-NL" altLang="nl-NL"/>
                </a:p>
              </p:txBody>
            </p:sp>
            <p:sp>
              <p:nvSpPr>
                <p:cNvPr id="14" name="Oval 10">
                  <a:extLst>
                    <a:ext uri="{FF2B5EF4-FFF2-40B4-BE49-F238E27FC236}">
                      <a16:creationId xmlns:a16="http://schemas.microsoft.com/office/drawing/2014/main" id="{4A19AE0A-DF2A-C695-93F4-3B505A003AFF}"/>
                    </a:ext>
                  </a:extLst>
                </p:cNvPr>
                <p:cNvSpPr>
                  <a:spLocks noChangeArrowheads="1"/>
                </p:cNvSpPr>
                <p:nvPr/>
              </p:nvSpPr>
              <p:spPr bwMode="auto">
                <a:xfrm>
                  <a:off x="1813" y="3060"/>
                  <a:ext cx="227" cy="227"/>
                </a:xfrm>
                <a:prstGeom prst="ellipse">
                  <a:avLst/>
                </a:prstGeom>
                <a:noFill/>
                <a:ln w="9525" algn="ctr">
                  <a:solidFill>
                    <a:srgbClr val="FF0000"/>
                  </a:solidFill>
                  <a:round/>
                  <a:headEnd/>
                  <a:tailEnd/>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endParaRPr lang="nl-NL" altLang="nl-NL"/>
                </a:p>
              </p:txBody>
            </p:sp>
            <p:sp>
              <p:nvSpPr>
                <p:cNvPr id="15" name="Oval 11">
                  <a:extLst>
                    <a:ext uri="{FF2B5EF4-FFF2-40B4-BE49-F238E27FC236}">
                      <a16:creationId xmlns:a16="http://schemas.microsoft.com/office/drawing/2014/main" id="{5F49F8CD-3435-3BA4-F8B2-E2772CC7A53E}"/>
                    </a:ext>
                  </a:extLst>
                </p:cNvPr>
                <p:cNvSpPr>
                  <a:spLocks noChangeArrowheads="1"/>
                </p:cNvSpPr>
                <p:nvPr/>
              </p:nvSpPr>
              <p:spPr bwMode="auto">
                <a:xfrm>
                  <a:off x="2720" y="2720"/>
                  <a:ext cx="227" cy="227"/>
                </a:xfrm>
                <a:prstGeom prst="ellipse">
                  <a:avLst/>
                </a:prstGeom>
                <a:noFill/>
                <a:ln w="9525" algn="ctr">
                  <a:solidFill>
                    <a:srgbClr val="000000"/>
                  </a:solidFill>
                  <a:round/>
                  <a:headEnd/>
                  <a:tailEnd/>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endParaRPr lang="nl-NL" altLang="nl-NL"/>
                </a:p>
              </p:txBody>
            </p:sp>
            <p:sp>
              <p:nvSpPr>
                <p:cNvPr id="16" name="Oval 12">
                  <a:extLst>
                    <a:ext uri="{FF2B5EF4-FFF2-40B4-BE49-F238E27FC236}">
                      <a16:creationId xmlns:a16="http://schemas.microsoft.com/office/drawing/2014/main" id="{3B43A3B1-14F6-E6D2-26B0-AF0F0054A3C9}"/>
                    </a:ext>
                  </a:extLst>
                </p:cNvPr>
                <p:cNvSpPr>
                  <a:spLocks noChangeArrowheads="1"/>
                </p:cNvSpPr>
                <p:nvPr/>
              </p:nvSpPr>
              <p:spPr bwMode="auto">
                <a:xfrm>
                  <a:off x="2720" y="3400"/>
                  <a:ext cx="227" cy="227"/>
                </a:xfrm>
                <a:prstGeom prst="ellipse">
                  <a:avLst/>
                </a:prstGeom>
                <a:noFill/>
                <a:ln w="9525" algn="ctr">
                  <a:solidFill>
                    <a:srgbClr val="000000"/>
                  </a:solidFill>
                  <a:round/>
                  <a:headEnd/>
                  <a:tailEnd/>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endParaRPr lang="nl-NL" altLang="nl-NL"/>
                </a:p>
              </p:txBody>
            </p:sp>
            <p:sp>
              <p:nvSpPr>
                <p:cNvPr id="17" name="Oval 13">
                  <a:extLst>
                    <a:ext uri="{FF2B5EF4-FFF2-40B4-BE49-F238E27FC236}">
                      <a16:creationId xmlns:a16="http://schemas.microsoft.com/office/drawing/2014/main" id="{E0F86F18-EF59-6E67-3FB4-93E995FCA7B0}"/>
                    </a:ext>
                  </a:extLst>
                </p:cNvPr>
                <p:cNvSpPr>
                  <a:spLocks noChangeArrowheads="1"/>
                </p:cNvSpPr>
                <p:nvPr/>
              </p:nvSpPr>
              <p:spPr bwMode="auto">
                <a:xfrm>
                  <a:off x="2267" y="3060"/>
                  <a:ext cx="227" cy="227"/>
                </a:xfrm>
                <a:prstGeom prst="ellipse">
                  <a:avLst/>
                </a:prstGeom>
                <a:noFill/>
                <a:ln w="9525" algn="ctr">
                  <a:solidFill>
                    <a:srgbClr val="FF0000"/>
                  </a:solidFill>
                  <a:round/>
                  <a:headEnd/>
                  <a:tailEnd/>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endParaRPr lang="nl-NL" altLang="nl-NL"/>
                </a:p>
              </p:txBody>
            </p:sp>
            <p:cxnSp>
              <p:nvCxnSpPr>
                <p:cNvPr id="18" name="AutoShape 14">
                  <a:extLst>
                    <a:ext uri="{FF2B5EF4-FFF2-40B4-BE49-F238E27FC236}">
                      <a16:creationId xmlns:a16="http://schemas.microsoft.com/office/drawing/2014/main" id="{7FEF044D-EFF5-DAB9-472B-6651BB3DD233}"/>
                    </a:ext>
                  </a:extLst>
                </p:cNvPr>
                <p:cNvCxnSpPr>
                  <a:cxnSpLocks noChangeShapeType="1"/>
                  <a:stCxn id="12" idx="5"/>
                  <a:endCxn id="14" idx="1"/>
                </p:cNvCxnSpPr>
                <p:nvPr/>
              </p:nvCxnSpPr>
              <p:spPr bwMode="auto">
                <a:xfrm>
                  <a:off x="1554" y="2914"/>
                  <a:ext cx="292" cy="179"/>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AutoShape 15">
                  <a:extLst>
                    <a:ext uri="{FF2B5EF4-FFF2-40B4-BE49-F238E27FC236}">
                      <a16:creationId xmlns:a16="http://schemas.microsoft.com/office/drawing/2014/main" id="{6EB5F363-8EF3-C6BE-924F-2EB8AF01087A}"/>
                    </a:ext>
                  </a:extLst>
                </p:cNvPr>
                <p:cNvCxnSpPr>
                  <a:cxnSpLocks noChangeShapeType="1"/>
                  <a:stCxn id="13" idx="7"/>
                  <a:endCxn id="14" idx="3"/>
                </p:cNvCxnSpPr>
                <p:nvPr/>
              </p:nvCxnSpPr>
              <p:spPr bwMode="auto">
                <a:xfrm flipV="1">
                  <a:off x="1554" y="3254"/>
                  <a:ext cx="292" cy="179"/>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AutoShape 16">
                  <a:extLst>
                    <a:ext uri="{FF2B5EF4-FFF2-40B4-BE49-F238E27FC236}">
                      <a16:creationId xmlns:a16="http://schemas.microsoft.com/office/drawing/2014/main" id="{FF367338-CBE2-A990-496A-288A3D52761F}"/>
                    </a:ext>
                  </a:extLst>
                </p:cNvPr>
                <p:cNvCxnSpPr>
                  <a:cxnSpLocks noChangeShapeType="1"/>
                  <a:stCxn id="14" idx="6"/>
                  <a:endCxn id="17" idx="2"/>
                </p:cNvCxnSpPr>
                <p:nvPr/>
              </p:nvCxnSpPr>
              <p:spPr bwMode="auto">
                <a:xfrm>
                  <a:off x="2040" y="3174"/>
                  <a:ext cx="227" cy="0"/>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AutoShape 17">
                  <a:extLst>
                    <a:ext uri="{FF2B5EF4-FFF2-40B4-BE49-F238E27FC236}">
                      <a16:creationId xmlns:a16="http://schemas.microsoft.com/office/drawing/2014/main" id="{2F679908-C512-B21A-436A-4D83C0C79205}"/>
                    </a:ext>
                  </a:extLst>
                </p:cNvPr>
                <p:cNvCxnSpPr>
                  <a:cxnSpLocks noChangeShapeType="1"/>
                  <a:stCxn id="17" idx="7"/>
                  <a:endCxn id="15" idx="3"/>
                </p:cNvCxnSpPr>
                <p:nvPr/>
              </p:nvCxnSpPr>
              <p:spPr bwMode="auto">
                <a:xfrm flipV="1">
                  <a:off x="2461" y="2914"/>
                  <a:ext cx="292" cy="179"/>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AutoShape 18">
                  <a:extLst>
                    <a:ext uri="{FF2B5EF4-FFF2-40B4-BE49-F238E27FC236}">
                      <a16:creationId xmlns:a16="http://schemas.microsoft.com/office/drawing/2014/main" id="{7E65FE34-30BE-9E78-EC05-278DD37BA38B}"/>
                    </a:ext>
                  </a:extLst>
                </p:cNvPr>
                <p:cNvCxnSpPr>
                  <a:cxnSpLocks noChangeShapeType="1"/>
                  <a:stCxn id="17" idx="5"/>
                  <a:endCxn id="16" idx="1"/>
                </p:cNvCxnSpPr>
                <p:nvPr/>
              </p:nvCxnSpPr>
              <p:spPr bwMode="auto">
                <a:xfrm>
                  <a:off x="2461" y="3254"/>
                  <a:ext cx="292" cy="179"/>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8" name="Rectangle 19">
                <a:extLst>
                  <a:ext uri="{FF2B5EF4-FFF2-40B4-BE49-F238E27FC236}">
                    <a16:creationId xmlns:a16="http://schemas.microsoft.com/office/drawing/2014/main" id="{9A8B8DC9-F7F3-E2AB-88DA-91E0E2FCC657}"/>
                  </a:ext>
                </a:extLst>
              </p:cNvPr>
              <p:cNvSpPr>
                <a:spLocks noChangeArrowheads="1"/>
              </p:cNvSpPr>
              <p:nvPr/>
            </p:nvSpPr>
            <p:spPr bwMode="auto">
              <a:xfrm>
                <a:off x="2079" y="2426"/>
                <a:ext cx="272" cy="220"/>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54000" indent="-254000">
                  <a:lnSpc>
                    <a:spcPct val="105000"/>
                  </a:lnSpc>
                  <a:spcBef>
                    <a:spcPct val="20000"/>
                  </a:spcBef>
                  <a:buSzPct val="100000"/>
                  <a:buChar char="•"/>
                  <a:defRPr sz="2000">
                    <a:solidFill>
                      <a:srgbClr val="000000"/>
                    </a:solidFill>
                    <a:latin typeface="Arial" panose="020B0604020202020204" pitchFamily="34" charset="0"/>
                  </a:defRPr>
                </a:lvl1pPr>
                <a:lvl2pPr marL="711200" indent="-254000">
                  <a:lnSpc>
                    <a:spcPct val="105000"/>
                  </a:lnSpc>
                  <a:spcBef>
                    <a:spcPct val="20000"/>
                  </a:spcBef>
                  <a:buSzPct val="100000"/>
                  <a:buChar char="–"/>
                  <a:defRPr sz="2000">
                    <a:solidFill>
                      <a:srgbClr val="000000"/>
                    </a:solidFill>
                    <a:latin typeface="Arial" panose="020B0604020202020204" pitchFamily="34" charset="0"/>
                  </a:defRPr>
                </a:lvl2pPr>
                <a:lvl3pPr marL="1168400" indent="-254000">
                  <a:lnSpc>
                    <a:spcPct val="105000"/>
                  </a:lnSpc>
                  <a:spcBef>
                    <a:spcPct val="20000"/>
                  </a:spcBef>
                  <a:buSzPct val="100000"/>
                  <a:buChar char="•"/>
                  <a:defRPr>
                    <a:solidFill>
                      <a:srgbClr val="000000"/>
                    </a:solidFill>
                    <a:latin typeface="Arial" panose="020B0604020202020204" pitchFamily="34" charset="0"/>
                  </a:defRPr>
                </a:lvl3pPr>
                <a:lvl4pPr marL="1625600" indent="-254000">
                  <a:lnSpc>
                    <a:spcPct val="105000"/>
                  </a:lnSpc>
                  <a:spcBef>
                    <a:spcPct val="20000"/>
                  </a:spcBef>
                  <a:buSzPct val="100000"/>
                  <a:buChar char="–"/>
                  <a:defRPr sz="1600">
                    <a:solidFill>
                      <a:srgbClr val="000000"/>
                    </a:solidFill>
                    <a:latin typeface="Arial" panose="020B0604020202020204" pitchFamily="34" charset="0"/>
                  </a:defRPr>
                </a:lvl4pPr>
                <a:lvl5pPr marL="2082800" indent="-254000">
                  <a:lnSpc>
                    <a:spcPct val="105000"/>
                  </a:lnSpc>
                  <a:spcBef>
                    <a:spcPct val="20000"/>
                  </a:spcBef>
                  <a:buSzPct val="100000"/>
                  <a:buChar char="–"/>
                  <a:defRPr sz="1600">
                    <a:solidFill>
                      <a:srgbClr val="000000"/>
                    </a:solidFill>
                    <a:latin typeface="Arial" panose="020B0604020202020204" pitchFamily="34" charset="0"/>
                  </a:defRPr>
                </a:lvl5pPr>
                <a:lvl6pPr marL="2540000" indent="-2540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97200" indent="-2540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54400" indent="-2540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911600" indent="-2540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algn="just" eaLnBrk="1" hangingPunct="1">
                  <a:spcBef>
                    <a:spcPct val="0"/>
                  </a:spcBef>
                  <a:buClr>
                    <a:srgbClr val="FF0000"/>
                  </a:buClr>
                  <a:buFontTx/>
                  <a:buNone/>
                </a:pPr>
                <a:r>
                  <a:rPr lang="en-GB" altLang="nl-NL" sz="1600"/>
                  <a:t>a</a:t>
                </a:r>
              </a:p>
            </p:txBody>
          </p:sp>
          <p:sp>
            <p:nvSpPr>
              <p:cNvPr id="9" name="Rectangle 20">
                <a:extLst>
                  <a:ext uri="{FF2B5EF4-FFF2-40B4-BE49-F238E27FC236}">
                    <a16:creationId xmlns:a16="http://schemas.microsoft.com/office/drawing/2014/main" id="{A8BFFDB7-42B7-8B98-5669-D138BA612EC6}"/>
                  </a:ext>
                </a:extLst>
              </p:cNvPr>
              <p:cNvSpPr>
                <a:spLocks noChangeArrowheads="1"/>
              </p:cNvSpPr>
              <p:nvPr/>
            </p:nvSpPr>
            <p:spPr bwMode="auto">
              <a:xfrm>
                <a:off x="2088" y="3113"/>
                <a:ext cx="272" cy="220"/>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54000" indent="-254000">
                  <a:lnSpc>
                    <a:spcPct val="105000"/>
                  </a:lnSpc>
                  <a:spcBef>
                    <a:spcPct val="20000"/>
                  </a:spcBef>
                  <a:buSzPct val="100000"/>
                  <a:buChar char="•"/>
                  <a:defRPr sz="2000">
                    <a:solidFill>
                      <a:srgbClr val="000000"/>
                    </a:solidFill>
                    <a:latin typeface="Arial" panose="020B0604020202020204" pitchFamily="34" charset="0"/>
                  </a:defRPr>
                </a:lvl1pPr>
                <a:lvl2pPr marL="711200" indent="-254000">
                  <a:lnSpc>
                    <a:spcPct val="105000"/>
                  </a:lnSpc>
                  <a:spcBef>
                    <a:spcPct val="20000"/>
                  </a:spcBef>
                  <a:buSzPct val="100000"/>
                  <a:buChar char="–"/>
                  <a:defRPr sz="2000">
                    <a:solidFill>
                      <a:srgbClr val="000000"/>
                    </a:solidFill>
                    <a:latin typeface="Arial" panose="020B0604020202020204" pitchFamily="34" charset="0"/>
                  </a:defRPr>
                </a:lvl2pPr>
                <a:lvl3pPr marL="1168400" indent="-254000">
                  <a:lnSpc>
                    <a:spcPct val="105000"/>
                  </a:lnSpc>
                  <a:spcBef>
                    <a:spcPct val="20000"/>
                  </a:spcBef>
                  <a:buSzPct val="100000"/>
                  <a:buChar char="•"/>
                  <a:defRPr>
                    <a:solidFill>
                      <a:srgbClr val="000000"/>
                    </a:solidFill>
                    <a:latin typeface="Arial" panose="020B0604020202020204" pitchFamily="34" charset="0"/>
                  </a:defRPr>
                </a:lvl3pPr>
                <a:lvl4pPr marL="1625600" indent="-254000">
                  <a:lnSpc>
                    <a:spcPct val="105000"/>
                  </a:lnSpc>
                  <a:spcBef>
                    <a:spcPct val="20000"/>
                  </a:spcBef>
                  <a:buSzPct val="100000"/>
                  <a:buChar char="–"/>
                  <a:defRPr sz="1600">
                    <a:solidFill>
                      <a:srgbClr val="000000"/>
                    </a:solidFill>
                    <a:latin typeface="Arial" panose="020B0604020202020204" pitchFamily="34" charset="0"/>
                  </a:defRPr>
                </a:lvl4pPr>
                <a:lvl5pPr marL="2082800" indent="-254000">
                  <a:lnSpc>
                    <a:spcPct val="105000"/>
                  </a:lnSpc>
                  <a:spcBef>
                    <a:spcPct val="20000"/>
                  </a:spcBef>
                  <a:buSzPct val="100000"/>
                  <a:buChar char="–"/>
                  <a:defRPr sz="1600">
                    <a:solidFill>
                      <a:srgbClr val="000000"/>
                    </a:solidFill>
                    <a:latin typeface="Arial" panose="020B0604020202020204" pitchFamily="34" charset="0"/>
                  </a:defRPr>
                </a:lvl5pPr>
                <a:lvl6pPr marL="2540000" indent="-2540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97200" indent="-2540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54400" indent="-2540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911600" indent="-2540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algn="just" eaLnBrk="1" hangingPunct="1">
                  <a:spcBef>
                    <a:spcPct val="0"/>
                  </a:spcBef>
                  <a:buClr>
                    <a:srgbClr val="FF0000"/>
                  </a:buClr>
                  <a:buFontTx/>
                  <a:buNone/>
                </a:pPr>
                <a:r>
                  <a:rPr lang="en-GB" altLang="nl-NL" sz="1600"/>
                  <a:t>b</a:t>
                </a:r>
              </a:p>
            </p:txBody>
          </p:sp>
          <p:sp>
            <p:nvSpPr>
              <p:cNvPr id="10" name="Rectangle 21">
                <a:extLst>
                  <a:ext uri="{FF2B5EF4-FFF2-40B4-BE49-F238E27FC236}">
                    <a16:creationId xmlns:a16="http://schemas.microsoft.com/office/drawing/2014/main" id="{62BB24B0-4750-1EA6-A9A3-16FD4D36C128}"/>
                  </a:ext>
                </a:extLst>
              </p:cNvPr>
              <p:cNvSpPr>
                <a:spLocks noChangeArrowheads="1"/>
              </p:cNvSpPr>
              <p:nvPr/>
            </p:nvSpPr>
            <p:spPr bwMode="auto">
              <a:xfrm>
                <a:off x="3446" y="2426"/>
                <a:ext cx="272" cy="220"/>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54000" indent="-254000">
                  <a:lnSpc>
                    <a:spcPct val="105000"/>
                  </a:lnSpc>
                  <a:spcBef>
                    <a:spcPct val="20000"/>
                  </a:spcBef>
                  <a:buSzPct val="100000"/>
                  <a:buChar char="•"/>
                  <a:defRPr sz="2000">
                    <a:solidFill>
                      <a:srgbClr val="000000"/>
                    </a:solidFill>
                    <a:latin typeface="Arial" panose="020B0604020202020204" pitchFamily="34" charset="0"/>
                  </a:defRPr>
                </a:lvl1pPr>
                <a:lvl2pPr marL="711200" indent="-254000">
                  <a:lnSpc>
                    <a:spcPct val="105000"/>
                  </a:lnSpc>
                  <a:spcBef>
                    <a:spcPct val="20000"/>
                  </a:spcBef>
                  <a:buSzPct val="100000"/>
                  <a:buChar char="–"/>
                  <a:defRPr sz="2000">
                    <a:solidFill>
                      <a:srgbClr val="000000"/>
                    </a:solidFill>
                    <a:latin typeface="Arial" panose="020B0604020202020204" pitchFamily="34" charset="0"/>
                  </a:defRPr>
                </a:lvl2pPr>
                <a:lvl3pPr marL="1168400" indent="-254000">
                  <a:lnSpc>
                    <a:spcPct val="105000"/>
                  </a:lnSpc>
                  <a:spcBef>
                    <a:spcPct val="20000"/>
                  </a:spcBef>
                  <a:buSzPct val="100000"/>
                  <a:buChar char="•"/>
                  <a:defRPr>
                    <a:solidFill>
                      <a:srgbClr val="000000"/>
                    </a:solidFill>
                    <a:latin typeface="Arial" panose="020B0604020202020204" pitchFamily="34" charset="0"/>
                  </a:defRPr>
                </a:lvl3pPr>
                <a:lvl4pPr marL="1625600" indent="-254000">
                  <a:lnSpc>
                    <a:spcPct val="105000"/>
                  </a:lnSpc>
                  <a:spcBef>
                    <a:spcPct val="20000"/>
                  </a:spcBef>
                  <a:buSzPct val="100000"/>
                  <a:buChar char="–"/>
                  <a:defRPr sz="1600">
                    <a:solidFill>
                      <a:srgbClr val="000000"/>
                    </a:solidFill>
                    <a:latin typeface="Arial" panose="020B0604020202020204" pitchFamily="34" charset="0"/>
                  </a:defRPr>
                </a:lvl4pPr>
                <a:lvl5pPr marL="2082800" indent="-254000">
                  <a:lnSpc>
                    <a:spcPct val="105000"/>
                  </a:lnSpc>
                  <a:spcBef>
                    <a:spcPct val="20000"/>
                  </a:spcBef>
                  <a:buSzPct val="100000"/>
                  <a:buChar char="–"/>
                  <a:defRPr sz="1600">
                    <a:solidFill>
                      <a:srgbClr val="000000"/>
                    </a:solidFill>
                    <a:latin typeface="Arial" panose="020B0604020202020204" pitchFamily="34" charset="0"/>
                  </a:defRPr>
                </a:lvl5pPr>
                <a:lvl6pPr marL="2540000" indent="-2540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97200" indent="-2540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54400" indent="-2540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911600" indent="-2540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algn="just" eaLnBrk="1" hangingPunct="1">
                  <a:spcBef>
                    <a:spcPct val="0"/>
                  </a:spcBef>
                  <a:buClr>
                    <a:srgbClr val="FF0000"/>
                  </a:buClr>
                  <a:buFontTx/>
                  <a:buNone/>
                </a:pPr>
                <a:r>
                  <a:rPr lang="en-GB" altLang="nl-NL" sz="1600"/>
                  <a:t>c</a:t>
                </a:r>
              </a:p>
            </p:txBody>
          </p:sp>
          <p:sp>
            <p:nvSpPr>
              <p:cNvPr id="11" name="Rectangle 22">
                <a:extLst>
                  <a:ext uri="{FF2B5EF4-FFF2-40B4-BE49-F238E27FC236}">
                    <a16:creationId xmlns:a16="http://schemas.microsoft.com/office/drawing/2014/main" id="{D6E7C673-0D05-E08F-535C-D0349D914DED}"/>
                  </a:ext>
                </a:extLst>
              </p:cNvPr>
              <p:cNvSpPr>
                <a:spLocks noChangeArrowheads="1"/>
              </p:cNvSpPr>
              <p:nvPr/>
            </p:nvSpPr>
            <p:spPr bwMode="auto">
              <a:xfrm>
                <a:off x="3442" y="3106"/>
                <a:ext cx="272" cy="220"/>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54000" indent="-254000">
                  <a:lnSpc>
                    <a:spcPct val="105000"/>
                  </a:lnSpc>
                  <a:spcBef>
                    <a:spcPct val="20000"/>
                  </a:spcBef>
                  <a:buSzPct val="100000"/>
                  <a:buChar char="•"/>
                  <a:defRPr sz="2000">
                    <a:solidFill>
                      <a:srgbClr val="000000"/>
                    </a:solidFill>
                    <a:latin typeface="Arial" panose="020B0604020202020204" pitchFamily="34" charset="0"/>
                  </a:defRPr>
                </a:lvl1pPr>
                <a:lvl2pPr marL="711200" indent="-254000">
                  <a:lnSpc>
                    <a:spcPct val="105000"/>
                  </a:lnSpc>
                  <a:spcBef>
                    <a:spcPct val="20000"/>
                  </a:spcBef>
                  <a:buSzPct val="100000"/>
                  <a:buChar char="–"/>
                  <a:defRPr sz="2000">
                    <a:solidFill>
                      <a:srgbClr val="000000"/>
                    </a:solidFill>
                    <a:latin typeface="Arial" panose="020B0604020202020204" pitchFamily="34" charset="0"/>
                  </a:defRPr>
                </a:lvl2pPr>
                <a:lvl3pPr marL="1168400" indent="-254000">
                  <a:lnSpc>
                    <a:spcPct val="105000"/>
                  </a:lnSpc>
                  <a:spcBef>
                    <a:spcPct val="20000"/>
                  </a:spcBef>
                  <a:buSzPct val="100000"/>
                  <a:buChar char="•"/>
                  <a:defRPr>
                    <a:solidFill>
                      <a:srgbClr val="000000"/>
                    </a:solidFill>
                    <a:latin typeface="Arial" panose="020B0604020202020204" pitchFamily="34" charset="0"/>
                  </a:defRPr>
                </a:lvl3pPr>
                <a:lvl4pPr marL="1625600" indent="-254000">
                  <a:lnSpc>
                    <a:spcPct val="105000"/>
                  </a:lnSpc>
                  <a:spcBef>
                    <a:spcPct val="20000"/>
                  </a:spcBef>
                  <a:buSzPct val="100000"/>
                  <a:buChar char="–"/>
                  <a:defRPr sz="1600">
                    <a:solidFill>
                      <a:srgbClr val="000000"/>
                    </a:solidFill>
                    <a:latin typeface="Arial" panose="020B0604020202020204" pitchFamily="34" charset="0"/>
                  </a:defRPr>
                </a:lvl4pPr>
                <a:lvl5pPr marL="2082800" indent="-254000">
                  <a:lnSpc>
                    <a:spcPct val="105000"/>
                  </a:lnSpc>
                  <a:spcBef>
                    <a:spcPct val="20000"/>
                  </a:spcBef>
                  <a:buSzPct val="100000"/>
                  <a:buChar char="–"/>
                  <a:defRPr sz="1600">
                    <a:solidFill>
                      <a:srgbClr val="000000"/>
                    </a:solidFill>
                    <a:latin typeface="Arial" panose="020B0604020202020204" pitchFamily="34" charset="0"/>
                  </a:defRPr>
                </a:lvl5pPr>
                <a:lvl6pPr marL="2540000" indent="-2540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97200" indent="-2540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54400" indent="-2540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911600" indent="-2540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algn="just" eaLnBrk="1" hangingPunct="1">
                  <a:spcBef>
                    <a:spcPct val="0"/>
                  </a:spcBef>
                  <a:buClr>
                    <a:srgbClr val="FF0000"/>
                  </a:buClr>
                  <a:buFontTx/>
                  <a:buNone/>
                </a:pPr>
                <a:r>
                  <a:rPr lang="en-GB" altLang="nl-NL" sz="1600"/>
                  <a:t>d</a:t>
                </a:r>
              </a:p>
            </p:txBody>
          </p:sp>
        </p:grpSp>
      </p:grpSp>
      <p:grpSp>
        <p:nvGrpSpPr>
          <p:cNvPr id="23" name="Group 23">
            <a:extLst>
              <a:ext uri="{FF2B5EF4-FFF2-40B4-BE49-F238E27FC236}">
                <a16:creationId xmlns:a16="http://schemas.microsoft.com/office/drawing/2014/main" id="{64B511A4-3549-4ACA-44EA-8FE60F465813}"/>
              </a:ext>
            </a:extLst>
          </p:cNvPr>
          <p:cNvGrpSpPr>
            <a:grpSpLocks/>
          </p:cNvGrpSpPr>
          <p:nvPr/>
        </p:nvGrpSpPr>
        <p:grpSpPr bwMode="auto">
          <a:xfrm>
            <a:off x="4660024" y="3264741"/>
            <a:ext cx="2625725" cy="1462088"/>
            <a:chOff x="839" y="2418"/>
            <a:chExt cx="1654" cy="921"/>
          </a:xfrm>
        </p:grpSpPr>
        <p:sp>
          <p:nvSpPr>
            <p:cNvPr id="24" name="Rectangle 24">
              <a:extLst>
                <a:ext uri="{FF2B5EF4-FFF2-40B4-BE49-F238E27FC236}">
                  <a16:creationId xmlns:a16="http://schemas.microsoft.com/office/drawing/2014/main" id="{C58498A1-1E0B-F0FE-56D0-BD45E355B271}"/>
                </a:ext>
              </a:extLst>
            </p:cNvPr>
            <p:cNvSpPr>
              <a:spLocks noChangeArrowheads="1"/>
            </p:cNvSpPr>
            <p:nvPr>
              <p:custDataLst>
                <p:tags r:id="rId9"/>
              </p:custDataLst>
            </p:nvPr>
          </p:nvSpPr>
          <p:spPr bwMode="auto">
            <a:xfrm>
              <a:off x="1020" y="2418"/>
              <a:ext cx="1225" cy="4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54000" indent="-254000">
                <a:lnSpc>
                  <a:spcPct val="105000"/>
                </a:lnSpc>
                <a:spcBef>
                  <a:spcPct val="20000"/>
                </a:spcBef>
                <a:buSzPct val="100000"/>
                <a:buChar char="•"/>
                <a:defRPr sz="2000">
                  <a:solidFill>
                    <a:srgbClr val="000000"/>
                  </a:solidFill>
                  <a:latin typeface="Arial" panose="020B0604020202020204" pitchFamily="34" charset="0"/>
                </a:defRPr>
              </a:lvl1pPr>
              <a:lvl2pPr marL="711200" indent="-254000">
                <a:lnSpc>
                  <a:spcPct val="105000"/>
                </a:lnSpc>
                <a:spcBef>
                  <a:spcPct val="20000"/>
                </a:spcBef>
                <a:buSzPct val="100000"/>
                <a:buChar char="–"/>
                <a:defRPr sz="2000">
                  <a:solidFill>
                    <a:srgbClr val="000000"/>
                  </a:solidFill>
                  <a:latin typeface="Arial" panose="020B0604020202020204" pitchFamily="34" charset="0"/>
                </a:defRPr>
              </a:lvl2pPr>
              <a:lvl3pPr marL="1168400" indent="-254000">
                <a:lnSpc>
                  <a:spcPct val="105000"/>
                </a:lnSpc>
                <a:spcBef>
                  <a:spcPct val="20000"/>
                </a:spcBef>
                <a:buSzPct val="100000"/>
                <a:buChar char="•"/>
                <a:defRPr>
                  <a:solidFill>
                    <a:srgbClr val="000000"/>
                  </a:solidFill>
                  <a:latin typeface="Arial" panose="020B0604020202020204" pitchFamily="34" charset="0"/>
                </a:defRPr>
              </a:lvl3pPr>
              <a:lvl4pPr marL="1625600" indent="-254000">
                <a:lnSpc>
                  <a:spcPct val="105000"/>
                </a:lnSpc>
                <a:spcBef>
                  <a:spcPct val="20000"/>
                </a:spcBef>
                <a:buSzPct val="100000"/>
                <a:buChar char="–"/>
                <a:defRPr sz="1600">
                  <a:solidFill>
                    <a:srgbClr val="000000"/>
                  </a:solidFill>
                  <a:latin typeface="Arial" panose="020B0604020202020204" pitchFamily="34" charset="0"/>
                </a:defRPr>
              </a:lvl4pPr>
              <a:lvl5pPr marL="2082800" indent="-254000">
                <a:lnSpc>
                  <a:spcPct val="105000"/>
                </a:lnSpc>
                <a:spcBef>
                  <a:spcPct val="20000"/>
                </a:spcBef>
                <a:buSzPct val="100000"/>
                <a:buChar char="–"/>
                <a:defRPr sz="1600">
                  <a:solidFill>
                    <a:srgbClr val="000000"/>
                  </a:solidFill>
                  <a:latin typeface="Arial" panose="020B0604020202020204" pitchFamily="34" charset="0"/>
                </a:defRPr>
              </a:lvl5pPr>
              <a:lvl6pPr marL="2540000" indent="-2540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97200" indent="-2540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54400" indent="-2540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911600" indent="-2540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algn="ctr" eaLnBrk="1" hangingPunct="1">
                <a:spcBef>
                  <a:spcPct val="0"/>
                </a:spcBef>
                <a:buClr>
                  <a:srgbClr val="FF0000"/>
                </a:buClr>
                <a:buFontTx/>
                <a:buNone/>
              </a:pPr>
              <a:r>
                <a:rPr lang="en-GB" altLang="nl-NL" sz="1800"/>
                <a:t>ac | bd </a:t>
              </a:r>
            </a:p>
            <a:p>
              <a:pPr lvl="1" algn="ctr" eaLnBrk="1" hangingPunct="1">
                <a:spcBef>
                  <a:spcPct val="0"/>
                </a:spcBef>
                <a:buClr>
                  <a:srgbClr val="FF0000"/>
                </a:buClr>
                <a:buFontTx/>
                <a:buNone/>
              </a:pPr>
              <a:endParaRPr lang="en-GB" altLang="nl-NL" sz="1800"/>
            </a:p>
          </p:txBody>
        </p:sp>
        <p:grpSp>
          <p:nvGrpSpPr>
            <p:cNvPr id="25" name="Group 25">
              <a:extLst>
                <a:ext uri="{FF2B5EF4-FFF2-40B4-BE49-F238E27FC236}">
                  <a16:creationId xmlns:a16="http://schemas.microsoft.com/office/drawing/2014/main" id="{6CD396F9-17FA-0645-E77D-4E0008234CD1}"/>
                </a:ext>
              </a:extLst>
            </p:cNvPr>
            <p:cNvGrpSpPr>
              <a:grpSpLocks/>
            </p:cNvGrpSpPr>
            <p:nvPr/>
          </p:nvGrpSpPr>
          <p:grpSpPr bwMode="auto">
            <a:xfrm>
              <a:off x="839" y="2426"/>
              <a:ext cx="1654" cy="913"/>
              <a:chOff x="2064" y="2426"/>
              <a:chExt cx="1654" cy="913"/>
            </a:xfrm>
          </p:grpSpPr>
          <p:grpSp>
            <p:nvGrpSpPr>
              <p:cNvPr id="26" name="Group 26">
                <a:extLst>
                  <a:ext uri="{FF2B5EF4-FFF2-40B4-BE49-F238E27FC236}">
                    <a16:creationId xmlns:a16="http://schemas.microsoft.com/office/drawing/2014/main" id="{F2942D1B-A698-D53C-41C7-34F4773FC580}"/>
                  </a:ext>
                </a:extLst>
              </p:cNvPr>
              <p:cNvGrpSpPr>
                <a:grpSpLocks/>
              </p:cNvGrpSpPr>
              <p:nvPr/>
            </p:nvGrpSpPr>
            <p:grpSpPr bwMode="auto">
              <a:xfrm>
                <a:off x="2064" y="2432"/>
                <a:ext cx="1587" cy="907"/>
                <a:chOff x="1360" y="2720"/>
                <a:chExt cx="1587" cy="907"/>
              </a:xfrm>
            </p:grpSpPr>
            <p:sp>
              <p:nvSpPr>
                <p:cNvPr id="31" name="Oval 27">
                  <a:extLst>
                    <a:ext uri="{FF2B5EF4-FFF2-40B4-BE49-F238E27FC236}">
                      <a16:creationId xmlns:a16="http://schemas.microsoft.com/office/drawing/2014/main" id="{A2F498FC-F8EA-A137-84CD-09E9D6BD8074}"/>
                    </a:ext>
                  </a:extLst>
                </p:cNvPr>
                <p:cNvSpPr>
                  <a:spLocks noChangeArrowheads="1"/>
                </p:cNvSpPr>
                <p:nvPr/>
              </p:nvSpPr>
              <p:spPr bwMode="auto">
                <a:xfrm>
                  <a:off x="1360" y="2720"/>
                  <a:ext cx="227" cy="227"/>
                </a:xfrm>
                <a:prstGeom prst="ellipse">
                  <a:avLst/>
                </a:prstGeom>
                <a:noFill/>
                <a:ln w="9525" algn="ctr">
                  <a:solidFill>
                    <a:srgbClr val="000000"/>
                  </a:solidFill>
                  <a:round/>
                  <a:headEnd/>
                  <a:tailEnd/>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endParaRPr lang="nl-NL" altLang="nl-NL"/>
                </a:p>
              </p:txBody>
            </p:sp>
            <p:sp>
              <p:nvSpPr>
                <p:cNvPr id="32" name="Oval 28">
                  <a:extLst>
                    <a:ext uri="{FF2B5EF4-FFF2-40B4-BE49-F238E27FC236}">
                      <a16:creationId xmlns:a16="http://schemas.microsoft.com/office/drawing/2014/main" id="{37242B8E-C3C7-B03C-6297-149077E9C911}"/>
                    </a:ext>
                  </a:extLst>
                </p:cNvPr>
                <p:cNvSpPr>
                  <a:spLocks noChangeArrowheads="1"/>
                </p:cNvSpPr>
                <p:nvPr/>
              </p:nvSpPr>
              <p:spPr bwMode="auto">
                <a:xfrm>
                  <a:off x="1360" y="3400"/>
                  <a:ext cx="227" cy="227"/>
                </a:xfrm>
                <a:prstGeom prst="ellipse">
                  <a:avLst/>
                </a:prstGeom>
                <a:noFill/>
                <a:ln w="9525" algn="ctr">
                  <a:solidFill>
                    <a:srgbClr val="000000"/>
                  </a:solidFill>
                  <a:round/>
                  <a:headEnd/>
                  <a:tailEnd/>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endParaRPr lang="nl-NL" altLang="nl-NL"/>
                </a:p>
              </p:txBody>
            </p:sp>
            <p:sp>
              <p:nvSpPr>
                <p:cNvPr id="33" name="Oval 29">
                  <a:extLst>
                    <a:ext uri="{FF2B5EF4-FFF2-40B4-BE49-F238E27FC236}">
                      <a16:creationId xmlns:a16="http://schemas.microsoft.com/office/drawing/2014/main" id="{E870FD05-2B61-3624-1EA1-7D44285E5E64}"/>
                    </a:ext>
                  </a:extLst>
                </p:cNvPr>
                <p:cNvSpPr>
                  <a:spLocks noChangeArrowheads="1"/>
                </p:cNvSpPr>
                <p:nvPr/>
              </p:nvSpPr>
              <p:spPr bwMode="auto">
                <a:xfrm>
                  <a:off x="1813" y="3060"/>
                  <a:ext cx="227" cy="227"/>
                </a:xfrm>
                <a:prstGeom prst="ellipse">
                  <a:avLst/>
                </a:prstGeom>
                <a:noFill/>
                <a:ln w="9525" algn="ctr">
                  <a:solidFill>
                    <a:srgbClr val="FF0000"/>
                  </a:solidFill>
                  <a:round/>
                  <a:headEnd/>
                  <a:tailEnd/>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endParaRPr lang="nl-NL" altLang="nl-NL"/>
                </a:p>
              </p:txBody>
            </p:sp>
            <p:sp>
              <p:nvSpPr>
                <p:cNvPr id="34" name="Oval 30">
                  <a:extLst>
                    <a:ext uri="{FF2B5EF4-FFF2-40B4-BE49-F238E27FC236}">
                      <a16:creationId xmlns:a16="http://schemas.microsoft.com/office/drawing/2014/main" id="{8219A64C-CDBE-7A7E-C83A-E619EEFCBEEA}"/>
                    </a:ext>
                  </a:extLst>
                </p:cNvPr>
                <p:cNvSpPr>
                  <a:spLocks noChangeArrowheads="1"/>
                </p:cNvSpPr>
                <p:nvPr/>
              </p:nvSpPr>
              <p:spPr bwMode="auto">
                <a:xfrm>
                  <a:off x="2720" y="2720"/>
                  <a:ext cx="227" cy="227"/>
                </a:xfrm>
                <a:prstGeom prst="ellipse">
                  <a:avLst/>
                </a:prstGeom>
                <a:noFill/>
                <a:ln w="9525" algn="ctr">
                  <a:solidFill>
                    <a:srgbClr val="000000"/>
                  </a:solidFill>
                  <a:round/>
                  <a:headEnd/>
                  <a:tailEnd/>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endParaRPr lang="nl-NL" altLang="nl-NL"/>
                </a:p>
              </p:txBody>
            </p:sp>
            <p:sp>
              <p:nvSpPr>
                <p:cNvPr id="35" name="Oval 31">
                  <a:extLst>
                    <a:ext uri="{FF2B5EF4-FFF2-40B4-BE49-F238E27FC236}">
                      <a16:creationId xmlns:a16="http://schemas.microsoft.com/office/drawing/2014/main" id="{5B2A0626-C5B8-1513-815B-D49CDBE09E7C}"/>
                    </a:ext>
                  </a:extLst>
                </p:cNvPr>
                <p:cNvSpPr>
                  <a:spLocks noChangeArrowheads="1"/>
                </p:cNvSpPr>
                <p:nvPr/>
              </p:nvSpPr>
              <p:spPr bwMode="auto">
                <a:xfrm>
                  <a:off x="2720" y="3400"/>
                  <a:ext cx="227" cy="227"/>
                </a:xfrm>
                <a:prstGeom prst="ellipse">
                  <a:avLst/>
                </a:prstGeom>
                <a:noFill/>
                <a:ln w="9525" algn="ctr">
                  <a:solidFill>
                    <a:srgbClr val="000000"/>
                  </a:solidFill>
                  <a:round/>
                  <a:headEnd/>
                  <a:tailEnd/>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endParaRPr lang="nl-NL" altLang="nl-NL"/>
                </a:p>
              </p:txBody>
            </p:sp>
            <p:sp>
              <p:nvSpPr>
                <p:cNvPr id="36" name="Oval 32">
                  <a:extLst>
                    <a:ext uri="{FF2B5EF4-FFF2-40B4-BE49-F238E27FC236}">
                      <a16:creationId xmlns:a16="http://schemas.microsoft.com/office/drawing/2014/main" id="{779657FA-3E19-3EDA-0065-29099CB784E3}"/>
                    </a:ext>
                  </a:extLst>
                </p:cNvPr>
                <p:cNvSpPr>
                  <a:spLocks noChangeArrowheads="1"/>
                </p:cNvSpPr>
                <p:nvPr/>
              </p:nvSpPr>
              <p:spPr bwMode="auto">
                <a:xfrm>
                  <a:off x="2267" y="3060"/>
                  <a:ext cx="227" cy="227"/>
                </a:xfrm>
                <a:prstGeom prst="ellipse">
                  <a:avLst/>
                </a:prstGeom>
                <a:noFill/>
                <a:ln w="9525" algn="ctr">
                  <a:solidFill>
                    <a:srgbClr val="FF0000"/>
                  </a:solidFill>
                  <a:round/>
                  <a:headEnd/>
                  <a:tailEnd/>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endParaRPr lang="nl-NL" altLang="nl-NL"/>
                </a:p>
              </p:txBody>
            </p:sp>
            <p:cxnSp>
              <p:nvCxnSpPr>
                <p:cNvPr id="37" name="AutoShape 33">
                  <a:extLst>
                    <a:ext uri="{FF2B5EF4-FFF2-40B4-BE49-F238E27FC236}">
                      <a16:creationId xmlns:a16="http://schemas.microsoft.com/office/drawing/2014/main" id="{0E682685-A88A-92CB-A57A-7D2FC02BE322}"/>
                    </a:ext>
                  </a:extLst>
                </p:cNvPr>
                <p:cNvCxnSpPr>
                  <a:cxnSpLocks noChangeShapeType="1"/>
                  <a:stCxn id="31" idx="5"/>
                  <a:endCxn id="33" idx="1"/>
                </p:cNvCxnSpPr>
                <p:nvPr/>
              </p:nvCxnSpPr>
              <p:spPr bwMode="auto">
                <a:xfrm>
                  <a:off x="1554" y="2914"/>
                  <a:ext cx="292" cy="179"/>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AutoShape 34">
                  <a:extLst>
                    <a:ext uri="{FF2B5EF4-FFF2-40B4-BE49-F238E27FC236}">
                      <a16:creationId xmlns:a16="http://schemas.microsoft.com/office/drawing/2014/main" id="{D9A3C988-D933-2F04-08F6-04D708827E7D}"/>
                    </a:ext>
                  </a:extLst>
                </p:cNvPr>
                <p:cNvCxnSpPr>
                  <a:cxnSpLocks noChangeShapeType="1"/>
                  <a:stCxn id="32" idx="7"/>
                  <a:endCxn id="33" idx="3"/>
                </p:cNvCxnSpPr>
                <p:nvPr/>
              </p:nvCxnSpPr>
              <p:spPr bwMode="auto">
                <a:xfrm flipV="1">
                  <a:off x="1554" y="3254"/>
                  <a:ext cx="292" cy="179"/>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9" name="AutoShape 35">
                  <a:extLst>
                    <a:ext uri="{FF2B5EF4-FFF2-40B4-BE49-F238E27FC236}">
                      <a16:creationId xmlns:a16="http://schemas.microsoft.com/office/drawing/2014/main" id="{D98B36D5-9832-A162-53EC-8C206F94EEE3}"/>
                    </a:ext>
                  </a:extLst>
                </p:cNvPr>
                <p:cNvCxnSpPr>
                  <a:cxnSpLocks noChangeShapeType="1"/>
                  <a:stCxn id="33" idx="6"/>
                  <a:endCxn id="36" idx="2"/>
                </p:cNvCxnSpPr>
                <p:nvPr/>
              </p:nvCxnSpPr>
              <p:spPr bwMode="auto">
                <a:xfrm>
                  <a:off x="2040" y="3174"/>
                  <a:ext cx="227" cy="0"/>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AutoShape 36">
                  <a:extLst>
                    <a:ext uri="{FF2B5EF4-FFF2-40B4-BE49-F238E27FC236}">
                      <a16:creationId xmlns:a16="http://schemas.microsoft.com/office/drawing/2014/main" id="{07A13FB3-B9D3-B762-259C-EF6B621DDADA}"/>
                    </a:ext>
                  </a:extLst>
                </p:cNvPr>
                <p:cNvCxnSpPr>
                  <a:cxnSpLocks noChangeShapeType="1"/>
                  <a:stCxn id="36" idx="7"/>
                  <a:endCxn id="34" idx="3"/>
                </p:cNvCxnSpPr>
                <p:nvPr/>
              </p:nvCxnSpPr>
              <p:spPr bwMode="auto">
                <a:xfrm flipV="1">
                  <a:off x="2461" y="2914"/>
                  <a:ext cx="292" cy="179"/>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AutoShape 37">
                  <a:extLst>
                    <a:ext uri="{FF2B5EF4-FFF2-40B4-BE49-F238E27FC236}">
                      <a16:creationId xmlns:a16="http://schemas.microsoft.com/office/drawing/2014/main" id="{EDADE40C-C2B6-6C5B-2ED7-6038E62249CC}"/>
                    </a:ext>
                  </a:extLst>
                </p:cNvPr>
                <p:cNvCxnSpPr>
                  <a:cxnSpLocks noChangeShapeType="1"/>
                  <a:stCxn id="36" idx="5"/>
                  <a:endCxn id="35" idx="1"/>
                </p:cNvCxnSpPr>
                <p:nvPr/>
              </p:nvCxnSpPr>
              <p:spPr bwMode="auto">
                <a:xfrm>
                  <a:off x="2461" y="3254"/>
                  <a:ext cx="292" cy="179"/>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27" name="Rectangle 38">
                <a:extLst>
                  <a:ext uri="{FF2B5EF4-FFF2-40B4-BE49-F238E27FC236}">
                    <a16:creationId xmlns:a16="http://schemas.microsoft.com/office/drawing/2014/main" id="{981F0F4E-B2AC-EF59-4CBA-47A88C82BC72}"/>
                  </a:ext>
                </a:extLst>
              </p:cNvPr>
              <p:cNvSpPr>
                <a:spLocks noChangeArrowheads="1"/>
              </p:cNvSpPr>
              <p:nvPr/>
            </p:nvSpPr>
            <p:spPr bwMode="auto">
              <a:xfrm>
                <a:off x="2079" y="2426"/>
                <a:ext cx="272" cy="220"/>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54000" indent="-254000">
                  <a:lnSpc>
                    <a:spcPct val="105000"/>
                  </a:lnSpc>
                  <a:spcBef>
                    <a:spcPct val="20000"/>
                  </a:spcBef>
                  <a:buSzPct val="100000"/>
                  <a:buChar char="•"/>
                  <a:defRPr sz="2000">
                    <a:solidFill>
                      <a:srgbClr val="000000"/>
                    </a:solidFill>
                    <a:latin typeface="Arial" panose="020B0604020202020204" pitchFamily="34" charset="0"/>
                  </a:defRPr>
                </a:lvl1pPr>
                <a:lvl2pPr marL="711200" indent="-254000">
                  <a:lnSpc>
                    <a:spcPct val="105000"/>
                  </a:lnSpc>
                  <a:spcBef>
                    <a:spcPct val="20000"/>
                  </a:spcBef>
                  <a:buSzPct val="100000"/>
                  <a:buChar char="–"/>
                  <a:defRPr sz="2000">
                    <a:solidFill>
                      <a:srgbClr val="000000"/>
                    </a:solidFill>
                    <a:latin typeface="Arial" panose="020B0604020202020204" pitchFamily="34" charset="0"/>
                  </a:defRPr>
                </a:lvl2pPr>
                <a:lvl3pPr marL="1168400" indent="-254000">
                  <a:lnSpc>
                    <a:spcPct val="105000"/>
                  </a:lnSpc>
                  <a:spcBef>
                    <a:spcPct val="20000"/>
                  </a:spcBef>
                  <a:buSzPct val="100000"/>
                  <a:buChar char="•"/>
                  <a:defRPr>
                    <a:solidFill>
                      <a:srgbClr val="000000"/>
                    </a:solidFill>
                    <a:latin typeface="Arial" panose="020B0604020202020204" pitchFamily="34" charset="0"/>
                  </a:defRPr>
                </a:lvl3pPr>
                <a:lvl4pPr marL="1625600" indent="-254000">
                  <a:lnSpc>
                    <a:spcPct val="105000"/>
                  </a:lnSpc>
                  <a:spcBef>
                    <a:spcPct val="20000"/>
                  </a:spcBef>
                  <a:buSzPct val="100000"/>
                  <a:buChar char="–"/>
                  <a:defRPr sz="1600">
                    <a:solidFill>
                      <a:srgbClr val="000000"/>
                    </a:solidFill>
                    <a:latin typeface="Arial" panose="020B0604020202020204" pitchFamily="34" charset="0"/>
                  </a:defRPr>
                </a:lvl4pPr>
                <a:lvl5pPr marL="2082800" indent="-254000">
                  <a:lnSpc>
                    <a:spcPct val="105000"/>
                  </a:lnSpc>
                  <a:spcBef>
                    <a:spcPct val="20000"/>
                  </a:spcBef>
                  <a:buSzPct val="100000"/>
                  <a:buChar char="–"/>
                  <a:defRPr sz="1600">
                    <a:solidFill>
                      <a:srgbClr val="000000"/>
                    </a:solidFill>
                    <a:latin typeface="Arial" panose="020B0604020202020204" pitchFamily="34" charset="0"/>
                  </a:defRPr>
                </a:lvl5pPr>
                <a:lvl6pPr marL="2540000" indent="-2540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97200" indent="-2540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54400" indent="-2540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911600" indent="-2540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algn="just" eaLnBrk="1" hangingPunct="1">
                  <a:spcBef>
                    <a:spcPct val="0"/>
                  </a:spcBef>
                  <a:buClr>
                    <a:srgbClr val="FF0000"/>
                  </a:buClr>
                  <a:buFontTx/>
                  <a:buNone/>
                </a:pPr>
                <a:r>
                  <a:rPr lang="en-GB" altLang="nl-NL" sz="1600"/>
                  <a:t>a</a:t>
                </a:r>
              </a:p>
            </p:txBody>
          </p:sp>
          <p:sp>
            <p:nvSpPr>
              <p:cNvPr id="28" name="Rectangle 39">
                <a:extLst>
                  <a:ext uri="{FF2B5EF4-FFF2-40B4-BE49-F238E27FC236}">
                    <a16:creationId xmlns:a16="http://schemas.microsoft.com/office/drawing/2014/main" id="{00270714-6E20-F191-3A93-AEAEFCF90D36}"/>
                  </a:ext>
                </a:extLst>
              </p:cNvPr>
              <p:cNvSpPr>
                <a:spLocks noChangeArrowheads="1"/>
              </p:cNvSpPr>
              <p:nvPr/>
            </p:nvSpPr>
            <p:spPr bwMode="auto">
              <a:xfrm>
                <a:off x="2088" y="3113"/>
                <a:ext cx="272" cy="220"/>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54000" indent="-254000">
                  <a:lnSpc>
                    <a:spcPct val="105000"/>
                  </a:lnSpc>
                  <a:spcBef>
                    <a:spcPct val="20000"/>
                  </a:spcBef>
                  <a:buSzPct val="100000"/>
                  <a:buChar char="•"/>
                  <a:defRPr sz="2000">
                    <a:solidFill>
                      <a:srgbClr val="000000"/>
                    </a:solidFill>
                    <a:latin typeface="Arial" panose="020B0604020202020204" pitchFamily="34" charset="0"/>
                  </a:defRPr>
                </a:lvl1pPr>
                <a:lvl2pPr marL="711200" indent="-254000">
                  <a:lnSpc>
                    <a:spcPct val="105000"/>
                  </a:lnSpc>
                  <a:spcBef>
                    <a:spcPct val="20000"/>
                  </a:spcBef>
                  <a:buSzPct val="100000"/>
                  <a:buChar char="–"/>
                  <a:defRPr sz="2000">
                    <a:solidFill>
                      <a:srgbClr val="000000"/>
                    </a:solidFill>
                    <a:latin typeface="Arial" panose="020B0604020202020204" pitchFamily="34" charset="0"/>
                  </a:defRPr>
                </a:lvl2pPr>
                <a:lvl3pPr marL="1168400" indent="-254000">
                  <a:lnSpc>
                    <a:spcPct val="105000"/>
                  </a:lnSpc>
                  <a:spcBef>
                    <a:spcPct val="20000"/>
                  </a:spcBef>
                  <a:buSzPct val="100000"/>
                  <a:buChar char="•"/>
                  <a:defRPr>
                    <a:solidFill>
                      <a:srgbClr val="000000"/>
                    </a:solidFill>
                    <a:latin typeface="Arial" panose="020B0604020202020204" pitchFamily="34" charset="0"/>
                  </a:defRPr>
                </a:lvl3pPr>
                <a:lvl4pPr marL="1625600" indent="-254000">
                  <a:lnSpc>
                    <a:spcPct val="105000"/>
                  </a:lnSpc>
                  <a:spcBef>
                    <a:spcPct val="20000"/>
                  </a:spcBef>
                  <a:buSzPct val="100000"/>
                  <a:buChar char="–"/>
                  <a:defRPr sz="1600">
                    <a:solidFill>
                      <a:srgbClr val="000000"/>
                    </a:solidFill>
                    <a:latin typeface="Arial" panose="020B0604020202020204" pitchFamily="34" charset="0"/>
                  </a:defRPr>
                </a:lvl4pPr>
                <a:lvl5pPr marL="2082800" indent="-254000">
                  <a:lnSpc>
                    <a:spcPct val="105000"/>
                  </a:lnSpc>
                  <a:spcBef>
                    <a:spcPct val="20000"/>
                  </a:spcBef>
                  <a:buSzPct val="100000"/>
                  <a:buChar char="–"/>
                  <a:defRPr sz="1600">
                    <a:solidFill>
                      <a:srgbClr val="000000"/>
                    </a:solidFill>
                    <a:latin typeface="Arial" panose="020B0604020202020204" pitchFamily="34" charset="0"/>
                  </a:defRPr>
                </a:lvl5pPr>
                <a:lvl6pPr marL="2540000" indent="-2540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97200" indent="-2540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54400" indent="-2540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911600" indent="-2540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algn="just" eaLnBrk="1" hangingPunct="1">
                  <a:spcBef>
                    <a:spcPct val="0"/>
                  </a:spcBef>
                  <a:buClr>
                    <a:srgbClr val="FF0000"/>
                  </a:buClr>
                  <a:buFontTx/>
                  <a:buNone/>
                </a:pPr>
                <a:r>
                  <a:rPr lang="en-GB" altLang="nl-NL" sz="1600"/>
                  <a:t>c</a:t>
                </a:r>
              </a:p>
            </p:txBody>
          </p:sp>
          <p:sp>
            <p:nvSpPr>
              <p:cNvPr id="29" name="Rectangle 40">
                <a:extLst>
                  <a:ext uri="{FF2B5EF4-FFF2-40B4-BE49-F238E27FC236}">
                    <a16:creationId xmlns:a16="http://schemas.microsoft.com/office/drawing/2014/main" id="{008F5D4D-7DB8-F88F-028E-94F784C9B9DF}"/>
                  </a:ext>
                </a:extLst>
              </p:cNvPr>
              <p:cNvSpPr>
                <a:spLocks noChangeArrowheads="1"/>
              </p:cNvSpPr>
              <p:nvPr/>
            </p:nvSpPr>
            <p:spPr bwMode="auto">
              <a:xfrm>
                <a:off x="3446" y="2426"/>
                <a:ext cx="272" cy="220"/>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54000" indent="-254000">
                  <a:lnSpc>
                    <a:spcPct val="105000"/>
                  </a:lnSpc>
                  <a:spcBef>
                    <a:spcPct val="20000"/>
                  </a:spcBef>
                  <a:buSzPct val="100000"/>
                  <a:buChar char="•"/>
                  <a:defRPr sz="2000">
                    <a:solidFill>
                      <a:srgbClr val="000000"/>
                    </a:solidFill>
                    <a:latin typeface="Arial" panose="020B0604020202020204" pitchFamily="34" charset="0"/>
                  </a:defRPr>
                </a:lvl1pPr>
                <a:lvl2pPr marL="711200" indent="-254000">
                  <a:lnSpc>
                    <a:spcPct val="105000"/>
                  </a:lnSpc>
                  <a:spcBef>
                    <a:spcPct val="20000"/>
                  </a:spcBef>
                  <a:buSzPct val="100000"/>
                  <a:buChar char="–"/>
                  <a:defRPr sz="2000">
                    <a:solidFill>
                      <a:srgbClr val="000000"/>
                    </a:solidFill>
                    <a:latin typeface="Arial" panose="020B0604020202020204" pitchFamily="34" charset="0"/>
                  </a:defRPr>
                </a:lvl2pPr>
                <a:lvl3pPr marL="1168400" indent="-254000">
                  <a:lnSpc>
                    <a:spcPct val="105000"/>
                  </a:lnSpc>
                  <a:spcBef>
                    <a:spcPct val="20000"/>
                  </a:spcBef>
                  <a:buSzPct val="100000"/>
                  <a:buChar char="•"/>
                  <a:defRPr>
                    <a:solidFill>
                      <a:srgbClr val="000000"/>
                    </a:solidFill>
                    <a:latin typeface="Arial" panose="020B0604020202020204" pitchFamily="34" charset="0"/>
                  </a:defRPr>
                </a:lvl3pPr>
                <a:lvl4pPr marL="1625600" indent="-254000">
                  <a:lnSpc>
                    <a:spcPct val="105000"/>
                  </a:lnSpc>
                  <a:spcBef>
                    <a:spcPct val="20000"/>
                  </a:spcBef>
                  <a:buSzPct val="100000"/>
                  <a:buChar char="–"/>
                  <a:defRPr sz="1600">
                    <a:solidFill>
                      <a:srgbClr val="000000"/>
                    </a:solidFill>
                    <a:latin typeface="Arial" panose="020B0604020202020204" pitchFamily="34" charset="0"/>
                  </a:defRPr>
                </a:lvl4pPr>
                <a:lvl5pPr marL="2082800" indent="-254000">
                  <a:lnSpc>
                    <a:spcPct val="105000"/>
                  </a:lnSpc>
                  <a:spcBef>
                    <a:spcPct val="20000"/>
                  </a:spcBef>
                  <a:buSzPct val="100000"/>
                  <a:buChar char="–"/>
                  <a:defRPr sz="1600">
                    <a:solidFill>
                      <a:srgbClr val="000000"/>
                    </a:solidFill>
                    <a:latin typeface="Arial" panose="020B0604020202020204" pitchFamily="34" charset="0"/>
                  </a:defRPr>
                </a:lvl5pPr>
                <a:lvl6pPr marL="2540000" indent="-2540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97200" indent="-2540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54400" indent="-2540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911600" indent="-2540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algn="just" eaLnBrk="1" hangingPunct="1">
                  <a:spcBef>
                    <a:spcPct val="0"/>
                  </a:spcBef>
                  <a:buClr>
                    <a:srgbClr val="FF0000"/>
                  </a:buClr>
                  <a:buFontTx/>
                  <a:buNone/>
                </a:pPr>
                <a:r>
                  <a:rPr lang="en-GB" altLang="nl-NL" sz="1600"/>
                  <a:t>b</a:t>
                </a:r>
              </a:p>
            </p:txBody>
          </p:sp>
          <p:sp>
            <p:nvSpPr>
              <p:cNvPr id="30" name="Rectangle 41">
                <a:extLst>
                  <a:ext uri="{FF2B5EF4-FFF2-40B4-BE49-F238E27FC236}">
                    <a16:creationId xmlns:a16="http://schemas.microsoft.com/office/drawing/2014/main" id="{01257F47-F83A-1465-F9D9-0BD3AD615960}"/>
                  </a:ext>
                </a:extLst>
              </p:cNvPr>
              <p:cNvSpPr>
                <a:spLocks noChangeArrowheads="1"/>
              </p:cNvSpPr>
              <p:nvPr/>
            </p:nvSpPr>
            <p:spPr bwMode="auto">
              <a:xfrm>
                <a:off x="3442" y="3106"/>
                <a:ext cx="272" cy="220"/>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54000" indent="-254000">
                  <a:lnSpc>
                    <a:spcPct val="105000"/>
                  </a:lnSpc>
                  <a:spcBef>
                    <a:spcPct val="20000"/>
                  </a:spcBef>
                  <a:buSzPct val="100000"/>
                  <a:buChar char="•"/>
                  <a:defRPr sz="2000">
                    <a:solidFill>
                      <a:srgbClr val="000000"/>
                    </a:solidFill>
                    <a:latin typeface="Arial" panose="020B0604020202020204" pitchFamily="34" charset="0"/>
                  </a:defRPr>
                </a:lvl1pPr>
                <a:lvl2pPr marL="711200" indent="-254000">
                  <a:lnSpc>
                    <a:spcPct val="105000"/>
                  </a:lnSpc>
                  <a:spcBef>
                    <a:spcPct val="20000"/>
                  </a:spcBef>
                  <a:buSzPct val="100000"/>
                  <a:buChar char="–"/>
                  <a:defRPr sz="2000">
                    <a:solidFill>
                      <a:srgbClr val="000000"/>
                    </a:solidFill>
                    <a:latin typeface="Arial" panose="020B0604020202020204" pitchFamily="34" charset="0"/>
                  </a:defRPr>
                </a:lvl2pPr>
                <a:lvl3pPr marL="1168400" indent="-254000">
                  <a:lnSpc>
                    <a:spcPct val="105000"/>
                  </a:lnSpc>
                  <a:spcBef>
                    <a:spcPct val="20000"/>
                  </a:spcBef>
                  <a:buSzPct val="100000"/>
                  <a:buChar char="•"/>
                  <a:defRPr>
                    <a:solidFill>
                      <a:srgbClr val="000000"/>
                    </a:solidFill>
                    <a:latin typeface="Arial" panose="020B0604020202020204" pitchFamily="34" charset="0"/>
                  </a:defRPr>
                </a:lvl3pPr>
                <a:lvl4pPr marL="1625600" indent="-254000">
                  <a:lnSpc>
                    <a:spcPct val="105000"/>
                  </a:lnSpc>
                  <a:spcBef>
                    <a:spcPct val="20000"/>
                  </a:spcBef>
                  <a:buSzPct val="100000"/>
                  <a:buChar char="–"/>
                  <a:defRPr sz="1600">
                    <a:solidFill>
                      <a:srgbClr val="000000"/>
                    </a:solidFill>
                    <a:latin typeface="Arial" panose="020B0604020202020204" pitchFamily="34" charset="0"/>
                  </a:defRPr>
                </a:lvl4pPr>
                <a:lvl5pPr marL="2082800" indent="-254000">
                  <a:lnSpc>
                    <a:spcPct val="105000"/>
                  </a:lnSpc>
                  <a:spcBef>
                    <a:spcPct val="20000"/>
                  </a:spcBef>
                  <a:buSzPct val="100000"/>
                  <a:buChar char="–"/>
                  <a:defRPr sz="1600">
                    <a:solidFill>
                      <a:srgbClr val="000000"/>
                    </a:solidFill>
                    <a:latin typeface="Arial" panose="020B0604020202020204" pitchFamily="34" charset="0"/>
                  </a:defRPr>
                </a:lvl5pPr>
                <a:lvl6pPr marL="2540000" indent="-2540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97200" indent="-2540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54400" indent="-2540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911600" indent="-2540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algn="just" eaLnBrk="1" hangingPunct="1">
                  <a:spcBef>
                    <a:spcPct val="0"/>
                  </a:spcBef>
                  <a:buClr>
                    <a:srgbClr val="FF0000"/>
                  </a:buClr>
                  <a:buFontTx/>
                  <a:buNone/>
                </a:pPr>
                <a:r>
                  <a:rPr lang="en-GB" altLang="nl-NL" sz="1600"/>
                  <a:t>d</a:t>
                </a:r>
              </a:p>
            </p:txBody>
          </p:sp>
        </p:grpSp>
      </p:grpSp>
      <p:grpSp>
        <p:nvGrpSpPr>
          <p:cNvPr id="42" name="Group 42">
            <a:extLst>
              <a:ext uri="{FF2B5EF4-FFF2-40B4-BE49-F238E27FC236}">
                <a16:creationId xmlns:a16="http://schemas.microsoft.com/office/drawing/2014/main" id="{8883B34B-4EEC-7F49-067F-492D03C84C02}"/>
              </a:ext>
            </a:extLst>
          </p:cNvPr>
          <p:cNvGrpSpPr>
            <a:grpSpLocks/>
          </p:cNvGrpSpPr>
          <p:nvPr/>
        </p:nvGrpSpPr>
        <p:grpSpPr bwMode="auto">
          <a:xfrm>
            <a:off x="7573087" y="3264741"/>
            <a:ext cx="2625725" cy="1462088"/>
            <a:chOff x="839" y="2418"/>
            <a:chExt cx="1654" cy="921"/>
          </a:xfrm>
        </p:grpSpPr>
        <p:sp>
          <p:nvSpPr>
            <p:cNvPr id="43" name="Rectangle 43">
              <a:extLst>
                <a:ext uri="{FF2B5EF4-FFF2-40B4-BE49-F238E27FC236}">
                  <a16:creationId xmlns:a16="http://schemas.microsoft.com/office/drawing/2014/main" id="{51B6A3F8-5BFE-1937-2E4A-28C7507BCCB6}"/>
                </a:ext>
              </a:extLst>
            </p:cNvPr>
            <p:cNvSpPr>
              <a:spLocks noChangeArrowheads="1"/>
            </p:cNvSpPr>
            <p:nvPr>
              <p:custDataLst>
                <p:tags r:id="rId8"/>
              </p:custDataLst>
            </p:nvPr>
          </p:nvSpPr>
          <p:spPr bwMode="auto">
            <a:xfrm>
              <a:off x="1020" y="2418"/>
              <a:ext cx="1225" cy="4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54000" indent="-254000">
                <a:lnSpc>
                  <a:spcPct val="105000"/>
                </a:lnSpc>
                <a:spcBef>
                  <a:spcPct val="20000"/>
                </a:spcBef>
                <a:buSzPct val="100000"/>
                <a:buChar char="•"/>
                <a:defRPr sz="2000">
                  <a:solidFill>
                    <a:srgbClr val="000000"/>
                  </a:solidFill>
                  <a:latin typeface="Arial" panose="020B0604020202020204" pitchFamily="34" charset="0"/>
                </a:defRPr>
              </a:lvl1pPr>
              <a:lvl2pPr marL="711200" indent="-254000">
                <a:lnSpc>
                  <a:spcPct val="105000"/>
                </a:lnSpc>
                <a:spcBef>
                  <a:spcPct val="20000"/>
                </a:spcBef>
                <a:buSzPct val="100000"/>
                <a:buChar char="–"/>
                <a:defRPr sz="2000">
                  <a:solidFill>
                    <a:srgbClr val="000000"/>
                  </a:solidFill>
                  <a:latin typeface="Arial" panose="020B0604020202020204" pitchFamily="34" charset="0"/>
                </a:defRPr>
              </a:lvl2pPr>
              <a:lvl3pPr marL="1168400" indent="-254000">
                <a:lnSpc>
                  <a:spcPct val="105000"/>
                </a:lnSpc>
                <a:spcBef>
                  <a:spcPct val="20000"/>
                </a:spcBef>
                <a:buSzPct val="100000"/>
                <a:buChar char="•"/>
                <a:defRPr>
                  <a:solidFill>
                    <a:srgbClr val="000000"/>
                  </a:solidFill>
                  <a:latin typeface="Arial" panose="020B0604020202020204" pitchFamily="34" charset="0"/>
                </a:defRPr>
              </a:lvl3pPr>
              <a:lvl4pPr marL="1625600" indent="-254000">
                <a:lnSpc>
                  <a:spcPct val="105000"/>
                </a:lnSpc>
                <a:spcBef>
                  <a:spcPct val="20000"/>
                </a:spcBef>
                <a:buSzPct val="100000"/>
                <a:buChar char="–"/>
                <a:defRPr sz="1600">
                  <a:solidFill>
                    <a:srgbClr val="000000"/>
                  </a:solidFill>
                  <a:latin typeface="Arial" panose="020B0604020202020204" pitchFamily="34" charset="0"/>
                </a:defRPr>
              </a:lvl4pPr>
              <a:lvl5pPr marL="2082800" indent="-254000">
                <a:lnSpc>
                  <a:spcPct val="105000"/>
                </a:lnSpc>
                <a:spcBef>
                  <a:spcPct val="20000"/>
                </a:spcBef>
                <a:buSzPct val="100000"/>
                <a:buChar char="–"/>
                <a:defRPr sz="1600">
                  <a:solidFill>
                    <a:srgbClr val="000000"/>
                  </a:solidFill>
                  <a:latin typeface="Arial" panose="020B0604020202020204" pitchFamily="34" charset="0"/>
                </a:defRPr>
              </a:lvl5pPr>
              <a:lvl6pPr marL="2540000" indent="-2540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97200" indent="-2540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54400" indent="-2540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911600" indent="-2540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algn="ctr" eaLnBrk="1" hangingPunct="1">
                <a:spcBef>
                  <a:spcPct val="0"/>
                </a:spcBef>
                <a:buClr>
                  <a:srgbClr val="FF0000"/>
                </a:buClr>
                <a:buFontTx/>
                <a:buNone/>
              </a:pPr>
              <a:r>
                <a:rPr lang="en-GB" altLang="nl-NL" sz="1800"/>
                <a:t>ad | bc </a:t>
              </a:r>
            </a:p>
            <a:p>
              <a:pPr lvl="1" algn="ctr" eaLnBrk="1" hangingPunct="1">
                <a:spcBef>
                  <a:spcPct val="0"/>
                </a:spcBef>
                <a:buClr>
                  <a:srgbClr val="FF0000"/>
                </a:buClr>
                <a:buFontTx/>
                <a:buNone/>
              </a:pPr>
              <a:endParaRPr lang="en-GB" altLang="nl-NL" sz="1800"/>
            </a:p>
          </p:txBody>
        </p:sp>
        <p:grpSp>
          <p:nvGrpSpPr>
            <p:cNvPr id="44" name="Group 44">
              <a:extLst>
                <a:ext uri="{FF2B5EF4-FFF2-40B4-BE49-F238E27FC236}">
                  <a16:creationId xmlns:a16="http://schemas.microsoft.com/office/drawing/2014/main" id="{1F753E88-1EA2-5FBC-11A8-B0DC5B2A85D5}"/>
                </a:ext>
              </a:extLst>
            </p:cNvPr>
            <p:cNvGrpSpPr>
              <a:grpSpLocks/>
            </p:cNvGrpSpPr>
            <p:nvPr/>
          </p:nvGrpSpPr>
          <p:grpSpPr bwMode="auto">
            <a:xfrm>
              <a:off x="839" y="2426"/>
              <a:ext cx="1654" cy="913"/>
              <a:chOff x="2064" y="2426"/>
              <a:chExt cx="1654" cy="913"/>
            </a:xfrm>
          </p:grpSpPr>
          <p:grpSp>
            <p:nvGrpSpPr>
              <p:cNvPr id="45" name="Group 45">
                <a:extLst>
                  <a:ext uri="{FF2B5EF4-FFF2-40B4-BE49-F238E27FC236}">
                    <a16:creationId xmlns:a16="http://schemas.microsoft.com/office/drawing/2014/main" id="{3FBF7971-34CA-F863-E4F4-6CBA7A0385EE}"/>
                  </a:ext>
                </a:extLst>
              </p:cNvPr>
              <p:cNvGrpSpPr>
                <a:grpSpLocks/>
              </p:cNvGrpSpPr>
              <p:nvPr/>
            </p:nvGrpSpPr>
            <p:grpSpPr bwMode="auto">
              <a:xfrm>
                <a:off x="2064" y="2432"/>
                <a:ext cx="1587" cy="907"/>
                <a:chOff x="1360" y="2720"/>
                <a:chExt cx="1587" cy="907"/>
              </a:xfrm>
            </p:grpSpPr>
            <p:sp>
              <p:nvSpPr>
                <p:cNvPr id="50" name="Oval 46">
                  <a:extLst>
                    <a:ext uri="{FF2B5EF4-FFF2-40B4-BE49-F238E27FC236}">
                      <a16:creationId xmlns:a16="http://schemas.microsoft.com/office/drawing/2014/main" id="{59BE5A1B-8026-97AD-C938-403476B5F4E5}"/>
                    </a:ext>
                  </a:extLst>
                </p:cNvPr>
                <p:cNvSpPr>
                  <a:spLocks noChangeArrowheads="1"/>
                </p:cNvSpPr>
                <p:nvPr/>
              </p:nvSpPr>
              <p:spPr bwMode="auto">
                <a:xfrm>
                  <a:off x="1360" y="2720"/>
                  <a:ext cx="227" cy="227"/>
                </a:xfrm>
                <a:prstGeom prst="ellipse">
                  <a:avLst/>
                </a:prstGeom>
                <a:noFill/>
                <a:ln w="9525" algn="ctr">
                  <a:solidFill>
                    <a:srgbClr val="000000"/>
                  </a:solidFill>
                  <a:round/>
                  <a:headEnd/>
                  <a:tailEnd/>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endParaRPr lang="nl-NL" altLang="nl-NL"/>
                </a:p>
              </p:txBody>
            </p:sp>
            <p:sp>
              <p:nvSpPr>
                <p:cNvPr id="51" name="Oval 47">
                  <a:extLst>
                    <a:ext uri="{FF2B5EF4-FFF2-40B4-BE49-F238E27FC236}">
                      <a16:creationId xmlns:a16="http://schemas.microsoft.com/office/drawing/2014/main" id="{AB4884CC-27AE-9601-FECE-1067B6998A13}"/>
                    </a:ext>
                  </a:extLst>
                </p:cNvPr>
                <p:cNvSpPr>
                  <a:spLocks noChangeArrowheads="1"/>
                </p:cNvSpPr>
                <p:nvPr/>
              </p:nvSpPr>
              <p:spPr bwMode="auto">
                <a:xfrm>
                  <a:off x="1360" y="3400"/>
                  <a:ext cx="227" cy="227"/>
                </a:xfrm>
                <a:prstGeom prst="ellipse">
                  <a:avLst/>
                </a:prstGeom>
                <a:noFill/>
                <a:ln w="9525" algn="ctr">
                  <a:solidFill>
                    <a:srgbClr val="000000"/>
                  </a:solidFill>
                  <a:round/>
                  <a:headEnd/>
                  <a:tailEnd/>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endParaRPr lang="nl-NL" altLang="nl-NL"/>
                </a:p>
              </p:txBody>
            </p:sp>
            <p:sp>
              <p:nvSpPr>
                <p:cNvPr id="52" name="Oval 48">
                  <a:extLst>
                    <a:ext uri="{FF2B5EF4-FFF2-40B4-BE49-F238E27FC236}">
                      <a16:creationId xmlns:a16="http://schemas.microsoft.com/office/drawing/2014/main" id="{0E843B18-F519-66C3-D957-498624238EC6}"/>
                    </a:ext>
                  </a:extLst>
                </p:cNvPr>
                <p:cNvSpPr>
                  <a:spLocks noChangeArrowheads="1"/>
                </p:cNvSpPr>
                <p:nvPr/>
              </p:nvSpPr>
              <p:spPr bwMode="auto">
                <a:xfrm>
                  <a:off x="1813" y="3060"/>
                  <a:ext cx="227" cy="227"/>
                </a:xfrm>
                <a:prstGeom prst="ellipse">
                  <a:avLst/>
                </a:prstGeom>
                <a:noFill/>
                <a:ln w="9525" algn="ctr">
                  <a:solidFill>
                    <a:srgbClr val="FF0000"/>
                  </a:solidFill>
                  <a:round/>
                  <a:headEnd/>
                  <a:tailEnd/>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endParaRPr lang="nl-NL" altLang="nl-NL"/>
                </a:p>
              </p:txBody>
            </p:sp>
            <p:sp>
              <p:nvSpPr>
                <p:cNvPr id="53" name="Oval 49">
                  <a:extLst>
                    <a:ext uri="{FF2B5EF4-FFF2-40B4-BE49-F238E27FC236}">
                      <a16:creationId xmlns:a16="http://schemas.microsoft.com/office/drawing/2014/main" id="{79C4698B-B6F8-EEDC-52C2-1F8F35735C17}"/>
                    </a:ext>
                  </a:extLst>
                </p:cNvPr>
                <p:cNvSpPr>
                  <a:spLocks noChangeArrowheads="1"/>
                </p:cNvSpPr>
                <p:nvPr/>
              </p:nvSpPr>
              <p:spPr bwMode="auto">
                <a:xfrm>
                  <a:off x="2720" y="2720"/>
                  <a:ext cx="227" cy="227"/>
                </a:xfrm>
                <a:prstGeom prst="ellipse">
                  <a:avLst/>
                </a:prstGeom>
                <a:noFill/>
                <a:ln w="9525" algn="ctr">
                  <a:solidFill>
                    <a:srgbClr val="000000"/>
                  </a:solidFill>
                  <a:round/>
                  <a:headEnd/>
                  <a:tailEnd/>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endParaRPr lang="nl-NL" altLang="nl-NL"/>
                </a:p>
              </p:txBody>
            </p:sp>
            <p:sp>
              <p:nvSpPr>
                <p:cNvPr id="54" name="Oval 50">
                  <a:extLst>
                    <a:ext uri="{FF2B5EF4-FFF2-40B4-BE49-F238E27FC236}">
                      <a16:creationId xmlns:a16="http://schemas.microsoft.com/office/drawing/2014/main" id="{7D31BE44-F4C2-F39C-B23D-BCE7119ACDE0}"/>
                    </a:ext>
                  </a:extLst>
                </p:cNvPr>
                <p:cNvSpPr>
                  <a:spLocks noChangeArrowheads="1"/>
                </p:cNvSpPr>
                <p:nvPr/>
              </p:nvSpPr>
              <p:spPr bwMode="auto">
                <a:xfrm>
                  <a:off x="2720" y="3400"/>
                  <a:ext cx="227" cy="227"/>
                </a:xfrm>
                <a:prstGeom prst="ellipse">
                  <a:avLst/>
                </a:prstGeom>
                <a:noFill/>
                <a:ln w="9525" algn="ctr">
                  <a:solidFill>
                    <a:srgbClr val="000000"/>
                  </a:solidFill>
                  <a:round/>
                  <a:headEnd/>
                  <a:tailEnd/>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endParaRPr lang="nl-NL" altLang="nl-NL"/>
                </a:p>
              </p:txBody>
            </p:sp>
            <p:sp>
              <p:nvSpPr>
                <p:cNvPr id="55" name="Oval 51">
                  <a:extLst>
                    <a:ext uri="{FF2B5EF4-FFF2-40B4-BE49-F238E27FC236}">
                      <a16:creationId xmlns:a16="http://schemas.microsoft.com/office/drawing/2014/main" id="{BA550A2A-82BB-234E-0CA9-2B099AF0F4AE}"/>
                    </a:ext>
                  </a:extLst>
                </p:cNvPr>
                <p:cNvSpPr>
                  <a:spLocks noChangeArrowheads="1"/>
                </p:cNvSpPr>
                <p:nvPr/>
              </p:nvSpPr>
              <p:spPr bwMode="auto">
                <a:xfrm>
                  <a:off x="2267" y="3060"/>
                  <a:ext cx="227" cy="227"/>
                </a:xfrm>
                <a:prstGeom prst="ellipse">
                  <a:avLst/>
                </a:prstGeom>
                <a:noFill/>
                <a:ln w="9525" algn="ctr">
                  <a:solidFill>
                    <a:srgbClr val="FF0000"/>
                  </a:solidFill>
                  <a:round/>
                  <a:headEnd/>
                  <a:tailEnd/>
                </a:ln>
                <a:effectLst/>
                <a:extLst>
                  <a:ext uri="{909E8E84-426E-40DD-AFC4-6F175D3DCCD1}">
                    <a14:hiddenFill xmlns:a14="http://schemas.microsoft.com/office/drawing/2010/main">
                      <a:solidFill>
                        <a:srgbClr val="BBE0E3"/>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endParaRPr lang="nl-NL" altLang="nl-NL"/>
                </a:p>
              </p:txBody>
            </p:sp>
            <p:cxnSp>
              <p:nvCxnSpPr>
                <p:cNvPr id="56" name="AutoShape 52">
                  <a:extLst>
                    <a:ext uri="{FF2B5EF4-FFF2-40B4-BE49-F238E27FC236}">
                      <a16:creationId xmlns:a16="http://schemas.microsoft.com/office/drawing/2014/main" id="{1E776E31-FDAE-7ABD-4285-F7AAF1E65D98}"/>
                    </a:ext>
                  </a:extLst>
                </p:cNvPr>
                <p:cNvCxnSpPr>
                  <a:cxnSpLocks noChangeShapeType="1"/>
                  <a:stCxn id="50" idx="5"/>
                  <a:endCxn id="52" idx="1"/>
                </p:cNvCxnSpPr>
                <p:nvPr/>
              </p:nvCxnSpPr>
              <p:spPr bwMode="auto">
                <a:xfrm>
                  <a:off x="1554" y="2914"/>
                  <a:ext cx="292" cy="179"/>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AutoShape 53">
                  <a:extLst>
                    <a:ext uri="{FF2B5EF4-FFF2-40B4-BE49-F238E27FC236}">
                      <a16:creationId xmlns:a16="http://schemas.microsoft.com/office/drawing/2014/main" id="{47344DAA-CEE6-CCDE-8654-58B2CC5A8E3D}"/>
                    </a:ext>
                  </a:extLst>
                </p:cNvPr>
                <p:cNvCxnSpPr>
                  <a:cxnSpLocks noChangeShapeType="1"/>
                  <a:stCxn id="51" idx="7"/>
                  <a:endCxn id="52" idx="3"/>
                </p:cNvCxnSpPr>
                <p:nvPr/>
              </p:nvCxnSpPr>
              <p:spPr bwMode="auto">
                <a:xfrm flipV="1">
                  <a:off x="1554" y="3254"/>
                  <a:ext cx="292" cy="179"/>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8" name="AutoShape 54">
                  <a:extLst>
                    <a:ext uri="{FF2B5EF4-FFF2-40B4-BE49-F238E27FC236}">
                      <a16:creationId xmlns:a16="http://schemas.microsoft.com/office/drawing/2014/main" id="{FFAF2195-C514-2333-30EC-A5C350DD2C71}"/>
                    </a:ext>
                  </a:extLst>
                </p:cNvPr>
                <p:cNvCxnSpPr>
                  <a:cxnSpLocks noChangeShapeType="1"/>
                  <a:stCxn id="52" idx="6"/>
                  <a:endCxn id="55" idx="2"/>
                </p:cNvCxnSpPr>
                <p:nvPr/>
              </p:nvCxnSpPr>
              <p:spPr bwMode="auto">
                <a:xfrm>
                  <a:off x="2040" y="3174"/>
                  <a:ext cx="227" cy="0"/>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9" name="AutoShape 55">
                  <a:extLst>
                    <a:ext uri="{FF2B5EF4-FFF2-40B4-BE49-F238E27FC236}">
                      <a16:creationId xmlns:a16="http://schemas.microsoft.com/office/drawing/2014/main" id="{E469BBD0-06B7-5D3B-A2B2-8F6570D6C7A4}"/>
                    </a:ext>
                  </a:extLst>
                </p:cNvPr>
                <p:cNvCxnSpPr>
                  <a:cxnSpLocks noChangeShapeType="1"/>
                  <a:stCxn id="55" idx="7"/>
                  <a:endCxn id="53" idx="3"/>
                </p:cNvCxnSpPr>
                <p:nvPr/>
              </p:nvCxnSpPr>
              <p:spPr bwMode="auto">
                <a:xfrm flipV="1">
                  <a:off x="2461" y="2914"/>
                  <a:ext cx="292" cy="179"/>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0" name="AutoShape 56">
                  <a:extLst>
                    <a:ext uri="{FF2B5EF4-FFF2-40B4-BE49-F238E27FC236}">
                      <a16:creationId xmlns:a16="http://schemas.microsoft.com/office/drawing/2014/main" id="{0FB3EC11-AA6E-5B7D-3546-DF7942147546}"/>
                    </a:ext>
                  </a:extLst>
                </p:cNvPr>
                <p:cNvCxnSpPr>
                  <a:cxnSpLocks noChangeShapeType="1"/>
                  <a:stCxn id="55" idx="5"/>
                  <a:endCxn id="54" idx="1"/>
                </p:cNvCxnSpPr>
                <p:nvPr/>
              </p:nvCxnSpPr>
              <p:spPr bwMode="auto">
                <a:xfrm>
                  <a:off x="2461" y="3254"/>
                  <a:ext cx="292" cy="179"/>
                </a:xfrm>
                <a:prstGeom prst="straightConnector1">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46" name="Rectangle 57">
                <a:extLst>
                  <a:ext uri="{FF2B5EF4-FFF2-40B4-BE49-F238E27FC236}">
                    <a16:creationId xmlns:a16="http://schemas.microsoft.com/office/drawing/2014/main" id="{4C6194CC-342D-39B4-D957-F5F261438C26}"/>
                  </a:ext>
                </a:extLst>
              </p:cNvPr>
              <p:cNvSpPr>
                <a:spLocks noChangeArrowheads="1"/>
              </p:cNvSpPr>
              <p:nvPr/>
            </p:nvSpPr>
            <p:spPr bwMode="auto">
              <a:xfrm>
                <a:off x="2079" y="2426"/>
                <a:ext cx="272" cy="220"/>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54000" indent="-254000">
                  <a:lnSpc>
                    <a:spcPct val="105000"/>
                  </a:lnSpc>
                  <a:spcBef>
                    <a:spcPct val="20000"/>
                  </a:spcBef>
                  <a:buSzPct val="100000"/>
                  <a:buChar char="•"/>
                  <a:defRPr sz="2000">
                    <a:solidFill>
                      <a:srgbClr val="000000"/>
                    </a:solidFill>
                    <a:latin typeface="Arial" panose="020B0604020202020204" pitchFamily="34" charset="0"/>
                  </a:defRPr>
                </a:lvl1pPr>
                <a:lvl2pPr marL="711200" indent="-254000">
                  <a:lnSpc>
                    <a:spcPct val="105000"/>
                  </a:lnSpc>
                  <a:spcBef>
                    <a:spcPct val="20000"/>
                  </a:spcBef>
                  <a:buSzPct val="100000"/>
                  <a:buChar char="–"/>
                  <a:defRPr sz="2000">
                    <a:solidFill>
                      <a:srgbClr val="000000"/>
                    </a:solidFill>
                    <a:latin typeface="Arial" panose="020B0604020202020204" pitchFamily="34" charset="0"/>
                  </a:defRPr>
                </a:lvl2pPr>
                <a:lvl3pPr marL="1168400" indent="-254000">
                  <a:lnSpc>
                    <a:spcPct val="105000"/>
                  </a:lnSpc>
                  <a:spcBef>
                    <a:spcPct val="20000"/>
                  </a:spcBef>
                  <a:buSzPct val="100000"/>
                  <a:buChar char="•"/>
                  <a:defRPr>
                    <a:solidFill>
                      <a:srgbClr val="000000"/>
                    </a:solidFill>
                    <a:latin typeface="Arial" panose="020B0604020202020204" pitchFamily="34" charset="0"/>
                  </a:defRPr>
                </a:lvl3pPr>
                <a:lvl4pPr marL="1625600" indent="-254000">
                  <a:lnSpc>
                    <a:spcPct val="105000"/>
                  </a:lnSpc>
                  <a:spcBef>
                    <a:spcPct val="20000"/>
                  </a:spcBef>
                  <a:buSzPct val="100000"/>
                  <a:buChar char="–"/>
                  <a:defRPr sz="1600">
                    <a:solidFill>
                      <a:srgbClr val="000000"/>
                    </a:solidFill>
                    <a:latin typeface="Arial" panose="020B0604020202020204" pitchFamily="34" charset="0"/>
                  </a:defRPr>
                </a:lvl4pPr>
                <a:lvl5pPr marL="2082800" indent="-254000">
                  <a:lnSpc>
                    <a:spcPct val="105000"/>
                  </a:lnSpc>
                  <a:spcBef>
                    <a:spcPct val="20000"/>
                  </a:spcBef>
                  <a:buSzPct val="100000"/>
                  <a:buChar char="–"/>
                  <a:defRPr sz="1600">
                    <a:solidFill>
                      <a:srgbClr val="000000"/>
                    </a:solidFill>
                    <a:latin typeface="Arial" panose="020B0604020202020204" pitchFamily="34" charset="0"/>
                  </a:defRPr>
                </a:lvl5pPr>
                <a:lvl6pPr marL="2540000" indent="-2540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97200" indent="-2540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54400" indent="-2540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911600" indent="-2540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algn="just" eaLnBrk="1" hangingPunct="1">
                  <a:spcBef>
                    <a:spcPct val="0"/>
                  </a:spcBef>
                  <a:buClr>
                    <a:srgbClr val="FF0000"/>
                  </a:buClr>
                  <a:buFontTx/>
                  <a:buNone/>
                </a:pPr>
                <a:r>
                  <a:rPr lang="en-GB" altLang="nl-NL" sz="1600"/>
                  <a:t>a</a:t>
                </a:r>
              </a:p>
            </p:txBody>
          </p:sp>
          <p:sp>
            <p:nvSpPr>
              <p:cNvPr id="47" name="Rectangle 58">
                <a:extLst>
                  <a:ext uri="{FF2B5EF4-FFF2-40B4-BE49-F238E27FC236}">
                    <a16:creationId xmlns:a16="http://schemas.microsoft.com/office/drawing/2014/main" id="{3BED06DA-08AD-E1CD-619C-F7427A9DAB8E}"/>
                  </a:ext>
                </a:extLst>
              </p:cNvPr>
              <p:cNvSpPr>
                <a:spLocks noChangeArrowheads="1"/>
              </p:cNvSpPr>
              <p:nvPr/>
            </p:nvSpPr>
            <p:spPr bwMode="auto">
              <a:xfrm>
                <a:off x="2088" y="3113"/>
                <a:ext cx="272" cy="220"/>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54000" indent="-254000">
                  <a:lnSpc>
                    <a:spcPct val="105000"/>
                  </a:lnSpc>
                  <a:spcBef>
                    <a:spcPct val="20000"/>
                  </a:spcBef>
                  <a:buSzPct val="100000"/>
                  <a:buChar char="•"/>
                  <a:defRPr sz="2000">
                    <a:solidFill>
                      <a:srgbClr val="000000"/>
                    </a:solidFill>
                    <a:latin typeface="Arial" panose="020B0604020202020204" pitchFamily="34" charset="0"/>
                  </a:defRPr>
                </a:lvl1pPr>
                <a:lvl2pPr marL="711200" indent="-254000">
                  <a:lnSpc>
                    <a:spcPct val="105000"/>
                  </a:lnSpc>
                  <a:spcBef>
                    <a:spcPct val="20000"/>
                  </a:spcBef>
                  <a:buSzPct val="100000"/>
                  <a:buChar char="–"/>
                  <a:defRPr sz="2000">
                    <a:solidFill>
                      <a:srgbClr val="000000"/>
                    </a:solidFill>
                    <a:latin typeface="Arial" panose="020B0604020202020204" pitchFamily="34" charset="0"/>
                  </a:defRPr>
                </a:lvl2pPr>
                <a:lvl3pPr marL="1168400" indent="-254000">
                  <a:lnSpc>
                    <a:spcPct val="105000"/>
                  </a:lnSpc>
                  <a:spcBef>
                    <a:spcPct val="20000"/>
                  </a:spcBef>
                  <a:buSzPct val="100000"/>
                  <a:buChar char="•"/>
                  <a:defRPr>
                    <a:solidFill>
                      <a:srgbClr val="000000"/>
                    </a:solidFill>
                    <a:latin typeface="Arial" panose="020B0604020202020204" pitchFamily="34" charset="0"/>
                  </a:defRPr>
                </a:lvl3pPr>
                <a:lvl4pPr marL="1625600" indent="-254000">
                  <a:lnSpc>
                    <a:spcPct val="105000"/>
                  </a:lnSpc>
                  <a:spcBef>
                    <a:spcPct val="20000"/>
                  </a:spcBef>
                  <a:buSzPct val="100000"/>
                  <a:buChar char="–"/>
                  <a:defRPr sz="1600">
                    <a:solidFill>
                      <a:srgbClr val="000000"/>
                    </a:solidFill>
                    <a:latin typeface="Arial" panose="020B0604020202020204" pitchFamily="34" charset="0"/>
                  </a:defRPr>
                </a:lvl4pPr>
                <a:lvl5pPr marL="2082800" indent="-254000">
                  <a:lnSpc>
                    <a:spcPct val="105000"/>
                  </a:lnSpc>
                  <a:spcBef>
                    <a:spcPct val="20000"/>
                  </a:spcBef>
                  <a:buSzPct val="100000"/>
                  <a:buChar char="–"/>
                  <a:defRPr sz="1600">
                    <a:solidFill>
                      <a:srgbClr val="000000"/>
                    </a:solidFill>
                    <a:latin typeface="Arial" panose="020B0604020202020204" pitchFamily="34" charset="0"/>
                  </a:defRPr>
                </a:lvl5pPr>
                <a:lvl6pPr marL="2540000" indent="-2540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97200" indent="-2540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54400" indent="-2540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911600" indent="-2540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algn="just" eaLnBrk="1" hangingPunct="1">
                  <a:spcBef>
                    <a:spcPct val="0"/>
                  </a:spcBef>
                  <a:buClr>
                    <a:srgbClr val="FF0000"/>
                  </a:buClr>
                  <a:buFontTx/>
                  <a:buNone/>
                </a:pPr>
                <a:r>
                  <a:rPr lang="en-GB" altLang="nl-NL" sz="1600"/>
                  <a:t>d</a:t>
                </a:r>
              </a:p>
            </p:txBody>
          </p:sp>
          <p:sp>
            <p:nvSpPr>
              <p:cNvPr id="48" name="Rectangle 59">
                <a:extLst>
                  <a:ext uri="{FF2B5EF4-FFF2-40B4-BE49-F238E27FC236}">
                    <a16:creationId xmlns:a16="http://schemas.microsoft.com/office/drawing/2014/main" id="{3EDE29B1-BF84-34F1-E669-8B6A0B2A516C}"/>
                  </a:ext>
                </a:extLst>
              </p:cNvPr>
              <p:cNvSpPr>
                <a:spLocks noChangeArrowheads="1"/>
              </p:cNvSpPr>
              <p:nvPr/>
            </p:nvSpPr>
            <p:spPr bwMode="auto">
              <a:xfrm>
                <a:off x="3446" y="2426"/>
                <a:ext cx="272" cy="220"/>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54000" indent="-254000">
                  <a:lnSpc>
                    <a:spcPct val="105000"/>
                  </a:lnSpc>
                  <a:spcBef>
                    <a:spcPct val="20000"/>
                  </a:spcBef>
                  <a:buSzPct val="100000"/>
                  <a:buChar char="•"/>
                  <a:defRPr sz="2000">
                    <a:solidFill>
                      <a:srgbClr val="000000"/>
                    </a:solidFill>
                    <a:latin typeface="Arial" panose="020B0604020202020204" pitchFamily="34" charset="0"/>
                  </a:defRPr>
                </a:lvl1pPr>
                <a:lvl2pPr marL="711200" indent="-254000">
                  <a:lnSpc>
                    <a:spcPct val="105000"/>
                  </a:lnSpc>
                  <a:spcBef>
                    <a:spcPct val="20000"/>
                  </a:spcBef>
                  <a:buSzPct val="100000"/>
                  <a:buChar char="–"/>
                  <a:defRPr sz="2000">
                    <a:solidFill>
                      <a:srgbClr val="000000"/>
                    </a:solidFill>
                    <a:latin typeface="Arial" panose="020B0604020202020204" pitchFamily="34" charset="0"/>
                  </a:defRPr>
                </a:lvl2pPr>
                <a:lvl3pPr marL="1168400" indent="-254000">
                  <a:lnSpc>
                    <a:spcPct val="105000"/>
                  </a:lnSpc>
                  <a:spcBef>
                    <a:spcPct val="20000"/>
                  </a:spcBef>
                  <a:buSzPct val="100000"/>
                  <a:buChar char="•"/>
                  <a:defRPr>
                    <a:solidFill>
                      <a:srgbClr val="000000"/>
                    </a:solidFill>
                    <a:latin typeface="Arial" panose="020B0604020202020204" pitchFamily="34" charset="0"/>
                  </a:defRPr>
                </a:lvl3pPr>
                <a:lvl4pPr marL="1625600" indent="-254000">
                  <a:lnSpc>
                    <a:spcPct val="105000"/>
                  </a:lnSpc>
                  <a:spcBef>
                    <a:spcPct val="20000"/>
                  </a:spcBef>
                  <a:buSzPct val="100000"/>
                  <a:buChar char="–"/>
                  <a:defRPr sz="1600">
                    <a:solidFill>
                      <a:srgbClr val="000000"/>
                    </a:solidFill>
                    <a:latin typeface="Arial" panose="020B0604020202020204" pitchFamily="34" charset="0"/>
                  </a:defRPr>
                </a:lvl4pPr>
                <a:lvl5pPr marL="2082800" indent="-254000">
                  <a:lnSpc>
                    <a:spcPct val="105000"/>
                  </a:lnSpc>
                  <a:spcBef>
                    <a:spcPct val="20000"/>
                  </a:spcBef>
                  <a:buSzPct val="100000"/>
                  <a:buChar char="–"/>
                  <a:defRPr sz="1600">
                    <a:solidFill>
                      <a:srgbClr val="000000"/>
                    </a:solidFill>
                    <a:latin typeface="Arial" panose="020B0604020202020204" pitchFamily="34" charset="0"/>
                  </a:defRPr>
                </a:lvl5pPr>
                <a:lvl6pPr marL="2540000" indent="-2540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97200" indent="-2540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54400" indent="-2540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911600" indent="-2540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algn="just" eaLnBrk="1" hangingPunct="1">
                  <a:spcBef>
                    <a:spcPct val="0"/>
                  </a:spcBef>
                  <a:buClr>
                    <a:srgbClr val="FF0000"/>
                  </a:buClr>
                  <a:buFontTx/>
                  <a:buNone/>
                </a:pPr>
                <a:r>
                  <a:rPr lang="en-GB" altLang="nl-NL" sz="1600"/>
                  <a:t>b</a:t>
                </a:r>
              </a:p>
            </p:txBody>
          </p:sp>
          <p:sp>
            <p:nvSpPr>
              <p:cNvPr id="49" name="Rectangle 60">
                <a:extLst>
                  <a:ext uri="{FF2B5EF4-FFF2-40B4-BE49-F238E27FC236}">
                    <a16:creationId xmlns:a16="http://schemas.microsoft.com/office/drawing/2014/main" id="{D3588FEE-128F-8F17-B174-C3B88B068713}"/>
                  </a:ext>
                </a:extLst>
              </p:cNvPr>
              <p:cNvSpPr>
                <a:spLocks noChangeArrowheads="1"/>
              </p:cNvSpPr>
              <p:nvPr/>
            </p:nvSpPr>
            <p:spPr bwMode="auto">
              <a:xfrm>
                <a:off x="3442" y="3106"/>
                <a:ext cx="272" cy="220"/>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54000" indent="-254000">
                  <a:lnSpc>
                    <a:spcPct val="105000"/>
                  </a:lnSpc>
                  <a:spcBef>
                    <a:spcPct val="20000"/>
                  </a:spcBef>
                  <a:buSzPct val="100000"/>
                  <a:buChar char="•"/>
                  <a:defRPr sz="2000">
                    <a:solidFill>
                      <a:srgbClr val="000000"/>
                    </a:solidFill>
                    <a:latin typeface="Arial" panose="020B0604020202020204" pitchFamily="34" charset="0"/>
                  </a:defRPr>
                </a:lvl1pPr>
                <a:lvl2pPr marL="711200" indent="-254000">
                  <a:lnSpc>
                    <a:spcPct val="105000"/>
                  </a:lnSpc>
                  <a:spcBef>
                    <a:spcPct val="20000"/>
                  </a:spcBef>
                  <a:buSzPct val="100000"/>
                  <a:buChar char="–"/>
                  <a:defRPr sz="2000">
                    <a:solidFill>
                      <a:srgbClr val="000000"/>
                    </a:solidFill>
                    <a:latin typeface="Arial" panose="020B0604020202020204" pitchFamily="34" charset="0"/>
                  </a:defRPr>
                </a:lvl2pPr>
                <a:lvl3pPr marL="1168400" indent="-254000">
                  <a:lnSpc>
                    <a:spcPct val="105000"/>
                  </a:lnSpc>
                  <a:spcBef>
                    <a:spcPct val="20000"/>
                  </a:spcBef>
                  <a:buSzPct val="100000"/>
                  <a:buChar char="•"/>
                  <a:defRPr>
                    <a:solidFill>
                      <a:srgbClr val="000000"/>
                    </a:solidFill>
                    <a:latin typeface="Arial" panose="020B0604020202020204" pitchFamily="34" charset="0"/>
                  </a:defRPr>
                </a:lvl3pPr>
                <a:lvl4pPr marL="1625600" indent="-254000">
                  <a:lnSpc>
                    <a:spcPct val="105000"/>
                  </a:lnSpc>
                  <a:spcBef>
                    <a:spcPct val="20000"/>
                  </a:spcBef>
                  <a:buSzPct val="100000"/>
                  <a:buChar char="–"/>
                  <a:defRPr sz="1600">
                    <a:solidFill>
                      <a:srgbClr val="000000"/>
                    </a:solidFill>
                    <a:latin typeface="Arial" panose="020B0604020202020204" pitchFamily="34" charset="0"/>
                  </a:defRPr>
                </a:lvl4pPr>
                <a:lvl5pPr marL="2082800" indent="-254000">
                  <a:lnSpc>
                    <a:spcPct val="105000"/>
                  </a:lnSpc>
                  <a:spcBef>
                    <a:spcPct val="20000"/>
                  </a:spcBef>
                  <a:buSzPct val="100000"/>
                  <a:buChar char="–"/>
                  <a:defRPr sz="1600">
                    <a:solidFill>
                      <a:srgbClr val="000000"/>
                    </a:solidFill>
                    <a:latin typeface="Arial" panose="020B0604020202020204" pitchFamily="34" charset="0"/>
                  </a:defRPr>
                </a:lvl5pPr>
                <a:lvl6pPr marL="2540000" indent="-2540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97200" indent="-2540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54400" indent="-2540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911600" indent="-2540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algn="just" eaLnBrk="1" hangingPunct="1">
                  <a:spcBef>
                    <a:spcPct val="0"/>
                  </a:spcBef>
                  <a:buClr>
                    <a:srgbClr val="FF0000"/>
                  </a:buClr>
                  <a:buFontTx/>
                  <a:buNone/>
                </a:pPr>
                <a:r>
                  <a:rPr lang="en-GB" altLang="nl-NL" sz="1600"/>
                  <a:t>c</a:t>
                </a:r>
              </a:p>
            </p:txBody>
          </p:sp>
        </p:grpSp>
      </p:grpSp>
      <p:graphicFrame>
        <p:nvGraphicFramePr>
          <p:cNvPr id="61" name="Object 61">
            <a:extLst>
              <a:ext uri="{FF2B5EF4-FFF2-40B4-BE49-F238E27FC236}">
                <a16:creationId xmlns:a16="http://schemas.microsoft.com/office/drawing/2014/main" id="{49EFF367-F108-FC1F-ED7E-5D6A89856F77}"/>
              </a:ext>
            </a:extLst>
          </p:cNvPr>
          <p:cNvGraphicFramePr>
            <a:graphicFrameLocks noChangeAspect="1"/>
          </p:cNvGraphicFramePr>
          <p:nvPr>
            <p:custDataLst>
              <p:tags r:id="rId5"/>
            </p:custDataLst>
            <p:extLst>
              <p:ext uri="{D42A27DB-BD31-4B8C-83A1-F6EECF244321}">
                <p14:modId xmlns:p14="http://schemas.microsoft.com/office/powerpoint/2010/main" val="2176278220"/>
              </p:ext>
            </p:extLst>
          </p:nvPr>
        </p:nvGraphicFramePr>
        <p:xfrm>
          <a:off x="4844174" y="4901454"/>
          <a:ext cx="2206625" cy="368300"/>
        </p:xfrm>
        <a:graphic>
          <a:graphicData uri="http://schemas.openxmlformats.org/presentationml/2006/ole">
            <mc:AlternateContent xmlns:mc="http://schemas.openxmlformats.org/markup-compatibility/2006">
              <mc:Choice xmlns:v="urn:schemas-microsoft-com:vml" Requires="v">
                <p:oleObj name="Equation" r:id="rId15" imgW="1473200" imgH="241300" progId="Equation.3">
                  <p:embed/>
                </p:oleObj>
              </mc:Choice>
              <mc:Fallback>
                <p:oleObj name="Equation" r:id="rId15" imgW="1473200" imgH="241300" progId="Equation.3">
                  <p:embed/>
                  <p:pic>
                    <p:nvPicPr>
                      <p:cNvPr id="35847" name="Object 61">
                        <a:extLst>
                          <a:ext uri="{FF2B5EF4-FFF2-40B4-BE49-F238E27FC236}">
                            <a16:creationId xmlns:a16="http://schemas.microsoft.com/office/drawing/2014/main" id="{0AF9D22E-B62C-4B6B-67C3-7EE1CB03E200}"/>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844174" y="4901454"/>
                        <a:ext cx="2206625"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2" name="Object 62">
            <a:extLst>
              <a:ext uri="{FF2B5EF4-FFF2-40B4-BE49-F238E27FC236}">
                <a16:creationId xmlns:a16="http://schemas.microsoft.com/office/drawing/2014/main" id="{C3E0B350-63A2-9892-80B9-48C1633F5E80}"/>
              </a:ext>
            </a:extLst>
          </p:cNvPr>
          <p:cNvGraphicFramePr>
            <a:graphicFrameLocks noChangeAspect="1"/>
          </p:cNvGraphicFramePr>
          <p:nvPr>
            <p:custDataLst>
              <p:tags r:id="rId6"/>
            </p:custDataLst>
            <p:extLst>
              <p:ext uri="{D42A27DB-BD31-4B8C-83A1-F6EECF244321}">
                <p14:modId xmlns:p14="http://schemas.microsoft.com/office/powerpoint/2010/main" val="2570207062"/>
              </p:ext>
            </p:extLst>
          </p:nvPr>
        </p:nvGraphicFramePr>
        <p:xfrm>
          <a:off x="7746124" y="4920504"/>
          <a:ext cx="2206625" cy="368300"/>
        </p:xfrm>
        <a:graphic>
          <a:graphicData uri="http://schemas.openxmlformats.org/presentationml/2006/ole">
            <mc:AlternateContent xmlns:mc="http://schemas.openxmlformats.org/markup-compatibility/2006">
              <mc:Choice xmlns:v="urn:schemas-microsoft-com:vml" Requires="v">
                <p:oleObj name="Equation" r:id="rId17" imgW="1473200" imgH="241300" progId="Equation.3">
                  <p:embed/>
                </p:oleObj>
              </mc:Choice>
              <mc:Fallback>
                <p:oleObj name="Equation" r:id="rId17" imgW="1473200" imgH="241300" progId="Equation.3">
                  <p:embed/>
                  <p:pic>
                    <p:nvPicPr>
                      <p:cNvPr id="35848" name="Object 62">
                        <a:extLst>
                          <a:ext uri="{FF2B5EF4-FFF2-40B4-BE49-F238E27FC236}">
                            <a16:creationId xmlns:a16="http://schemas.microsoft.com/office/drawing/2014/main" id="{5F6C7713-D1D1-0E4B-419B-613B0A7B26A0}"/>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746124" y="4920504"/>
                        <a:ext cx="2206625"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 name="Object 63">
            <a:extLst>
              <a:ext uri="{FF2B5EF4-FFF2-40B4-BE49-F238E27FC236}">
                <a16:creationId xmlns:a16="http://schemas.microsoft.com/office/drawing/2014/main" id="{924C2065-9FD8-032E-0438-636E0DE8B7B7}"/>
              </a:ext>
            </a:extLst>
          </p:cNvPr>
          <p:cNvGraphicFramePr>
            <a:graphicFrameLocks noChangeAspect="1"/>
          </p:cNvGraphicFramePr>
          <p:nvPr>
            <p:custDataLst>
              <p:tags r:id="rId7"/>
            </p:custDataLst>
            <p:extLst>
              <p:ext uri="{D42A27DB-BD31-4B8C-83A1-F6EECF244321}">
                <p14:modId xmlns:p14="http://schemas.microsoft.com/office/powerpoint/2010/main" val="1650383373"/>
              </p:ext>
            </p:extLst>
          </p:nvPr>
        </p:nvGraphicFramePr>
        <p:xfrm>
          <a:off x="1904124" y="4930029"/>
          <a:ext cx="2206625" cy="368300"/>
        </p:xfrm>
        <a:graphic>
          <a:graphicData uri="http://schemas.openxmlformats.org/presentationml/2006/ole">
            <mc:AlternateContent xmlns:mc="http://schemas.openxmlformats.org/markup-compatibility/2006">
              <mc:Choice xmlns:v="urn:schemas-microsoft-com:vml" Requires="v">
                <p:oleObj name="Equation" r:id="rId19" imgW="1473200" imgH="241300" progId="Equation.3">
                  <p:embed/>
                </p:oleObj>
              </mc:Choice>
              <mc:Fallback>
                <p:oleObj name="Equation" r:id="rId19" imgW="1473200" imgH="241300" progId="Equation.3">
                  <p:embed/>
                  <p:pic>
                    <p:nvPicPr>
                      <p:cNvPr id="35849" name="Object 63">
                        <a:extLst>
                          <a:ext uri="{FF2B5EF4-FFF2-40B4-BE49-F238E27FC236}">
                            <a16:creationId xmlns:a16="http://schemas.microsoft.com/office/drawing/2014/main" id="{9D15F323-7DFF-F72B-2E44-EC978B01F882}"/>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904124" y="4930029"/>
                        <a:ext cx="2206625"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29697" name="Object 61">
                <a:extLst>
                  <a:ext uri="{FF2B5EF4-FFF2-40B4-BE49-F238E27FC236}">
                    <a16:creationId xmlns:a16="http://schemas.microsoft.com/office/drawing/2014/main" id="{6D0A1828-0652-B322-07C4-86AD31318A3D}"/>
                  </a:ext>
                </a:extLst>
              </p:cNvPr>
              <p:cNvSpPr txBox="1"/>
              <p:nvPr/>
            </p:nvSpPr>
            <p:spPr bwMode="auto">
              <a:xfrm>
                <a:off x="10946741" y="5641099"/>
                <a:ext cx="977024" cy="773113"/>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it-IT" i="1">
                          <a:solidFill>
                            <a:srgbClr val="000000"/>
                          </a:solidFill>
                          <a:latin typeface="Cambria Math" panose="02040503050406030204" pitchFamily="18" charset="0"/>
                        </a:rPr>
                        <m:t>3⋅</m:t>
                      </m:r>
                      <m:d>
                        <m:dPr>
                          <m:ctrlPr>
                            <a:rPr lang="it-IT" i="1">
                              <a:solidFill>
                                <a:srgbClr val="000000"/>
                              </a:solidFill>
                              <a:latin typeface="Cambria Math" panose="02040503050406030204" pitchFamily="18" charset="0"/>
                            </a:rPr>
                          </m:ctrlPr>
                        </m:dPr>
                        <m:e>
                          <m:m>
                            <m:mPr>
                              <m:plcHide m:val="on"/>
                              <m:mcs>
                                <m:mc>
                                  <m:mcPr>
                                    <m:count m:val="1"/>
                                    <m:mcJc m:val="center"/>
                                  </m:mcPr>
                                </m:mc>
                              </m:mcs>
                              <m:ctrlPr>
                                <a:rPr lang="it-IT" i="1">
                                  <a:solidFill>
                                    <a:srgbClr val="000000"/>
                                  </a:solidFill>
                                  <a:latin typeface="Cambria Math" panose="02040503050406030204" pitchFamily="18" charset="0"/>
                                </a:rPr>
                              </m:ctrlPr>
                            </m:mPr>
                            <m:mr>
                              <m:e>
                                <m:r>
                                  <a:rPr lang="it-IT" i="1">
                                    <a:solidFill>
                                      <a:srgbClr val="000000"/>
                                    </a:solidFill>
                                    <a:latin typeface="Cambria Math" panose="02040503050406030204" pitchFamily="18" charset="0"/>
                                  </a:rPr>
                                  <m:t>𝑛</m:t>
                                </m:r>
                              </m:e>
                            </m:mr>
                            <m:mr>
                              <m:e>
                                <m:r>
                                  <a:rPr lang="it-IT" i="1">
                                    <a:solidFill>
                                      <a:srgbClr val="000000"/>
                                    </a:solidFill>
                                    <a:latin typeface="Cambria Math" panose="02040503050406030204" pitchFamily="18" charset="0"/>
                                  </a:rPr>
                                  <m:t>4</m:t>
                                </m:r>
                              </m:e>
                            </m:mr>
                          </m:m>
                        </m:e>
                      </m:d>
                    </m:oMath>
                  </m:oMathPara>
                </a14:m>
                <a:endParaRPr lang="it-IT" dirty="0"/>
              </a:p>
            </p:txBody>
          </p:sp>
        </mc:Choice>
        <mc:Fallback xmlns="">
          <p:sp>
            <p:nvSpPr>
              <p:cNvPr id="29697" name="Object 61">
                <a:extLst>
                  <a:ext uri="{FF2B5EF4-FFF2-40B4-BE49-F238E27FC236}">
                    <a16:creationId xmlns:a16="http://schemas.microsoft.com/office/drawing/2014/main" id="{6D0A1828-0652-B322-07C4-86AD31318A3D}"/>
                  </a:ext>
                </a:extLst>
              </p:cNvPr>
              <p:cNvSpPr txBox="1">
                <a:spLocks noRot="1" noChangeAspect="1" noMove="1" noResize="1" noEditPoints="1" noAdjustHandles="1" noChangeArrowheads="1" noChangeShapeType="1" noTextEdit="1"/>
              </p:cNvSpPr>
              <p:nvPr/>
            </p:nvSpPr>
            <p:spPr bwMode="auto">
              <a:xfrm>
                <a:off x="10946741" y="5641099"/>
                <a:ext cx="977024" cy="773113"/>
              </a:xfrm>
              <a:prstGeom prst="rect">
                <a:avLst/>
              </a:prstGeom>
              <a:blipFill>
                <a:blip r:embed="rId21"/>
                <a:stretch>
                  <a:fillRect/>
                </a:stretch>
              </a:blipFill>
              <a:ln>
                <a:noFill/>
              </a:ln>
              <a:effectLst/>
            </p:spPr>
            <p:txBody>
              <a:bodyPr/>
              <a:lstStyle/>
              <a:p>
                <a:r>
                  <a:rPr lang="it-IT">
                    <a:noFill/>
                  </a:rPr>
                  <a:t> </a:t>
                </a:r>
              </a:p>
            </p:txBody>
          </p:sp>
        </mc:Fallback>
      </mc:AlternateContent>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7866E632-0F27-320E-77FF-EE0726F86030}"/>
              </a:ext>
            </a:extLst>
          </p:cNvPr>
          <p:cNvSpPr>
            <a:spLocks noGrp="1" noChangeArrowheads="1"/>
          </p:cNvSpPr>
          <p:nvPr>
            <p:ph type="title"/>
            <p:custDataLst>
              <p:tags r:id="rId2"/>
            </p:custDataLst>
          </p:nvPr>
        </p:nvSpPr>
        <p:spPr>
          <a:noFill/>
        </p:spPr>
        <p:txBody>
          <a:bodyPr/>
          <a:lstStyle/>
          <a:p>
            <a:pPr algn="ctr" eaLnBrk="1" hangingPunct="1"/>
            <a:r>
              <a:rPr lang="en-US" altLang="nl-NL"/>
              <a:t>Consistency</a:t>
            </a:r>
          </a:p>
        </p:txBody>
      </p:sp>
      <p:sp>
        <p:nvSpPr>
          <p:cNvPr id="39939" name="Rectangle 3">
            <a:extLst>
              <a:ext uri="{FF2B5EF4-FFF2-40B4-BE49-F238E27FC236}">
                <a16:creationId xmlns:a16="http://schemas.microsoft.com/office/drawing/2014/main" id="{EFFBF283-E273-2419-F347-EB2C5C50099F}"/>
              </a:ext>
            </a:extLst>
          </p:cNvPr>
          <p:cNvSpPr>
            <a:spLocks noGrp="1" noChangeArrowheads="1"/>
          </p:cNvSpPr>
          <p:nvPr>
            <p:ph type="body" sz="half" idx="1"/>
            <p:custDataLst>
              <p:tags r:id="rId3"/>
            </p:custDataLst>
          </p:nvPr>
        </p:nvSpPr>
        <p:spPr>
          <a:xfrm>
            <a:off x="869510" y="1317893"/>
            <a:ext cx="10881056" cy="4381500"/>
          </a:xfrm>
          <a:noFill/>
        </p:spPr>
        <p:txBody>
          <a:bodyPr/>
          <a:lstStyle/>
          <a:p>
            <a:pPr eaLnBrk="1" hangingPunct="1"/>
            <a:r>
              <a:rPr lang="en-US" altLang="nl-NL" dirty="0"/>
              <a:t>Given </a:t>
            </a:r>
            <a:r>
              <a:rPr lang="en-US" altLang="nl-NL" i="1" dirty="0"/>
              <a:t>n</a:t>
            </a:r>
            <a:r>
              <a:rPr lang="en-US" altLang="nl-NL" dirty="0"/>
              <a:t> elements, consider the class </a:t>
            </a:r>
            <a:r>
              <a:rPr lang="en-US" altLang="nl-NL" i="1" dirty="0"/>
              <a:t>T</a:t>
            </a:r>
            <a:r>
              <a:rPr lang="en-US" altLang="nl-NL" dirty="0"/>
              <a:t> of full binary trees obtained placing the </a:t>
            </a:r>
            <a:r>
              <a:rPr lang="en-US" altLang="nl-NL" i="1" dirty="0"/>
              <a:t>n</a:t>
            </a:r>
            <a:r>
              <a:rPr lang="en-US" altLang="nl-NL" dirty="0"/>
              <a:t> elements as leaf nodes (i.e. (</a:t>
            </a:r>
            <a:r>
              <a:rPr lang="en-US" altLang="nl-NL" i="1" dirty="0"/>
              <a:t>n</a:t>
            </a:r>
            <a:r>
              <a:rPr lang="en-US" altLang="nl-NL" dirty="0"/>
              <a:t>-2) internal nodes)</a:t>
            </a:r>
          </a:p>
          <a:p>
            <a:pPr eaLnBrk="1" hangingPunct="1"/>
            <a:r>
              <a:rPr lang="en-US" altLang="nl-NL" dirty="0"/>
              <a:t>Given a tree </a:t>
            </a:r>
            <a:r>
              <a:rPr lang="en-US" altLang="nl-NL" i="1" dirty="0" err="1"/>
              <a:t>t</a:t>
            </a:r>
            <a:r>
              <a:rPr lang="en-US" altLang="nl-NL" dirty="0" err="1">
                <a:sym typeface="Symbol" panose="05050102010706020507" pitchFamily="18" charset="2"/>
              </a:rPr>
              <a:t></a:t>
            </a:r>
            <a:r>
              <a:rPr lang="en-US" altLang="nl-NL" i="1" dirty="0" err="1"/>
              <a:t>T</a:t>
            </a:r>
            <a:r>
              <a:rPr lang="en-US" altLang="nl-NL" dirty="0"/>
              <a:t>, we say that </a:t>
            </a:r>
            <a:r>
              <a:rPr lang="en-US" altLang="nl-NL" i="1" dirty="0"/>
              <a:t>t</a:t>
            </a:r>
            <a:r>
              <a:rPr lang="en-US" altLang="nl-NL" dirty="0"/>
              <a:t> is </a:t>
            </a:r>
            <a:r>
              <a:rPr lang="en-US" altLang="nl-NL" i="1" dirty="0"/>
              <a:t>consistent</a:t>
            </a:r>
            <a:r>
              <a:rPr lang="en-US" altLang="nl-NL" dirty="0"/>
              <a:t> to the quartet “</a:t>
            </a:r>
            <a:r>
              <a:rPr lang="en-US" altLang="nl-NL" dirty="0" err="1"/>
              <a:t>ab|cd</a:t>
            </a:r>
            <a:r>
              <a:rPr lang="en-US" altLang="nl-NL" dirty="0"/>
              <a:t>” if and only if the path from a to b does not cross the path from c to d </a:t>
            </a:r>
          </a:p>
          <a:p>
            <a:pPr lvl="1" eaLnBrk="1" hangingPunct="1"/>
            <a:r>
              <a:rPr lang="en-US" altLang="nl-NL" dirty="0"/>
              <a:t>N.B. Precisely one of the three possible quartet topologies for any set of 4 leaves is consistent for a given tree </a:t>
            </a:r>
            <a:r>
              <a:rPr lang="en-US" altLang="nl-NL" i="1" dirty="0" err="1"/>
              <a:t>t</a:t>
            </a:r>
            <a:r>
              <a:rPr lang="en-US" altLang="nl-NL" dirty="0" err="1">
                <a:sym typeface="Symbol" panose="05050102010706020507" pitchFamily="18" charset="2"/>
              </a:rPr>
              <a:t></a:t>
            </a:r>
            <a:r>
              <a:rPr lang="en-US" altLang="nl-NL" i="1" dirty="0" err="1"/>
              <a:t>T</a:t>
            </a:r>
            <a:endParaRPr lang="en-US" altLang="nl-NL" dirty="0"/>
          </a:p>
          <a:p>
            <a:pPr eaLnBrk="1" hangingPunct="1"/>
            <a:r>
              <a:rPr lang="en-US" altLang="nl-NL" dirty="0"/>
              <a:t>Thus, for each </a:t>
            </a:r>
            <a:r>
              <a:rPr lang="en-US" altLang="nl-NL" i="1" dirty="0" err="1"/>
              <a:t>t</a:t>
            </a:r>
            <a:r>
              <a:rPr lang="en-US" altLang="nl-NL" dirty="0" err="1">
                <a:sym typeface="Symbol" panose="05050102010706020507" pitchFamily="18" charset="2"/>
              </a:rPr>
              <a:t></a:t>
            </a:r>
            <a:r>
              <a:rPr lang="en-US" altLang="nl-NL" i="1" dirty="0" err="1"/>
              <a:t>T</a:t>
            </a:r>
            <a:r>
              <a:rPr lang="en-US" altLang="nl-NL" dirty="0"/>
              <a:t>, there exists precisely </a:t>
            </a:r>
          </a:p>
          <a:p>
            <a:pPr eaLnBrk="1" hangingPunct="1">
              <a:buFontTx/>
              <a:buNone/>
            </a:pPr>
            <a:r>
              <a:rPr lang="en-US" altLang="nl-NL" dirty="0"/>
              <a:t>	consistent quartet topologies (one for each set of 4 elements) embedded in </a:t>
            </a:r>
            <a:r>
              <a:rPr lang="en-US" altLang="nl-NL" i="1" dirty="0"/>
              <a:t>t</a:t>
            </a:r>
          </a:p>
        </p:txBody>
      </p:sp>
      <p:graphicFrame>
        <p:nvGraphicFramePr>
          <p:cNvPr id="39940" name="Object 6">
            <a:extLst>
              <a:ext uri="{FF2B5EF4-FFF2-40B4-BE49-F238E27FC236}">
                <a16:creationId xmlns:a16="http://schemas.microsoft.com/office/drawing/2014/main" id="{90CC4187-6393-F179-0116-BB84CEDDC7A5}"/>
              </a:ext>
            </a:extLst>
          </p:cNvPr>
          <p:cNvGraphicFramePr>
            <a:graphicFrameLocks noGrp="1" noChangeAspect="1"/>
          </p:cNvGraphicFramePr>
          <p:nvPr>
            <p:ph sz="quarter" idx="2"/>
            <p:custDataLst>
              <p:tags r:id="rId4"/>
            </p:custDataLst>
            <p:extLst>
              <p:ext uri="{D42A27DB-BD31-4B8C-83A1-F6EECF244321}">
                <p14:modId xmlns:p14="http://schemas.microsoft.com/office/powerpoint/2010/main" val="1634591984"/>
              </p:ext>
            </p:extLst>
          </p:nvPr>
        </p:nvGraphicFramePr>
        <p:xfrm>
          <a:off x="6879269" y="4117708"/>
          <a:ext cx="2668588" cy="603250"/>
        </p:xfrm>
        <a:graphic>
          <a:graphicData uri="http://schemas.openxmlformats.org/presentationml/2006/ole">
            <mc:AlternateContent xmlns:mc="http://schemas.openxmlformats.org/markup-compatibility/2006">
              <mc:Choice xmlns:v="urn:schemas-microsoft-com:vml" Requires="v">
                <p:oleObj name="Equation" r:id="rId7" imgW="1625600" imgH="457200" progId="Equation.3">
                  <p:embed/>
                </p:oleObj>
              </mc:Choice>
              <mc:Fallback>
                <p:oleObj name="Equation" r:id="rId7" imgW="1625600" imgH="457200" progId="Equation.3">
                  <p:embed/>
                  <p:pic>
                    <p:nvPicPr>
                      <p:cNvPr id="39940" name="Object 6">
                        <a:extLst>
                          <a:ext uri="{FF2B5EF4-FFF2-40B4-BE49-F238E27FC236}">
                            <a16:creationId xmlns:a16="http://schemas.microsoft.com/office/drawing/2014/main" id="{90CC4187-6393-F179-0116-BB84CEDDC7A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79269" y="4117708"/>
                        <a:ext cx="2668588" cy="603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EF76BB7A-D3CB-2B2F-D054-8C00BFD050C4}"/>
              </a:ext>
            </a:extLst>
          </p:cNvPr>
          <p:cNvSpPr>
            <a:spLocks noGrp="1" noChangeArrowheads="1"/>
          </p:cNvSpPr>
          <p:nvPr>
            <p:ph type="title"/>
            <p:custDataLst>
              <p:tags r:id="rId2"/>
            </p:custDataLst>
          </p:nvPr>
        </p:nvSpPr>
        <p:spPr>
          <a:noFill/>
        </p:spPr>
        <p:txBody>
          <a:bodyPr/>
          <a:lstStyle/>
          <a:p>
            <a:pPr algn="ctr" eaLnBrk="1" hangingPunct="1"/>
            <a:r>
              <a:rPr lang="en-US" altLang="nl-NL" dirty="0"/>
              <a:t>Consistency examples</a:t>
            </a:r>
          </a:p>
        </p:txBody>
      </p:sp>
      <p:sp>
        <p:nvSpPr>
          <p:cNvPr id="41987" name="Rectangle 3">
            <a:extLst>
              <a:ext uri="{FF2B5EF4-FFF2-40B4-BE49-F238E27FC236}">
                <a16:creationId xmlns:a16="http://schemas.microsoft.com/office/drawing/2014/main" id="{AFAE4984-CF76-4884-0F6A-EE6DC5BFB0B5}"/>
              </a:ext>
            </a:extLst>
          </p:cNvPr>
          <p:cNvSpPr>
            <a:spLocks noGrp="1" noChangeArrowheads="1"/>
          </p:cNvSpPr>
          <p:nvPr>
            <p:ph type="body" sz="half" idx="1"/>
            <p:custDataLst>
              <p:tags r:id="rId3"/>
            </p:custDataLst>
          </p:nvPr>
        </p:nvSpPr>
        <p:spPr>
          <a:xfrm>
            <a:off x="512546" y="1277445"/>
            <a:ext cx="5310186" cy="4381500"/>
          </a:xfrm>
          <a:noFill/>
        </p:spPr>
        <p:txBody>
          <a:bodyPr/>
          <a:lstStyle/>
          <a:p>
            <a:pPr lvl="1" eaLnBrk="1" hangingPunct="1"/>
            <a:r>
              <a:rPr lang="en-US" altLang="nl-NL" sz="1800" i="1" dirty="0"/>
              <a:t>t</a:t>
            </a:r>
            <a:r>
              <a:rPr lang="en-US" altLang="nl-NL" sz="1800" dirty="0"/>
              <a:t> is </a:t>
            </a:r>
            <a:r>
              <a:rPr lang="en-US" altLang="nl-NL" sz="1800" i="1" dirty="0"/>
              <a:t>consistent</a:t>
            </a:r>
            <a:r>
              <a:rPr lang="en-US" altLang="nl-NL" sz="1800" dirty="0"/>
              <a:t> to the quartet “</a:t>
            </a:r>
            <a:r>
              <a:rPr lang="en-US" altLang="nl-NL" sz="1800" dirty="0" err="1"/>
              <a:t>ab|cd</a:t>
            </a:r>
            <a:r>
              <a:rPr lang="en-US" altLang="nl-NL" sz="1800" dirty="0"/>
              <a:t>”</a:t>
            </a:r>
          </a:p>
        </p:txBody>
      </p:sp>
      <p:pic>
        <p:nvPicPr>
          <p:cNvPr id="41988" name="Picture 4" descr="consist">
            <a:extLst>
              <a:ext uri="{FF2B5EF4-FFF2-40B4-BE49-F238E27FC236}">
                <a16:creationId xmlns:a16="http://schemas.microsoft.com/office/drawing/2014/main" id="{1780BC6C-7086-3CE5-408D-F6C5897D3E30}"/>
              </a:ext>
            </a:extLst>
          </p:cNvPr>
          <p:cNvPicPr>
            <a:picLocks noGrp="1" noChangeAspect="1" noChangeArrowheads="1"/>
          </p:cNvPicPr>
          <p:nvPr>
            <p:ph sz="half" idx="2"/>
          </p:nvPr>
        </p:nvPicPr>
        <p:blipFill>
          <a:blip r:embed="rId9">
            <a:extLst>
              <a:ext uri="{28A0092B-C50C-407E-A947-70E740481C1C}">
                <a14:useLocalDpi xmlns:a14="http://schemas.microsoft.com/office/drawing/2010/main" val="0"/>
              </a:ext>
            </a:extLst>
          </a:blip>
          <a:srcRect/>
          <a:stretch>
            <a:fillRect/>
          </a:stretch>
        </p:blipFill>
        <p:spPr>
          <a:xfrm>
            <a:off x="6264275" y="1714500"/>
            <a:ext cx="3919538" cy="43815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 name="Picture 4" descr="consist">
            <a:extLst>
              <a:ext uri="{FF2B5EF4-FFF2-40B4-BE49-F238E27FC236}">
                <a16:creationId xmlns:a16="http://schemas.microsoft.com/office/drawing/2014/main" id="{577EC71D-2AFB-65CA-9CE3-8681B8FE9CB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a:xfrm>
            <a:off x="4740275" y="1714500"/>
            <a:ext cx="3919538" cy="43815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 name="Picture 4" descr="consist">
            <a:extLst>
              <a:ext uri="{FF2B5EF4-FFF2-40B4-BE49-F238E27FC236}">
                <a16:creationId xmlns:a16="http://schemas.microsoft.com/office/drawing/2014/main" id="{AC1D7A3B-1AC7-3DDA-B5FF-4C16F8CD36D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a:xfrm>
            <a:off x="3923928" y="1397000"/>
            <a:ext cx="3919538" cy="43815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 name="Picture 4" descr="Diagram showing a hierarchical network structure with nodes labeled k0 to k5 and connected nodes labeled a to h. Nodes are connected by lines indicating relationships, with k3 serving as a central hub linking multiple branches.&#10;&#10;AI-generated content may be incorrect.">
            <a:extLst>
              <a:ext uri="{FF2B5EF4-FFF2-40B4-BE49-F238E27FC236}">
                <a16:creationId xmlns:a16="http://schemas.microsoft.com/office/drawing/2014/main" id="{1780BC6C-7086-3CE5-408D-F6C5897D3E3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a:xfrm>
            <a:off x="4076328" y="1549400"/>
            <a:ext cx="3919538" cy="43815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7" name="Picture 2" descr="consist">
            <a:extLst>
              <a:ext uri="{FF2B5EF4-FFF2-40B4-BE49-F238E27FC236}">
                <a16:creationId xmlns:a16="http://schemas.microsoft.com/office/drawing/2014/main" id="{3953F6AD-DF90-3F62-AB72-F0AAF37817A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a:xfrm>
            <a:off x="4892675" y="1866900"/>
            <a:ext cx="3919538" cy="43815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9" name="Picture 8">
            <a:extLst>
              <a:ext uri="{FF2B5EF4-FFF2-40B4-BE49-F238E27FC236}">
                <a16:creationId xmlns:a16="http://schemas.microsoft.com/office/drawing/2014/main" id="{98DDE4C1-D7BA-A98D-FC56-6FEA76EA9F9D}"/>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284045" y="1701188"/>
            <a:ext cx="3915321" cy="4382112"/>
          </a:xfrm>
          <a:prstGeom prst="rect">
            <a:avLst/>
          </a:prstGeom>
        </p:spPr>
      </p:pic>
      <p:sp>
        <p:nvSpPr>
          <p:cNvPr id="41989" name="Freeform 5">
            <a:extLst>
              <a:ext uri="{FF2B5EF4-FFF2-40B4-BE49-F238E27FC236}">
                <a16:creationId xmlns:a16="http://schemas.microsoft.com/office/drawing/2014/main" id="{C52FEC69-FC2B-B0C3-C7A0-00E3185E2189}"/>
              </a:ext>
            </a:extLst>
          </p:cNvPr>
          <p:cNvSpPr>
            <a:spLocks/>
          </p:cNvSpPr>
          <p:nvPr/>
        </p:nvSpPr>
        <p:spPr bwMode="auto">
          <a:xfrm>
            <a:off x="4305973" y="3813722"/>
            <a:ext cx="460375" cy="828675"/>
          </a:xfrm>
          <a:custGeom>
            <a:avLst/>
            <a:gdLst>
              <a:gd name="T0" fmla="*/ 2147483646 w 290"/>
              <a:gd name="T1" fmla="*/ 2147483646 h 522"/>
              <a:gd name="T2" fmla="*/ 2147483646 w 290"/>
              <a:gd name="T3" fmla="*/ 2147483646 h 522"/>
              <a:gd name="T4" fmla="*/ 2147483646 w 290"/>
              <a:gd name="T5" fmla="*/ 2147483646 h 522"/>
              <a:gd name="T6" fmla="*/ 2147483646 w 290"/>
              <a:gd name="T7" fmla="*/ 2147483646 h 522"/>
              <a:gd name="T8" fmla="*/ 2147483646 w 290"/>
              <a:gd name="T9" fmla="*/ 2147483646 h 522"/>
              <a:gd name="T10" fmla="*/ 2147483646 w 290"/>
              <a:gd name="T11" fmla="*/ 2147483646 h 522"/>
              <a:gd name="T12" fmla="*/ 2147483646 w 290"/>
              <a:gd name="T13" fmla="*/ 2147483646 h 522"/>
              <a:gd name="T14" fmla="*/ 2147483646 w 290"/>
              <a:gd name="T15" fmla="*/ 2147483646 h 522"/>
              <a:gd name="T16" fmla="*/ 2147483646 w 290"/>
              <a:gd name="T17" fmla="*/ 2147483646 h 522"/>
              <a:gd name="T18" fmla="*/ 2147483646 w 290"/>
              <a:gd name="T19" fmla="*/ 0 h 52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90" h="522">
                <a:moveTo>
                  <a:pt x="200" y="522"/>
                </a:moveTo>
                <a:cubicBezTo>
                  <a:pt x="180" y="509"/>
                  <a:pt x="175" y="494"/>
                  <a:pt x="152" y="486"/>
                </a:cubicBezTo>
                <a:cubicBezTo>
                  <a:pt x="138" y="464"/>
                  <a:pt x="125" y="464"/>
                  <a:pt x="104" y="450"/>
                </a:cubicBezTo>
                <a:cubicBezTo>
                  <a:pt x="76" y="408"/>
                  <a:pt x="92" y="422"/>
                  <a:pt x="62" y="402"/>
                </a:cubicBezTo>
                <a:cubicBezTo>
                  <a:pt x="52" y="373"/>
                  <a:pt x="21" y="322"/>
                  <a:pt x="2" y="294"/>
                </a:cubicBezTo>
                <a:cubicBezTo>
                  <a:pt x="5" y="249"/>
                  <a:pt x="0" y="147"/>
                  <a:pt x="44" y="108"/>
                </a:cubicBezTo>
                <a:cubicBezTo>
                  <a:pt x="44" y="108"/>
                  <a:pt x="89" y="78"/>
                  <a:pt x="98" y="72"/>
                </a:cubicBezTo>
                <a:cubicBezTo>
                  <a:pt x="110" y="64"/>
                  <a:pt x="120" y="50"/>
                  <a:pt x="134" y="48"/>
                </a:cubicBezTo>
                <a:cubicBezTo>
                  <a:pt x="175" y="41"/>
                  <a:pt x="215" y="31"/>
                  <a:pt x="254" y="18"/>
                </a:cubicBezTo>
                <a:cubicBezTo>
                  <a:pt x="265" y="14"/>
                  <a:pt x="290" y="14"/>
                  <a:pt x="290" y="0"/>
                </a:cubicBezTo>
              </a:path>
            </a:pathLst>
          </a:custGeom>
          <a:noFill/>
          <a:ln w="25400">
            <a:solidFill>
              <a:schemeClr val="tx1"/>
            </a:solidFill>
            <a:round/>
            <a:headEnd type="oval" w="med" len="med"/>
            <a:tailEnd type="oval"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t-IT"/>
          </a:p>
        </p:txBody>
      </p:sp>
      <p:sp>
        <p:nvSpPr>
          <p:cNvPr id="41990" name="Freeform 6">
            <a:extLst>
              <a:ext uri="{FF2B5EF4-FFF2-40B4-BE49-F238E27FC236}">
                <a16:creationId xmlns:a16="http://schemas.microsoft.com/office/drawing/2014/main" id="{9FDF7ACE-D5DB-BBC6-773F-5C06384E23C0}"/>
              </a:ext>
            </a:extLst>
          </p:cNvPr>
          <p:cNvSpPr>
            <a:spLocks/>
          </p:cNvSpPr>
          <p:nvPr/>
        </p:nvSpPr>
        <p:spPr bwMode="auto">
          <a:xfrm>
            <a:off x="1755774" y="5050990"/>
            <a:ext cx="504825" cy="703262"/>
          </a:xfrm>
          <a:custGeom>
            <a:avLst/>
            <a:gdLst>
              <a:gd name="T0" fmla="*/ 2147483646 w 318"/>
              <a:gd name="T1" fmla="*/ 2147483646 h 443"/>
              <a:gd name="T2" fmla="*/ 2147483646 w 318"/>
              <a:gd name="T3" fmla="*/ 2147483646 h 443"/>
              <a:gd name="T4" fmla="*/ 0 w 318"/>
              <a:gd name="T5" fmla="*/ 2147483646 h 443"/>
              <a:gd name="T6" fmla="*/ 0 60000 65536"/>
              <a:gd name="T7" fmla="*/ 0 60000 65536"/>
              <a:gd name="T8" fmla="*/ 0 60000 65536"/>
            </a:gdLst>
            <a:ahLst/>
            <a:cxnLst>
              <a:cxn ang="T6">
                <a:pos x="T0" y="T1"/>
              </a:cxn>
              <a:cxn ang="T7">
                <a:pos x="T2" y="T3"/>
              </a:cxn>
              <a:cxn ang="T8">
                <a:pos x="T4" y="T5"/>
              </a:cxn>
            </a:cxnLst>
            <a:rect l="0" t="0" r="r" b="b"/>
            <a:pathLst>
              <a:path w="318" h="443">
                <a:moveTo>
                  <a:pt x="318" y="443"/>
                </a:moveTo>
                <a:cubicBezTo>
                  <a:pt x="316" y="337"/>
                  <a:pt x="316" y="231"/>
                  <a:pt x="312" y="125"/>
                </a:cubicBezTo>
                <a:cubicBezTo>
                  <a:pt x="308" y="0"/>
                  <a:pt x="35" y="29"/>
                  <a:pt x="0" y="29"/>
                </a:cubicBezTo>
              </a:path>
            </a:pathLst>
          </a:custGeom>
          <a:noFill/>
          <a:ln w="25400">
            <a:solidFill>
              <a:schemeClr val="tx1"/>
            </a:solidFill>
            <a:round/>
            <a:headEnd type="oval" w="med" len="med"/>
            <a:tailEnd type="oval"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t-IT"/>
          </a:p>
        </p:txBody>
      </p:sp>
      <p:sp>
        <p:nvSpPr>
          <p:cNvPr id="10" name="Rectangle 4">
            <a:extLst>
              <a:ext uri="{FF2B5EF4-FFF2-40B4-BE49-F238E27FC236}">
                <a16:creationId xmlns:a16="http://schemas.microsoft.com/office/drawing/2014/main" id="{50D9A8CA-E051-3D64-F89A-63ABCD2EDDD6}"/>
              </a:ext>
            </a:extLst>
          </p:cNvPr>
          <p:cNvSpPr txBox="1">
            <a:spLocks noChangeArrowheads="1"/>
          </p:cNvSpPr>
          <p:nvPr>
            <p:custDataLst>
              <p:tags r:id="rId4"/>
            </p:custDataLst>
          </p:nvPr>
        </p:nvSpPr>
        <p:spPr>
          <a:xfrm>
            <a:off x="6096000" y="1265620"/>
            <a:ext cx="5415999" cy="4381500"/>
          </a:xfrm>
          <a:noFill/>
        </p:spPr>
        <p:txBody>
          <a:bodyPr/>
          <a:lstStyle>
            <a:lvl1pPr marL="228600" indent="-228600" algn="l" defTabSz="914400" rtl="0" eaLnBrk="1" latinLnBrk="0" hangingPunct="1">
              <a:lnSpc>
                <a:spcPct val="100000"/>
              </a:lnSpc>
              <a:spcBef>
                <a:spcPts val="0"/>
              </a:spcBef>
              <a:spcAft>
                <a:spcPts val="1800"/>
              </a:spcAft>
              <a:buClr>
                <a:srgbClr val="2B91C5"/>
              </a:buClr>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spcAft>
                <a:spcPts val="1800"/>
              </a:spcAft>
              <a:buClr>
                <a:srgbClr val="2B91C5"/>
              </a:buClr>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spcAft>
                <a:spcPts val="1800"/>
              </a:spcAft>
              <a:buClr>
                <a:srgbClr val="2B91C5"/>
              </a:buClr>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spcAft>
                <a:spcPts val="1800"/>
              </a:spcAft>
              <a:buClr>
                <a:srgbClr val="2B91C5"/>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spcAft>
                <a:spcPts val="1800"/>
              </a:spcAft>
              <a:buClr>
                <a:srgbClr val="2B91C5"/>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US" altLang="nl-NL" sz="1800" i="1" dirty="0"/>
              <a:t>t</a:t>
            </a:r>
            <a:r>
              <a:rPr lang="en-US" altLang="nl-NL" sz="1800" dirty="0"/>
              <a:t> is NOT </a:t>
            </a:r>
            <a:r>
              <a:rPr lang="en-US" altLang="nl-NL" sz="1800" i="1" dirty="0"/>
              <a:t>consistent</a:t>
            </a:r>
            <a:r>
              <a:rPr lang="en-US" altLang="nl-NL" sz="1800" dirty="0"/>
              <a:t> to the quartet “</a:t>
            </a:r>
            <a:r>
              <a:rPr lang="en-US" altLang="nl-NL" sz="1800" dirty="0" err="1"/>
              <a:t>af|ge</a:t>
            </a:r>
            <a:r>
              <a:rPr lang="en-US" altLang="nl-NL" sz="1800" dirty="0"/>
              <a:t>”</a:t>
            </a:r>
          </a:p>
        </p:txBody>
      </p:sp>
      <p:pic>
        <p:nvPicPr>
          <p:cNvPr id="12" name="Picture 11">
            <a:extLst>
              <a:ext uri="{FF2B5EF4-FFF2-40B4-BE49-F238E27FC236}">
                <a16:creationId xmlns:a16="http://schemas.microsoft.com/office/drawing/2014/main" id="{0145E5F9-9CC3-AD66-958B-DA3A211CE56F}"/>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103114" y="1691943"/>
            <a:ext cx="3915321" cy="4382112"/>
          </a:xfrm>
          <a:prstGeom prst="rect">
            <a:avLst/>
          </a:prstGeom>
        </p:spPr>
      </p:pic>
      <p:sp>
        <p:nvSpPr>
          <p:cNvPr id="14" name="Freeform 5">
            <a:extLst>
              <a:ext uri="{FF2B5EF4-FFF2-40B4-BE49-F238E27FC236}">
                <a16:creationId xmlns:a16="http://schemas.microsoft.com/office/drawing/2014/main" id="{6614D5C0-483F-4C30-DC26-AC29C66FF4CE}"/>
              </a:ext>
            </a:extLst>
          </p:cNvPr>
          <p:cNvSpPr>
            <a:spLocks/>
          </p:cNvSpPr>
          <p:nvPr>
            <p:custDataLst>
              <p:tags r:id="rId5"/>
            </p:custDataLst>
          </p:nvPr>
        </p:nvSpPr>
        <p:spPr bwMode="auto">
          <a:xfrm>
            <a:off x="8456565" y="3152498"/>
            <a:ext cx="2190750" cy="879475"/>
          </a:xfrm>
          <a:custGeom>
            <a:avLst/>
            <a:gdLst>
              <a:gd name="T0" fmla="*/ 2147483646 w 1380"/>
              <a:gd name="T1" fmla="*/ 2147483646 h 554"/>
              <a:gd name="T2" fmla="*/ 2147483646 w 1380"/>
              <a:gd name="T3" fmla="*/ 2147483646 h 554"/>
              <a:gd name="T4" fmla="*/ 2147483646 w 1380"/>
              <a:gd name="T5" fmla="*/ 2147483646 h 554"/>
              <a:gd name="T6" fmla="*/ 2147483646 w 1380"/>
              <a:gd name="T7" fmla="*/ 2147483646 h 554"/>
              <a:gd name="T8" fmla="*/ 2147483646 w 1380"/>
              <a:gd name="T9" fmla="*/ 2147483646 h 554"/>
              <a:gd name="T10" fmla="*/ 2147483646 w 1380"/>
              <a:gd name="T11" fmla="*/ 2147483646 h 554"/>
              <a:gd name="T12" fmla="*/ 2147483646 w 1380"/>
              <a:gd name="T13" fmla="*/ 2147483646 h 554"/>
              <a:gd name="T14" fmla="*/ 2147483646 w 1380"/>
              <a:gd name="T15" fmla="*/ 2147483646 h 554"/>
              <a:gd name="T16" fmla="*/ 2147483646 w 1380"/>
              <a:gd name="T17" fmla="*/ 2147483646 h 554"/>
              <a:gd name="T18" fmla="*/ 2147483646 w 1380"/>
              <a:gd name="T19" fmla="*/ 2147483646 h 554"/>
              <a:gd name="T20" fmla="*/ 2147483646 w 1380"/>
              <a:gd name="T21" fmla="*/ 2147483646 h 554"/>
              <a:gd name="T22" fmla="*/ 2147483646 w 1380"/>
              <a:gd name="T23" fmla="*/ 2147483646 h 554"/>
              <a:gd name="T24" fmla="*/ 2147483646 w 1380"/>
              <a:gd name="T25" fmla="*/ 2147483646 h 554"/>
              <a:gd name="T26" fmla="*/ 0 w 1380"/>
              <a:gd name="T27" fmla="*/ 2147483646 h 55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380" h="554">
                <a:moveTo>
                  <a:pt x="1380" y="421"/>
                </a:moveTo>
                <a:cubicBezTo>
                  <a:pt x="1332" y="431"/>
                  <a:pt x="1283" y="453"/>
                  <a:pt x="1236" y="469"/>
                </a:cubicBezTo>
                <a:cubicBezTo>
                  <a:pt x="1218" y="475"/>
                  <a:pt x="1200" y="481"/>
                  <a:pt x="1182" y="487"/>
                </a:cubicBezTo>
                <a:cubicBezTo>
                  <a:pt x="1176" y="489"/>
                  <a:pt x="1164" y="493"/>
                  <a:pt x="1164" y="493"/>
                </a:cubicBezTo>
                <a:cubicBezTo>
                  <a:pt x="1103" y="554"/>
                  <a:pt x="1018" y="543"/>
                  <a:pt x="936" y="547"/>
                </a:cubicBezTo>
                <a:cubicBezTo>
                  <a:pt x="850" y="545"/>
                  <a:pt x="764" y="546"/>
                  <a:pt x="678" y="541"/>
                </a:cubicBezTo>
                <a:cubicBezTo>
                  <a:pt x="620" y="537"/>
                  <a:pt x="579" y="487"/>
                  <a:pt x="534" y="457"/>
                </a:cubicBezTo>
                <a:cubicBezTo>
                  <a:pt x="517" y="432"/>
                  <a:pt x="499" y="419"/>
                  <a:pt x="486" y="391"/>
                </a:cubicBezTo>
                <a:cubicBezTo>
                  <a:pt x="455" y="320"/>
                  <a:pt x="445" y="237"/>
                  <a:pt x="420" y="163"/>
                </a:cubicBezTo>
                <a:cubicBezTo>
                  <a:pt x="412" y="138"/>
                  <a:pt x="397" y="114"/>
                  <a:pt x="384" y="91"/>
                </a:cubicBezTo>
                <a:cubicBezTo>
                  <a:pt x="377" y="78"/>
                  <a:pt x="374" y="60"/>
                  <a:pt x="360" y="55"/>
                </a:cubicBezTo>
                <a:cubicBezTo>
                  <a:pt x="339" y="48"/>
                  <a:pt x="310" y="29"/>
                  <a:pt x="288" y="25"/>
                </a:cubicBezTo>
                <a:cubicBezTo>
                  <a:pt x="253" y="19"/>
                  <a:pt x="210" y="10"/>
                  <a:pt x="174" y="7"/>
                </a:cubicBezTo>
                <a:cubicBezTo>
                  <a:pt x="79" y="0"/>
                  <a:pt x="72" y="1"/>
                  <a:pt x="0" y="1"/>
                </a:cubicBezTo>
              </a:path>
            </a:pathLst>
          </a:custGeom>
          <a:noFill/>
          <a:ln w="25400">
            <a:solidFill>
              <a:srgbClr val="FF0000"/>
            </a:solidFill>
            <a:round/>
            <a:headEnd type="oval" w="med" len="med"/>
            <a:tailEnd type="oval"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t-IT"/>
          </a:p>
        </p:txBody>
      </p:sp>
      <p:sp>
        <p:nvSpPr>
          <p:cNvPr id="16" name="Freeform 8">
            <a:extLst>
              <a:ext uri="{FF2B5EF4-FFF2-40B4-BE49-F238E27FC236}">
                <a16:creationId xmlns:a16="http://schemas.microsoft.com/office/drawing/2014/main" id="{7A019D39-BFA1-7B46-E6E9-7A27347D6976}"/>
              </a:ext>
            </a:extLst>
          </p:cNvPr>
          <p:cNvSpPr>
            <a:spLocks/>
          </p:cNvSpPr>
          <p:nvPr/>
        </p:nvSpPr>
        <p:spPr bwMode="auto">
          <a:xfrm>
            <a:off x="8675640" y="1982510"/>
            <a:ext cx="609600" cy="3305175"/>
          </a:xfrm>
          <a:custGeom>
            <a:avLst/>
            <a:gdLst>
              <a:gd name="T0" fmla="*/ 2147483646 w 384"/>
              <a:gd name="T1" fmla="*/ 2147483646 h 2082"/>
              <a:gd name="T2" fmla="*/ 2147483646 w 384"/>
              <a:gd name="T3" fmla="*/ 2147483646 h 2082"/>
              <a:gd name="T4" fmla="*/ 2147483646 w 384"/>
              <a:gd name="T5" fmla="*/ 2147483646 h 2082"/>
              <a:gd name="T6" fmla="*/ 2147483646 w 384"/>
              <a:gd name="T7" fmla="*/ 2147483646 h 2082"/>
              <a:gd name="T8" fmla="*/ 2147483646 w 384"/>
              <a:gd name="T9" fmla="*/ 2147483646 h 2082"/>
              <a:gd name="T10" fmla="*/ 2147483646 w 384"/>
              <a:gd name="T11" fmla="*/ 2147483646 h 2082"/>
              <a:gd name="T12" fmla="*/ 2147483646 w 384"/>
              <a:gd name="T13" fmla="*/ 2147483646 h 2082"/>
              <a:gd name="T14" fmla="*/ 2147483646 w 384"/>
              <a:gd name="T15" fmla="*/ 2147483646 h 2082"/>
              <a:gd name="T16" fmla="*/ 2147483646 w 384"/>
              <a:gd name="T17" fmla="*/ 2147483646 h 2082"/>
              <a:gd name="T18" fmla="*/ 2147483646 w 384"/>
              <a:gd name="T19" fmla="*/ 2147483646 h 2082"/>
              <a:gd name="T20" fmla="*/ 2147483646 w 384"/>
              <a:gd name="T21" fmla="*/ 2147483646 h 2082"/>
              <a:gd name="T22" fmla="*/ 2147483646 w 384"/>
              <a:gd name="T23" fmla="*/ 2147483646 h 2082"/>
              <a:gd name="T24" fmla="*/ 2147483646 w 384"/>
              <a:gd name="T25" fmla="*/ 2147483646 h 2082"/>
              <a:gd name="T26" fmla="*/ 2147483646 w 384"/>
              <a:gd name="T27" fmla="*/ 2147483646 h 2082"/>
              <a:gd name="T28" fmla="*/ 2147483646 w 384"/>
              <a:gd name="T29" fmla="*/ 2147483646 h 2082"/>
              <a:gd name="T30" fmla="*/ 2147483646 w 384"/>
              <a:gd name="T31" fmla="*/ 2147483646 h 2082"/>
              <a:gd name="T32" fmla="*/ 0 w 384"/>
              <a:gd name="T33" fmla="*/ 0 h 208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84" h="2082">
                <a:moveTo>
                  <a:pt x="354" y="2082"/>
                </a:moveTo>
                <a:cubicBezTo>
                  <a:pt x="313" y="1958"/>
                  <a:pt x="218" y="1861"/>
                  <a:pt x="186" y="1734"/>
                </a:cubicBezTo>
                <a:cubicBezTo>
                  <a:pt x="190" y="1593"/>
                  <a:pt x="157" y="1492"/>
                  <a:pt x="294" y="1446"/>
                </a:cubicBezTo>
                <a:cubicBezTo>
                  <a:pt x="298" y="1440"/>
                  <a:pt x="301" y="1433"/>
                  <a:pt x="306" y="1428"/>
                </a:cubicBezTo>
                <a:cubicBezTo>
                  <a:pt x="317" y="1419"/>
                  <a:pt x="342" y="1404"/>
                  <a:pt x="342" y="1404"/>
                </a:cubicBezTo>
                <a:cubicBezTo>
                  <a:pt x="348" y="1380"/>
                  <a:pt x="352" y="1364"/>
                  <a:pt x="366" y="1344"/>
                </a:cubicBezTo>
                <a:cubicBezTo>
                  <a:pt x="373" y="1317"/>
                  <a:pt x="379" y="1293"/>
                  <a:pt x="384" y="1266"/>
                </a:cubicBezTo>
                <a:cubicBezTo>
                  <a:pt x="376" y="1189"/>
                  <a:pt x="373" y="1106"/>
                  <a:pt x="348" y="1032"/>
                </a:cubicBezTo>
                <a:cubicBezTo>
                  <a:pt x="336" y="995"/>
                  <a:pt x="319" y="962"/>
                  <a:pt x="306" y="924"/>
                </a:cubicBezTo>
                <a:cubicBezTo>
                  <a:pt x="294" y="887"/>
                  <a:pt x="277" y="854"/>
                  <a:pt x="264" y="816"/>
                </a:cubicBezTo>
                <a:cubicBezTo>
                  <a:pt x="260" y="804"/>
                  <a:pt x="256" y="792"/>
                  <a:pt x="252" y="780"/>
                </a:cubicBezTo>
                <a:cubicBezTo>
                  <a:pt x="250" y="774"/>
                  <a:pt x="246" y="762"/>
                  <a:pt x="246" y="762"/>
                </a:cubicBezTo>
                <a:cubicBezTo>
                  <a:pt x="244" y="602"/>
                  <a:pt x="244" y="442"/>
                  <a:pt x="240" y="282"/>
                </a:cubicBezTo>
                <a:cubicBezTo>
                  <a:pt x="239" y="249"/>
                  <a:pt x="207" y="198"/>
                  <a:pt x="180" y="180"/>
                </a:cubicBezTo>
                <a:cubicBezTo>
                  <a:pt x="163" y="155"/>
                  <a:pt x="127" y="119"/>
                  <a:pt x="102" y="102"/>
                </a:cubicBezTo>
                <a:cubicBezTo>
                  <a:pt x="87" y="80"/>
                  <a:pt x="64" y="57"/>
                  <a:pt x="42" y="42"/>
                </a:cubicBezTo>
                <a:cubicBezTo>
                  <a:pt x="30" y="23"/>
                  <a:pt x="15" y="15"/>
                  <a:pt x="0" y="0"/>
                </a:cubicBezTo>
              </a:path>
            </a:pathLst>
          </a:custGeom>
          <a:noFill/>
          <a:ln w="25400">
            <a:solidFill>
              <a:srgbClr val="FF0000"/>
            </a:solidFill>
            <a:round/>
            <a:headEnd type="oval" w="med" len="med"/>
            <a:tailEnd type="oval"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t-IT"/>
          </a:p>
        </p:txBody>
      </p:sp>
      <p:sp>
        <p:nvSpPr>
          <p:cNvPr id="18" name="AutoShape 9">
            <a:extLst>
              <a:ext uri="{FF2B5EF4-FFF2-40B4-BE49-F238E27FC236}">
                <a16:creationId xmlns:a16="http://schemas.microsoft.com/office/drawing/2014/main" id="{426C0485-9FBB-B165-9B2B-6D84026CB3D1}"/>
              </a:ext>
            </a:extLst>
          </p:cNvPr>
          <p:cNvSpPr>
            <a:spLocks noChangeArrowheads="1"/>
          </p:cNvSpPr>
          <p:nvPr>
            <p:custDataLst>
              <p:tags r:id="rId6"/>
            </p:custDataLst>
          </p:nvPr>
        </p:nvSpPr>
        <p:spPr bwMode="auto">
          <a:xfrm rot="1593903">
            <a:off x="9034415" y="3454123"/>
            <a:ext cx="288925" cy="287337"/>
          </a:xfrm>
          <a:custGeom>
            <a:avLst/>
            <a:gdLst>
              <a:gd name="T0" fmla="*/ 2147483646 w 21600"/>
              <a:gd name="T1" fmla="*/ 2147483646 h 21600"/>
              <a:gd name="T2" fmla="*/ 2147483646 w 21600"/>
              <a:gd name="T3" fmla="*/ 2147483646 h 21600"/>
              <a:gd name="T4" fmla="*/ 0 w 21600"/>
              <a:gd name="T5" fmla="*/ 2147483646 h 21600"/>
              <a:gd name="T6" fmla="*/ 2147483646 w 21600"/>
              <a:gd name="T7" fmla="*/ 0 h 21600"/>
              <a:gd name="T8" fmla="*/ 0 60000 65536"/>
              <a:gd name="T9" fmla="*/ 5898240 60000 65536"/>
              <a:gd name="T10" fmla="*/ 11796480 60000 65536"/>
              <a:gd name="T11" fmla="*/ 17694720 60000 65536"/>
              <a:gd name="T12" fmla="*/ 2160 w 21600"/>
              <a:gd name="T13" fmla="*/ 8640 h 21600"/>
              <a:gd name="T14" fmla="*/ 19440 w 21600"/>
              <a:gd name="T15" fmla="*/ 12960 h 21600"/>
            </a:gdLst>
            <a:ahLst/>
            <a:cxnLst>
              <a:cxn ang="T8">
                <a:pos x="T0" y="T1"/>
              </a:cxn>
              <a:cxn ang="T9">
                <a:pos x="T2" y="T3"/>
              </a:cxn>
              <a:cxn ang="T10">
                <a:pos x="T4" y="T5"/>
              </a:cxn>
              <a:cxn ang="T11">
                <a:pos x="T6" y="T7"/>
              </a:cxn>
            </a:cxnLst>
            <a:rect l="T12" t="T13" r="T14" b="T15"/>
            <a:pathLst>
              <a:path w="21600" h="21600">
                <a:moveTo>
                  <a:pt x="10800" y="0"/>
                </a:moveTo>
                <a:lnTo>
                  <a:pt x="6480" y="4320"/>
                </a:lnTo>
                <a:lnTo>
                  <a:pt x="8640" y="4320"/>
                </a:lnTo>
                <a:lnTo>
                  <a:pt x="8640" y="8640"/>
                </a:lnTo>
                <a:lnTo>
                  <a:pt x="4320" y="8640"/>
                </a:lnTo>
                <a:lnTo>
                  <a:pt x="4320" y="6480"/>
                </a:lnTo>
                <a:lnTo>
                  <a:pt x="0" y="10800"/>
                </a:lnTo>
                <a:lnTo>
                  <a:pt x="4320" y="15120"/>
                </a:lnTo>
                <a:lnTo>
                  <a:pt x="4320" y="12960"/>
                </a:lnTo>
                <a:lnTo>
                  <a:pt x="8640" y="12960"/>
                </a:lnTo>
                <a:lnTo>
                  <a:pt x="8640" y="17280"/>
                </a:lnTo>
                <a:lnTo>
                  <a:pt x="6480" y="17280"/>
                </a:lnTo>
                <a:lnTo>
                  <a:pt x="10800" y="21600"/>
                </a:lnTo>
                <a:lnTo>
                  <a:pt x="15120" y="17280"/>
                </a:lnTo>
                <a:lnTo>
                  <a:pt x="12960" y="17280"/>
                </a:lnTo>
                <a:lnTo>
                  <a:pt x="12960" y="12960"/>
                </a:lnTo>
                <a:lnTo>
                  <a:pt x="17280" y="12960"/>
                </a:lnTo>
                <a:lnTo>
                  <a:pt x="17280" y="15120"/>
                </a:lnTo>
                <a:lnTo>
                  <a:pt x="21600" y="10800"/>
                </a:lnTo>
                <a:lnTo>
                  <a:pt x="17280" y="6480"/>
                </a:lnTo>
                <a:lnTo>
                  <a:pt x="17280" y="8640"/>
                </a:lnTo>
                <a:lnTo>
                  <a:pt x="12960" y="8640"/>
                </a:lnTo>
                <a:lnTo>
                  <a:pt x="12960" y="4320"/>
                </a:lnTo>
                <a:lnTo>
                  <a:pt x="15120" y="4320"/>
                </a:lnTo>
                <a:lnTo>
                  <a:pt x="10800" y="0"/>
                </a:lnTo>
                <a:close/>
              </a:path>
            </a:pathLst>
          </a:cu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it-IT"/>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B6661790-BB3A-77B1-38A9-19833AA5A7B8}"/>
              </a:ext>
            </a:extLst>
          </p:cNvPr>
          <p:cNvSpPr>
            <a:spLocks noGrp="1" noChangeArrowheads="1"/>
          </p:cNvSpPr>
          <p:nvPr>
            <p:ph type="title"/>
            <p:custDataLst>
              <p:tags r:id="rId2"/>
            </p:custDataLst>
          </p:nvPr>
        </p:nvSpPr>
        <p:spPr>
          <a:noFill/>
        </p:spPr>
        <p:txBody>
          <a:bodyPr/>
          <a:lstStyle/>
          <a:p>
            <a:pPr algn="ctr" eaLnBrk="1" hangingPunct="1"/>
            <a:r>
              <a:rPr lang="en-US" altLang="nl-NL"/>
              <a:t>Minimum Quartet Tree Cost problem</a:t>
            </a:r>
          </a:p>
        </p:txBody>
      </p:sp>
      <p:sp>
        <p:nvSpPr>
          <p:cNvPr id="46083" name="Rectangle 3">
            <a:extLst>
              <a:ext uri="{FF2B5EF4-FFF2-40B4-BE49-F238E27FC236}">
                <a16:creationId xmlns:a16="http://schemas.microsoft.com/office/drawing/2014/main" id="{EAF8E72E-3EBC-88CD-8CC9-539DDD6A0D83}"/>
              </a:ext>
            </a:extLst>
          </p:cNvPr>
          <p:cNvSpPr>
            <a:spLocks noGrp="1" noChangeArrowheads="1"/>
          </p:cNvSpPr>
          <p:nvPr>
            <p:ph type="body" sz="half" idx="1"/>
            <p:custDataLst>
              <p:tags r:id="rId3"/>
            </p:custDataLst>
          </p:nvPr>
        </p:nvSpPr>
        <p:spPr>
          <a:xfrm>
            <a:off x="1079883" y="1479550"/>
            <a:ext cx="10321159" cy="4381500"/>
          </a:xfrm>
          <a:noFill/>
        </p:spPr>
        <p:txBody>
          <a:bodyPr/>
          <a:lstStyle/>
          <a:p>
            <a:pPr eaLnBrk="1" hangingPunct="1">
              <a:lnSpc>
                <a:spcPct val="95000"/>
              </a:lnSpc>
            </a:pPr>
            <a:r>
              <a:rPr lang="en-US" altLang="nl-NL" b="1" dirty="0"/>
              <a:t>DEF.</a:t>
            </a:r>
            <a:r>
              <a:rPr lang="en-US" altLang="nl-NL" dirty="0"/>
              <a:t> Cost associated to </a:t>
            </a:r>
            <a:r>
              <a:rPr lang="en-US" altLang="nl-NL" i="1" dirty="0" err="1"/>
              <a:t>t</a:t>
            </a:r>
            <a:r>
              <a:rPr lang="en-US" altLang="nl-NL" dirty="0" err="1">
                <a:sym typeface="Symbol" panose="05050102010706020507" pitchFamily="18" charset="2"/>
              </a:rPr>
              <a:t></a:t>
            </a:r>
            <a:r>
              <a:rPr lang="en-US" altLang="nl-NL" i="1" dirty="0" err="1"/>
              <a:t>T</a:t>
            </a:r>
            <a:r>
              <a:rPr lang="en-US" altLang="nl-NL" dirty="0"/>
              <a:t> : sum of the costs of its embedded quartet topologies</a:t>
            </a:r>
          </a:p>
          <a:p>
            <a:pPr eaLnBrk="1" hangingPunct="1">
              <a:lnSpc>
                <a:spcPct val="95000"/>
              </a:lnSpc>
            </a:pPr>
            <a:endParaRPr lang="en-US" altLang="nl-NL" b="1" dirty="0"/>
          </a:p>
          <a:p>
            <a:pPr eaLnBrk="1" hangingPunct="1">
              <a:lnSpc>
                <a:spcPct val="95000"/>
              </a:lnSpc>
            </a:pPr>
            <a:r>
              <a:rPr lang="en-US" altLang="nl-NL" b="1" dirty="0"/>
              <a:t>DEF. </a:t>
            </a:r>
            <a:r>
              <a:rPr lang="en-US" altLang="nl-NL" dirty="0">
                <a:solidFill>
                  <a:srgbClr val="FF0000"/>
                </a:solidFill>
              </a:rPr>
              <a:t>MINIMUM QUARTET TREE COST (MQTC) PROBLEM</a:t>
            </a:r>
            <a:endParaRPr lang="en-US" altLang="nl-NL" dirty="0"/>
          </a:p>
          <a:p>
            <a:pPr eaLnBrk="1" hangingPunct="1">
              <a:lnSpc>
                <a:spcPct val="95000"/>
              </a:lnSpc>
              <a:buFontTx/>
              <a:buNone/>
            </a:pPr>
            <a:r>
              <a:rPr lang="en-US" altLang="nl-NL" dirty="0"/>
              <a:t>	Given </a:t>
            </a:r>
            <a:r>
              <a:rPr lang="en-US" altLang="nl-NL" i="1" dirty="0"/>
              <a:t>n</a:t>
            </a:r>
            <a:r>
              <a:rPr lang="en-US" altLang="nl-NL" dirty="0"/>
              <a:t> elements and their pairwise distances, find the tree </a:t>
            </a:r>
            <a:r>
              <a:rPr lang="en-US" altLang="nl-NL" i="1" dirty="0" err="1"/>
              <a:t>t</a:t>
            </a:r>
            <a:r>
              <a:rPr lang="en-US" altLang="nl-NL" dirty="0" err="1">
                <a:sym typeface="Symbol" panose="05050102010706020507" pitchFamily="18" charset="2"/>
              </a:rPr>
              <a:t></a:t>
            </a:r>
            <a:r>
              <a:rPr lang="en-US" altLang="nl-NL" i="1" dirty="0" err="1"/>
              <a:t>T</a:t>
            </a:r>
            <a:r>
              <a:rPr lang="en-US" altLang="nl-NL" dirty="0"/>
              <a:t> with the minimum total cost </a:t>
            </a:r>
            <a:r>
              <a:rPr lang="en-US" altLang="nl-NL" i="1" dirty="0"/>
              <a:t>C</a:t>
            </a:r>
            <a:r>
              <a:rPr lang="en-US" altLang="nl-NL" i="1" baseline="-25000" dirty="0"/>
              <a:t>t</a:t>
            </a:r>
          </a:p>
          <a:p>
            <a:pPr eaLnBrk="1" hangingPunct="1">
              <a:lnSpc>
                <a:spcPct val="95000"/>
              </a:lnSpc>
            </a:pPr>
            <a:endParaRPr lang="en-US" altLang="nl-NL" dirty="0"/>
          </a:p>
          <a:p>
            <a:pPr>
              <a:lnSpc>
                <a:spcPct val="95000"/>
              </a:lnSpc>
            </a:pPr>
            <a:r>
              <a:rPr lang="en-US" altLang="nl-NL" dirty="0"/>
              <a:t>NP-hard optimization problem (Cilibrasi and </a:t>
            </a:r>
            <a:r>
              <a:rPr lang="en-US" altLang="nl-NL" dirty="0" err="1"/>
              <a:t>Vitany</a:t>
            </a:r>
            <a:r>
              <a:rPr lang="en-US" altLang="nl-NL" dirty="0"/>
              <a:t>, 2005; 2007)</a:t>
            </a:r>
          </a:p>
          <a:p>
            <a:pPr lvl="1" eaLnBrk="1" hangingPunct="1">
              <a:lnSpc>
                <a:spcPct val="95000"/>
              </a:lnSpc>
            </a:pPr>
            <a:endParaRPr lang="en-US" altLang="nl-NL" dirty="0"/>
          </a:p>
          <a:p>
            <a:pPr eaLnBrk="1" hangingPunct="1">
              <a:lnSpc>
                <a:spcPct val="95000"/>
              </a:lnSpc>
            </a:pPr>
            <a:endParaRPr lang="en-US" altLang="nl-NL" dirty="0"/>
          </a:p>
          <a:p>
            <a:pPr eaLnBrk="1" hangingPunct="1">
              <a:lnSpc>
                <a:spcPct val="95000"/>
              </a:lnSpc>
              <a:buFontTx/>
              <a:buNone/>
            </a:pPr>
            <a:r>
              <a:rPr lang="en-US" altLang="nl-NL" dirty="0"/>
              <a:t>	</a:t>
            </a:r>
          </a:p>
        </p:txBody>
      </p:sp>
      <p:graphicFrame>
        <p:nvGraphicFramePr>
          <p:cNvPr id="46084" name="Object 4">
            <a:extLst>
              <a:ext uri="{FF2B5EF4-FFF2-40B4-BE49-F238E27FC236}">
                <a16:creationId xmlns:a16="http://schemas.microsoft.com/office/drawing/2014/main" id="{55F71BC3-2685-9A1D-7A44-9EA293F5FED5}"/>
              </a:ext>
            </a:extLst>
          </p:cNvPr>
          <p:cNvGraphicFramePr>
            <a:graphicFrameLocks noGrp="1" noChangeAspect="1"/>
          </p:cNvGraphicFramePr>
          <p:nvPr>
            <p:ph sz="quarter" idx="3"/>
            <p:custDataLst>
              <p:tags r:id="rId4"/>
            </p:custDataLst>
            <p:extLst>
              <p:ext uri="{D42A27DB-BD31-4B8C-83A1-F6EECF244321}">
                <p14:modId xmlns:p14="http://schemas.microsoft.com/office/powerpoint/2010/main" val="3954662807"/>
              </p:ext>
            </p:extLst>
          </p:nvPr>
        </p:nvGraphicFramePr>
        <p:xfrm>
          <a:off x="3432174" y="4405067"/>
          <a:ext cx="5616575" cy="479425"/>
        </p:xfrm>
        <a:graphic>
          <a:graphicData uri="http://schemas.openxmlformats.org/presentationml/2006/ole">
            <mc:AlternateContent xmlns:mc="http://schemas.openxmlformats.org/markup-compatibility/2006">
              <mc:Choice xmlns:v="urn:schemas-microsoft-com:vml" Requires="v">
                <p:oleObj name="Equation" r:id="rId8" imgW="3276600" imgH="279400" progId="Equation.3">
                  <p:embed/>
                </p:oleObj>
              </mc:Choice>
              <mc:Fallback>
                <p:oleObj name="Equation" r:id="rId8" imgW="3276600" imgH="279400" progId="Equation.3">
                  <p:embed/>
                  <p:pic>
                    <p:nvPicPr>
                      <p:cNvPr id="46084" name="Object 4">
                        <a:extLst>
                          <a:ext uri="{FF2B5EF4-FFF2-40B4-BE49-F238E27FC236}">
                            <a16:creationId xmlns:a16="http://schemas.microsoft.com/office/drawing/2014/main" id="{55F71BC3-2685-9A1D-7A44-9EA293F5FED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432174" y="4405067"/>
                        <a:ext cx="5616575" cy="479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085" name="Object 5">
            <a:extLst>
              <a:ext uri="{FF2B5EF4-FFF2-40B4-BE49-F238E27FC236}">
                <a16:creationId xmlns:a16="http://schemas.microsoft.com/office/drawing/2014/main" id="{986A356D-D4FF-6B0D-BF0C-0CAC21E11DF3}"/>
              </a:ext>
            </a:extLst>
          </p:cNvPr>
          <p:cNvGraphicFramePr>
            <a:graphicFrameLocks noChangeAspect="1"/>
          </p:cNvGraphicFramePr>
          <p:nvPr>
            <p:custDataLst>
              <p:tags r:id="rId5"/>
            </p:custDataLst>
            <p:extLst>
              <p:ext uri="{D42A27DB-BD31-4B8C-83A1-F6EECF244321}">
                <p14:modId xmlns:p14="http://schemas.microsoft.com/office/powerpoint/2010/main" val="1742900874"/>
              </p:ext>
            </p:extLst>
          </p:nvPr>
        </p:nvGraphicFramePr>
        <p:xfrm>
          <a:off x="3197719" y="2023268"/>
          <a:ext cx="4967287" cy="503238"/>
        </p:xfrm>
        <a:graphic>
          <a:graphicData uri="http://schemas.openxmlformats.org/presentationml/2006/ole">
            <mc:AlternateContent xmlns:mc="http://schemas.openxmlformats.org/markup-compatibility/2006">
              <mc:Choice xmlns:v="urn:schemas-microsoft-com:vml" Requires="v">
                <p:oleObj name="Equation" r:id="rId10" imgW="2755800" imgH="279360" progId="Equation.3">
                  <p:embed/>
                </p:oleObj>
              </mc:Choice>
              <mc:Fallback>
                <p:oleObj name="Equation" r:id="rId10" imgW="2755800" imgH="279360" progId="Equation.3">
                  <p:embed/>
                  <p:pic>
                    <p:nvPicPr>
                      <p:cNvPr id="46085" name="Object 5">
                        <a:extLst>
                          <a:ext uri="{FF2B5EF4-FFF2-40B4-BE49-F238E27FC236}">
                            <a16:creationId xmlns:a16="http://schemas.microsoft.com/office/drawing/2014/main" id="{986A356D-D4FF-6B0D-BF0C-0CAC21E11DF3}"/>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197719" y="2023268"/>
                        <a:ext cx="4967287" cy="503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B7FCFBC8-2BAB-E5E5-B51E-D6D64D954EC6}"/>
              </a:ext>
            </a:extLst>
          </p:cNvPr>
          <p:cNvSpPr>
            <a:spLocks noGrp="1" noChangeArrowheads="1"/>
          </p:cNvSpPr>
          <p:nvPr>
            <p:ph type="title"/>
            <p:custDataLst>
              <p:tags r:id="rId2"/>
            </p:custDataLst>
          </p:nvPr>
        </p:nvSpPr>
        <p:spPr>
          <a:xfrm>
            <a:off x="522816" y="277651"/>
            <a:ext cx="11146367" cy="914400"/>
          </a:xfrm>
          <a:noFill/>
        </p:spPr>
        <p:txBody>
          <a:bodyPr/>
          <a:lstStyle/>
          <a:p>
            <a:pPr algn="ctr" eaLnBrk="1" hangingPunct="1"/>
            <a:r>
              <a:rPr lang="en-US" altLang="nl-NL" dirty="0"/>
              <a:t>Computational complexity</a:t>
            </a:r>
          </a:p>
        </p:txBody>
      </p:sp>
      <p:sp>
        <p:nvSpPr>
          <p:cNvPr id="25603" name="Rectangle 68">
            <a:extLst>
              <a:ext uri="{FF2B5EF4-FFF2-40B4-BE49-F238E27FC236}">
                <a16:creationId xmlns:a16="http://schemas.microsoft.com/office/drawing/2014/main" id="{8F483F67-2C78-281C-DFE0-BAD31E7C426E}"/>
              </a:ext>
            </a:extLst>
          </p:cNvPr>
          <p:cNvSpPr>
            <a:spLocks noGrp="1" noChangeArrowheads="1"/>
          </p:cNvSpPr>
          <p:nvPr>
            <p:ph type="body" sz="half" idx="1"/>
            <p:custDataLst>
              <p:tags r:id="rId3"/>
            </p:custDataLst>
          </p:nvPr>
        </p:nvSpPr>
        <p:spPr>
          <a:xfrm>
            <a:off x="482841" y="1192051"/>
            <a:ext cx="8539463" cy="4306888"/>
          </a:xfrm>
          <a:noFill/>
        </p:spPr>
        <p:txBody>
          <a:bodyPr/>
          <a:lstStyle/>
          <a:p>
            <a:pPr marL="457200" lvl="1" indent="0">
              <a:buNone/>
            </a:pPr>
            <a:r>
              <a:rPr lang="en-US" altLang="nl-NL" dirty="0"/>
              <a:t>1. Given a </a:t>
            </a:r>
            <a:r>
              <a:rPr lang="en-US" altLang="nl-NL" i="1" dirty="0"/>
              <a:t>distance matrix</a:t>
            </a:r>
            <a:r>
              <a:rPr lang="en-US" altLang="nl-NL" dirty="0"/>
              <a:t> with </a:t>
            </a:r>
            <a:r>
              <a:rPr lang="en-US" altLang="nl-NL" i="1" dirty="0"/>
              <a:t>n</a:t>
            </a:r>
            <a:r>
              <a:rPr lang="en-US" altLang="nl-NL" dirty="0"/>
              <a:t> elements, how many </a:t>
            </a:r>
            <a:r>
              <a:rPr lang="en-US" altLang="nl-NL" b="1" dirty="0"/>
              <a:t>different</a:t>
            </a:r>
            <a:r>
              <a:rPr lang="en-US" altLang="nl-NL" dirty="0"/>
              <a:t> </a:t>
            </a:r>
            <a:r>
              <a:rPr lang="en-US" altLang="nl-NL" i="1" dirty="0"/>
              <a:t>full binary trees</a:t>
            </a:r>
            <a:r>
              <a:rPr lang="en-US" altLang="nl-NL" dirty="0"/>
              <a:t> with </a:t>
            </a:r>
            <a:r>
              <a:rPr lang="en-US" altLang="nl-NL" i="1" dirty="0"/>
              <a:t>n</a:t>
            </a:r>
            <a:r>
              <a:rPr lang="en-US" altLang="nl-NL" dirty="0"/>
              <a:t> leaves (</a:t>
            </a:r>
            <a:r>
              <a:rPr lang="en-US" altLang="nl-NL" i="1" dirty="0"/>
              <a:t>n </a:t>
            </a:r>
            <a:r>
              <a:rPr lang="en-US" altLang="nl-NL" dirty="0"/>
              <a:t>- 2 internal nodes) is possible to generate?</a:t>
            </a:r>
          </a:p>
          <a:p>
            <a:pPr marL="1257300" lvl="2" indent="-342900">
              <a:buFontTx/>
              <a:buChar char="–"/>
            </a:pPr>
            <a:r>
              <a:rPr lang="en-GB" altLang="nl-NL" dirty="0"/>
              <a:t>This sequence is referred in Sloane and Plouffe (1995)'s </a:t>
            </a:r>
            <a:r>
              <a:rPr lang="en-GB" altLang="nl-NL" dirty="0" err="1"/>
              <a:t>Encyclopedia</a:t>
            </a:r>
            <a:r>
              <a:rPr lang="en-GB" altLang="nl-NL" dirty="0"/>
              <a:t> of Integer Sequences to as A000672.</a:t>
            </a:r>
            <a:endParaRPr lang="en-US" altLang="nl-NL" dirty="0"/>
          </a:p>
          <a:p>
            <a:pPr marL="1257300" lvl="2" indent="-342900">
              <a:buFontTx/>
              <a:buChar char="–"/>
            </a:pPr>
            <a:r>
              <a:rPr lang="en-US" altLang="nl-NL" dirty="0"/>
              <a:t>Exponential growth (Sloane’s A000672)</a:t>
            </a:r>
          </a:p>
          <a:p>
            <a:pPr marL="1257300" lvl="2" indent="-342900">
              <a:buFontTx/>
              <a:buChar char="–"/>
            </a:pPr>
            <a:endParaRPr lang="en-US" altLang="nl-NL" dirty="0"/>
          </a:p>
          <a:p>
            <a:pPr marL="838200" lvl="1" indent="-381000">
              <a:spcBef>
                <a:spcPct val="0"/>
              </a:spcBef>
              <a:buFontTx/>
              <a:buAutoNum type="arabicPeriod"/>
            </a:pPr>
            <a:endParaRPr lang="en-US" altLang="nl-NL" dirty="0"/>
          </a:p>
          <a:p>
            <a:pPr marL="838200" lvl="1" indent="-381000">
              <a:buNone/>
            </a:pPr>
            <a:endParaRPr lang="en-US" altLang="nl-NL" sz="1800" dirty="0"/>
          </a:p>
        </p:txBody>
      </p:sp>
      <p:graphicFrame>
        <p:nvGraphicFramePr>
          <p:cNvPr id="25604" name="Object 70">
            <a:extLst>
              <a:ext uri="{FF2B5EF4-FFF2-40B4-BE49-F238E27FC236}">
                <a16:creationId xmlns:a16="http://schemas.microsoft.com/office/drawing/2014/main" id="{7288E9FB-C360-1948-B061-C2DE7FAC5409}"/>
              </a:ext>
            </a:extLst>
          </p:cNvPr>
          <p:cNvGraphicFramePr>
            <a:graphicFrameLocks noGrp="1" noChangeAspect="1"/>
          </p:cNvGraphicFramePr>
          <p:nvPr>
            <p:ph sz="half" idx="2"/>
            <p:custDataLst>
              <p:tags r:id="rId4"/>
            </p:custDataLst>
            <p:extLst>
              <p:ext uri="{D42A27DB-BD31-4B8C-83A1-F6EECF244321}">
                <p14:modId xmlns:p14="http://schemas.microsoft.com/office/powerpoint/2010/main" val="1063883840"/>
              </p:ext>
            </p:extLst>
          </p:nvPr>
        </p:nvGraphicFramePr>
        <p:xfrm>
          <a:off x="3792386" y="6148549"/>
          <a:ext cx="381000" cy="431800"/>
        </p:xfrm>
        <a:graphic>
          <a:graphicData uri="http://schemas.openxmlformats.org/presentationml/2006/ole">
            <mc:AlternateContent xmlns:mc="http://schemas.openxmlformats.org/markup-compatibility/2006">
              <mc:Choice xmlns:v="urn:schemas-microsoft-com:vml" Requires="v">
                <p:oleObj name="Equation" r:id="rId10" imgW="152268" imgH="203024" progId="Equation.3">
                  <p:embed/>
                </p:oleObj>
              </mc:Choice>
              <mc:Fallback>
                <p:oleObj name="Equation" r:id="rId10" imgW="152268" imgH="203024" progId="Equation.3">
                  <p:embed/>
                  <p:pic>
                    <p:nvPicPr>
                      <p:cNvPr id="25604" name="Object 70">
                        <a:extLst>
                          <a:ext uri="{FF2B5EF4-FFF2-40B4-BE49-F238E27FC236}">
                            <a16:creationId xmlns:a16="http://schemas.microsoft.com/office/drawing/2014/main" id="{7288E9FB-C360-1948-B061-C2DE7FAC540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792386" y="6148549"/>
                        <a:ext cx="3810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 name="Group 264">
            <a:extLst>
              <a:ext uri="{FF2B5EF4-FFF2-40B4-BE49-F238E27FC236}">
                <a16:creationId xmlns:a16="http://schemas.microsoft.com/office/drawing/2014/main" id="{395D2E31-327C-50F6-E811-848A911A1E94}"/>
              </a:ext>
            </a:extLst>
          </p:cNvPr>
          <p:cNvGraphicFramePr>
            <a:graphicFrameLocks/>
          </p:cNvGraphicFramePr>
          <p:nvPr>
            <p:custDataLst>
              <p:tags r:id="rId5"/>
            </p:custDataLst>
            <p:extLst>
              <p:ext uri="{D42A27DB-BD31-4B8C-83A1-F6EECF244321}">
                <p14:modId xmlns:p14="http://schemas.microsoft.com/office/powerpoint/2010/main" val="3028763463"/>
              </p:ext>
            </p:extLst>
          </p:nvPr>
        </p:nvGraphicFramePr>
        <p:xfrm>
          <a:off x="863892" y="3807943"/>
          <a:ext cx="9013825" cy="647700"/>
        </p:xfrm>
        <a:graphic>
          <a:graphicData uri="http://schemas.openxmlformats.org/drawingml/2006/table">
            <a:tbl>
              <a:tblPr/>
              <a:tblGrid>
                <a:gridCol w="960438">
                  <a:extLst>
                    <a:ext uri="{9D8B030D-6E8A-4147-A177-3AD203B41FA5}">
                      <a16:colId xmlns:a16="http://schemas.microsoft.com/office/drawing/2014/main" val="20000"/>
                    </a:ext>
                  </a:extLst>
                </a:gridCol>
                <a:gridCol w="423862">
                  <a:extLst>
                    <a:ext uri="{9D8B030D-6E8A-4147-A177-3AD203B41FA5}">
                      <a16:colId xmlns:a16="http://schemas.microsoft.com/office/drawing/2014/main" val="20001"/>
                    </a:ext>
                  </a:extLst>
                </a:gridCol>
                <a:gridCol w="423863">
                  <a:extLst>
                    <a:ext uri="{9D8B030D-6E8A-4147-A177-3AD203B41FA5}">
                      <a16:colId xmlns:a16="http://schemas.microsoft.com/office/drawing/2014/main" val="20002"/>
                    </a:ext>
                  </a:extLst>
                </a:gridCol>
                <a:gridCol w="423862">
                  <a:extLst>
                    <a:ext uri="{9D8B030D-6E8A-4147-A177-3AD203B41FA5}">
                      <a16:colId xmlns:a16="http://schemas.microsoft.com/office/drawing/2014/main" val="20003"/>
                    </a:ext>
                  </a:extLst>
                </a:gridCol>
                <a:gridCol w="423863">
                  <a:extLst>
                    <a:ext uri="{9D8B030D-6E8A-4147-A177-3AD203B41FA5}">
                      <a16:colId xmlns:a16="http://schemas.microsoft.com/office/drawing/2014/main" val="20004"/>
                    </a:ext>
                  </a:extLst>
                </a:gridCol>
                <a:gridCol w="423862">
                  <a:extLst>
                    <a:ext uri="{9D8B030D-6E8A-4147-A177-3AD203B41FA5}">
                      <a16:colId xmlns:a16="http://schemas.microsoft.com/office/drawing/2014/main" val="20005"/>
                    </a:ext>
                  </a:extLst>
                </a:gridCol>
                <a:gridCol w="423863">
                  <a:extLst>
                    <a:ext uri="{9D8B030D-6E8A-4147-A177-3AD203B41FA5}">
                      <a16:colId xmlns:a16="http://schemas.microsoft.com/office/drawing/2014/main" val="20006"/>
                    </a:ext>
                  </a:extLst>
                </a:gridCol>
                <a:gridCol w="423862">
                  <a:extLst>
                    <a:ext uri="{9D8B030D-6E8A-4147-A177-3AD203B41FA5}">
                      <a16:colId xmlns:a16="http://schemas.microsoft.com/office/drawing/2014/main" val="20007"/>
                    </a:ext>
                  </a:extLst>
                </a:gridCol>
                <a:gridCol w="423863">
                  <a:extLst>
                    <a:ext uri="{9D8B030D-6E8A-4147-A177-3AD203B41FA5}">
                      <a16:colId xmlns:a16="http://schemas.microsoft.com/office/drawing/2014/main" val="20008"/>
                    </a:ext>
                  </a:extLst>
                </a:gridCol>
                <a:gridCol w="423862">
                  <a:extLst>
                    <a:ext uri="{9D8B030D-6E8A-4147-A177-3AD203B41FA5}">
                      <a16:colId xmlns:a16="http://schemas.microsoft.com/office/drawing/2014/main" val="20009"/>
                    </a:ext>
                  </a:extLst>
                </a:gridCol>
                <a:gridCol w="423863">
                  <a:extLst>
                    <a:ext uri="{9D8B030D-6E8A-4147-A177-3AD203B41FA5}">
                      <a16:colId xmlns:a16="http://schemas.microsoft.com/office/drawing/2014/main" val="20010"/>
                    </a:ext>
                  </a:extLst>
                </a:gridCol>
                <a:gridCol w="423862">
                  <a:extLst>
                    <a:ext uri="{9D8B030D-6E8A-4147-A177-3AD203B41FA5}">
                      <a16:colId xmlns:a16="http://schemas.microsoft.com/office/drawing/2014/main" val="20011"/>
                    </a:ext>
                  </a:extLst>
                </a:gridCol>
                <a:gridCol w="423863">
                  <a:extLst>
                    <a:ext uri="{9D8B030D-6E8A-4147-A177-3AD203B41FA5}">
                      <a16:colId xmlns:a16="http://schemas.microsoft.com/office/drawing/2014/main" val="20012"/>
                    </a:ext>
                  </a:extLst>
                </a:gridCol>
                <a:gridCol w="423862">
                  <a:extLst>
                    <a:ext uri="{9D8B030D-6E8A-4147-A177-3AD203B41FA5}">
                      <a16:colId xmlns:a16="http://schemas.microsoft.com/office/drawing/2014/main" val="20013"/>
                    </a:ext>
                  </a:extLst>
                </a:gridCol>
                <a:gridCol w="423863">
                  <a:extLst>
                    <a:ext uri="{9D8B030D-6E8A-4147-A177-3AD203B41FA5}">
                      <a16:colId xmlns:a16="http://schemas.microsoft.com/office/drawing/2014/main" val="20014"/>
                    </a:ext>
                  </a:extLst>
                </a:gridCol>
                <a:gridCol w="423862">
                  <a:extLst>
                    <a:ext uri="{9D8B030D-6E8A-4147-A177-3AD203B41FA5}">
                      <a16:colId xmlns:a16="http://schemas.microsoft.com/office/drawing/2014/main" val="20015"/>
                    </a:ext>
                  </a:extLst>
                </a:gridCol>
                <a:gridCol w="423863">
                  <a:extLst>
                    <a:ext uri="{9D8B030D-6E8A-4147-A177-3AD203B41FA5}">
                      <a16:colId xmlns:a16="http://schemas.microsoft.com/office/drawing/2014/main" val="20016"/>
                    </a:ext>
                  </a:extLst>
                </a:gridCol>
                <a:gridCol w="423862">
                  <a:extLst>
                    <a:ext uri="{9D8B030D-6E8A-4147-A177-3AD203B41FA5}">
                      <a16:colId xmlns:a16="http://schemas.microsoft.com/office/drawing/2014/main" val="20017"/>
                    </a:ext>
                  </a:extLst>
                </a:gridCol>
                <a:gridCol w="423863">
                  <a:extLst>
                    <a:ext uri="{9D8B030D-6E8A-4147-A177-3AD203B41FA5}">
                      <a16:colId xmlns:a16="http://schemas.microsoft.com/office/drawing/2014/main" val="20018"/>
                    </a:ext>
                  </a:extLst>
                </a:gridCol>
                <a:gridCol w="423862">
                  <a:extLst>
                    <a:ext uri="{9D8B030D-6E8A-4147-A177-3AD203B41FA5}">
                      <a16:colId xmlns:a16="http://schemas.microsoft.com/office/drawing/2014/main" val="20019"/>
                    </a:ext>
                  </a:extLst>
                </a:gridCol>
              </a:tblGrid>
              <a:tr h="323850">
                <a:tc>
                  <a:txBody>
                    <a:bodyPr/>
                    <a:lstStyle>
                      <a:lvl1pPr>
                        <a:lnSpc>
                          <a:spcPct val="105000"/>
                        </a:lnSpc>
                        <a:spcBef>
                          <a:spcPct val="20000"/>
                        </a:spcBef>
                        <a:buSzPct val="100000"/>
                        <a:defRPr>
                          <a:solidFill>
                            <a:srgbClr val="000000"/>
                          </a:solidFill>
                          <a:latin typeface="Arial" panose="020B0604020202020204" pitchFamily="34" charset="0"/>
                        </a:defRPr>
                      </a:lvl1pPr>
                      <a:lvl2pPr>
                        <a:lnSpc>
                          <a:spcPct val="105000"/>
                        </a:lnSpc>
                        <a:spcBef>
                          <a:spcPct val="20000"/>
                        </a:spcBef>
                        <a:buSzPct val="100000"/>
                        <a:defRPr>
                          <a:solidFill>
                            <a:srgbClr val="000000"/>
                          </a:solidFill>
                          <a:latin typeface="Arial" panose="020B0604020202020204" pitchFamily="34" charset="0"/>
                        </a:defRPr>
                      </a:lvl2pPr>
                      <a:lvl3pPr>
                        <a:lnSpc>
                          <a:spcPct val="105000"/>
                        </a:lnSpc>
                        <a:spcBef>
                          <a:spcPct val="20000"/>
                        </a:spcBef>
                        <a:buSzPct val="100000"/>
                        <a:defRPr sz="1600">
                          <a:solidFill>
                            <a:srgbClr val="000000"/>
                          </a:solidFill>
                          <a:latin typeface="Arial" panose="020B0604020202020204" pitchFamily="34" charset="0"/>
                        </a:defRPr>
                      </a:lvl3pPr>
                      <a:lvl4pPr>
                        <a:lnSpc>
                          <a:spcPct val="105000"/>
                        </a:lnSpc>
                        <a:spcBef>
                          <a:spcPct val="20000"/>
                        </a:spcBef>
                        <a:buSzPct val="100000"/>
                        <a:defRPr sz="1400">
                          <a:solidFill>
                            <a:srgbClr val="000000"/>
                          </a:solidFill>
                          <a:latin typeface="Arial" panose="020B0604020202020204" pitchFamily="34" charset="0"/>
                        </a:defRPr>
                      </a:lvl4pPr>
                      <a:lvl5pPr>
                        <a:lnSpc>
                          <a:spcPct val="105000"/>
                        </a:lnSpc>
                        <a:spcBef>
                          <a:spcPct val="20000"/>
                        </a:spcBef>
                        <a:buSzPct val="100000"/>
                        <a:defRPr sz="1400">
                          <a:solidFill>
                            <a:srgbClr val="000000"/>
                          </a:solidFill>
                          <a:latin typeface="Arial" panose="020B0604020202020204" pitchFamily="34" charset="0"/>
                        </a:defRPr>
                      </a:lvl5pPr>
                      <a:lvl6pPr fontAlgn="base">
                        <a:lnSpc>
                          <a:spcPct val="105000"/>
                        </a:lnSpc>
                        <a:spcBef>
                          <a:spcPct val="20000"/>
                        </a:spcBef>
                        <a:spcAft>
                          <a:spcPct val="0"/>
                        </a:spcAft>
                        <a:buSzPct val="100000"/>
                        <a:defRPr sz="1400">
                          <a:solidFill>
                            <a:srgbClr val="000000"/>
                          </a:solidFill>
                          <a:latin typeface="Arial" panose="020B0604020202020204" pitchFamily="34" charset="0"/>
                        </a:defRPr>
                      </a:lvl6pPr>
                      <a:lvl7pPr fontAlgn="base">
                        <a:lnSpc>
                          <a:spcPct val="105000"/>
                        </a:lnSpc>
                        <a:spcBef>
                          <a:spcPct val="20000"/>
                        </a:spcBef>
                        <a:spcAft>
                          <a:spcPct val="0"/>
                        </a:spcAft>
                        <a:buSzPct val="100000"/>
                        <a:defRPr sz="1400">
                          <a:solidFill>
                            <a:srgbClr val="000000"/>
                          </a:solidFill>
                          <a:latin typeface="Arial" panose="020B0604020202020204" pitchFamily="34" charset="0"/>
                        </a:defRPr>
                      </a:lvl7pPr>
                      <a:lvl8pPr fontAlgn="base">
                        <a:lnSpc>
                          <a:spcPct val="105000"/>
                        </a:lnSpc>
                        <a:spcBef>
                          <a:spcPct val="20000"/>
                        </a:spcBef>
                        <a:spcAft>
                          <a:spcPct val="0"/>
                        </a:spcAft>
                        <a:buSzPct val="100000"/>
                        <a:defRPr sz="1400">
                          <a:solidFill>
                            <a:srgbClr val="000000"/>
                          </a:solidFill>
                          <a:latin typeface="Arial" panose="020B0604020202020204" pitchFamily="34" charset="0"/>
                        </a:defRPr>
                      </a:lvl8pPr>
                      <a:lvl9pPr fontAlgn="base">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5000"/>
                        </a:lnSpc>
                        <a:spcBef>
                          <a:spcPct val="20000"/>
                        </a:spcBef>
                        <a:spcAft>
                          <a:spcPct val="0"/>
                        </a:spcAft>
                        <a:buClrTx/>
                        <a:buSzPct val="100000"/>
                        <a:buFontTx/>
                        <a:buNone/>
                        <a:tabLst/>
                      </a:pPr>
                      <a:r>
                        <a:rPr kumimoji="0" lang="en-US" altLang="nl-NL" sz="1400" b="1" i="1" u="none" strike="noStrike" cap="none" normalizeH="0" baseline="0" dirty="0">
                          <a:ln>
                            <a:noFill/>
                          </a:ln>
                          <a:solidFill>
                            <a:srgbClr val="000000"/>
                          </a:solidFill>
                          <a:effectLst/>
                          <a:latin typeface="Arial" panose="020B0604020202020204" pitchFamily="34" charset="0"/>
                        </a:rPr>
                        <a:t>n</a:t>
                      </a:r>
                      <a:r>
                        <a:rPr kumimoji="0" lang="en-US" altLang="nl-NL" sz="1400" b="1" i="0" u="none" strike="noStrike" cap="none" normalizeH="0" baseline="0" dirty="0">
                          <a:ln>
                            <a:noFill/>
                          </a:ln>
                          <a:solidFill>
                            <a:srgbClr val="000000"/>
                          </a:solidFill>
                          <a:effectLst/>
                          <a:latin typeface="Arial" panose="020B0604020202020204" pitchFamily="34" charset="0"/>
                        </a:rPr>
                        <a:t> leaves</a:t>
                      </a:r>
                    </a:p>
                  </a:txBody>
                  <a:tcPr marL="0" marR="0" marT="0" marB="0" anchor="ctr" horzOverflow="overflow">
                    <a:lnL w="0" cap="flat" cmpd="sng" algn="ctr">
                      <a:solidFill>
                        <a:schemeClr val="tx1"/>
                      </a:solidFill>
                      <a:prstDash val="solid"/>
                      <a:round/>
                      <a:headEnd type="none" w="med" len="med"/>
                      <a:tailEnd type="none" w="med" len="med"/>
                    </a:lnL>
                    <a:lnR w="0" cap="flat" cmpd="sng" algn="ctr">
                      <a:solidFill>
                        <a:schemeClr val="tx1"/>
                      </a:solidFill>
                      <a:prstDash val="solid"/>
                      <a:round/>
                      <a:headEnd type="none" w="med" len="med"/>
                      <a:tailEnd type="none" w="med" len="med"/>
                    </a:lnR>
                    <a:lnT w="0" cap="flat" cmpd="sng" algn="ctr">
                      <a:solidFill>
                        <a:schemeClr val="tx1"/>
                      </a:solidFill>
                      <a:prstDash val="solid"/>
                      <a:round/>
                      <a:headEnd type="none" w="med" len="med"/>
                      <a:tailEnd type="none" w="med" len="med"/>
                    </a:lnT>
                    <a:lnB w="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a:lnSpc>
                          <a:spcPct val="105000"/>
                        </a:lnSpc>
                        <a:spcBef>
                          <a:spcPct val="20000"/>
                        </a:spcBef>
                        <a:buSzPct val="100000"/>
                        <a:defRPr>
                          <a:solidFill>
                            <a:srgbClr val="000000"/>
                          </a:solidFill>
                          <a:latin typeface="Arial" panose="020B0604020202020204" pitchFamily="34" charset="0"/>
                        </a:defRPr>
                      </a:lvl2pPr>
                      <a:lvl3pPr>
                        <a:lnSpc>
                          <a:spcPct val="105000"/>
                        </a:lnSpc>
                        <a:spcBef>
                          <a:spcPct val="20000"/>
                        </a:spcBef>
                        <a:buSzPct val="100000"/>
                        <a:defRPr sz="1600">
                          <a:solidFill>
                            <a:srgbClr val="000000"/>
                          </a:solidFill>
                          <a:latin typeface="Arial" panose="020B0604020202020204" pitchFamily="34" charset="0"/>
                        </a:defRPr>
                      </a:lvl3pPr>
                      <a:lvl4pPr>
                        <a:lnSpc>
                          <a:spcPct val="105000"/>
                        </a:lnSpc>
                        <a:spcBef>
                          <a:spcPct val="20000"/>
                        </a:spcBef>
                        <a:buSzPct val="100000"/>
                        <a:defRPr sz="1400">
                          <a:solidFill>
                            <a:srgbClr val="000000"/>
                          </a:solidFill>
                          <a:latin typeface="Arial" panose="020B0604020202020204" pitchFamily="34" charset="0"/>
                        </a:defRPr>
                      </a:lvl4pPr>
                      <a:lvl5pPr>
                        <a:lnSpc>
                          <a:spcPct val="105000"/>
                        </a:lnSpc>
                        <a:spcBef>
                          <a:spcPct val="20000"/>
                        </a:spcBef>
                        <a:buSzPct val="100000"/>
                        <a:defRPr sz="1400">
                          <a:solidFill>
                            <a:srgbClr val="000000"/>
                          </a:solidFill>
                          <a:latin typeface="Arial" panose="020B0604020202020204" pitchFamily="34" charset="0"/>
                        </a:defRPr>
                      </a:lvl5pPr>
                      <a:lvl6pPr fontAlgn="base">
                        <a:lnSpc>
                          <a:spcPct val="105000"/>
                        </a:lnSpc>
                        <a:spcBef>
                          <a:spcPct val="20000"/>
                        </a:spcBef>
                        <a:spcAft>
                          <a:spcPct val="0"/>
                        </a:spcAft>
                        <a:buSzPct val="100000"/>
                        <a:defRPr sz="1400">
                          <a:solidFill>
                            <a:srgbClr val="000000"/>
                          </a:solidFill>
                          <a:latin typeface="Arial" panose="020B0604020202020204" pitchFamily="34" charset="0"/>
                        </a:defRPr>
                      </a:lvl6pPr>
                      <a:lvl7pPr fontAlgn="base">
                        <a:lnSpc>
                          <a:spcPct val="105000"/>
                        </a:lnSpc>
                        <a:spcBef>
                          <a:spcPct val="20000"/>
                        </a:spcBef>
                        <a:spcAft>
                          <a:spcPct val="0"/>
                        </a:spcAft>
                        <a:buSzPct val="100000"/>
                        <a:defRPr sz="1400">
                          <a:solidFill>
                            <a:srgbClr val="000000"/>
                          </a:solidFill>
                          <a:latin typeface="Arial" panose="020B0604020202020204" pitchFamily="34" charset="0"/>
                        </a:defRPr>
                      </a:lvl7pPr>
                      <a:lvl8pPr fontAlgn="base">
                        <a:lnSpc>
                          <a:spcPct val="105000"/>
                        </a:lnSpc>
                        <a:spcBef>
                          <a:spcPct val="20000"/>
                        </a:spcBef>
                        <a:spcAft>
                          <a:spcPct val="0"/>
                        </a:spcAft>
                        <a:buSzPct val="100000"/>
                        <a:defRPr sz="1400">
                          <a:solidFill>
                            <a:srgbClr val="000000"/>
                          </a:solidFill>
                          <a:latin typeface="Arial" panose="020B0604020202020204" pitchFamily="34" charset="0"/>
                        </a:defRPr>
                      </a:lvl8pPr>
                      <a:lvl9pPr fontAlgn="base">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5000"/>
                        </a:lnSpc>
                        <a:spcBef>
                          <a:spcPct val="20000"/>
                        </a:spcBef>
                        <a:spcAft>
                          <a:spcPct val="0"/>
                        </a:spcAft>
                        <a:buClrTx/>
                        <a:buSzPct val="100000"/>
                        <a:buFontTx/>
                        <a:buNone/>
                        <a:tabLst/>
                      </a:pPr>
                      <a:r>
                        <a:rPr kumimoji="0" lang="en-US" altLang="nl-NL" sz="1100" b="0" i="0" u="none" strike="noStrike" cap="none" normalizeH="0" baseline="0" dirty="0">
                          <a:ln>
                            <a:noFill/>
                          </a:ln>
                          <a:solidFill>
                            <a:srgbClr val="000000"/>
                          </a:solidFill>
                          <a:effectLst/>
                          <a:latin typeface="Arial" panose="020B0604020202020204" pitchFamily="34" charset="0"/>
                        </a:rPr>
                        <a:t>4</a:t>
                      </a:r>
                    </a:p>
                  </a:txBody>
                  <a:tcPr marL="0" marR="0" marT="0" marB="0" anchor="ctr" horzOverflow="overflow">
                    <a:lnL w="0" cap="flat" cmpd="sng" algn="ctr">
                      <a:solidFill>
                        <a:schemeClr val="tx1"/>
                      </a:solidFill>
                      <a:prstDash val="solid"/>
                      <a:round/>
                      <a:headEnd type="none" w="med" len="med"/>
                      <a:tailEnd type="none" w="med" len="med"/>
                    </a:lnL>
                    <a:lnR w="0" cap="flat" cmpd="sng" algn="ctr">
                      <a:solidFill>
                        <a:schemeClr val="tx1"/>
                      </a:solidFill>
                      <a:prstDash val="solid"/>
                      <a:round/>
                      <a:headEnd type="none" w="med" len="med"/>
                      <a:tailEnd type="none" w="med" len="med"/>
                    </a:lnR>
                    <a:lnT w="0" cap="flat" cmpd="sng" algn="ctr">
                      <a:solidFill>
                        <a:schemeClr val="tx1"/>
                      </a:solidFill>
                      <a:prstDash val="solid"/>
                      <a:round/>
                      <a:headEnd type="none" w="med" len="med"/>
                      <a:tailEnd type="none" w="med" len="med"/>
                    </a:lnT>
                    <a:lnB w="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a:lnSpc>
                          <a:spcPct val="105000"/>
                        </a:lnSpc>
                        <a:spcBef>
                          <a:spcPct val="20000"/>
                        </a:spcBef>
                        <a:buSzPct val="100000"/>
                        <a:defRPr>
                          <a:solidFill>
                            <a:srgbClr val="000000"/>
                          </a:solidFill>
                          <a:latin typeface="Arial" panose="020B0604020202020204" pitchFamily="34" charset="0"/>
                        </a:defRPr>
                      </a:lvl2pPr>
                      <a:lvl3pPr>
                        <a:lnSpc>
                          <a:spcPct val="105000"/>
                        </a:lnSpc>
                        <a:spcBef>
                          <a:spcPct val="20000"/>
                        </a:spcBef>
                        <a:buSzPct val="100000"/>
                        <a:defRPr sz="1600">
                          <a:solidFill>
                            <a:srgbClr val="000000"/>
                          </a:solidFill>
                          <a:latin typeface="Arial" panose="020B0604020202020204" pitchFamily="34" charset="0"/>
                        </a:defRPr>
                      </a:lvl3pPr>
                      <a:lvl4pPr>
                        <a:lnSpc>
                          <a:spcPct val="105000"/>
                        </a:lnSpc>
                        <a:spcBef>
                          <a:spcPct val="20000"/>
                        </a:spcBef>
                        <a:buSzPct val="100000"/>
                        <a:defRPr sz="1400">
                          <a:solidFill>
                            <a:srgbClr val="000000"/>
                          </a:solidFill>
                          <a:latin typeface="Arial" panose="020B0604020202020204" pitchFamily="34" charset="0"/>
                        </a:defRPr>
                      </a:lvl4pPr>
                      <a:lvl5pPr>
                        <a:lnSpc>
                          <a:spcPct val="105000"/>
                        </a:lnSpc>
                        <a:spcBef>
                          <a:spcPct val="20000"/>
                        </a:spcBef>
                        <a:buSzPct val="100000"/>
                        <a:defRPr sz="1400">
                          <a:solidFill>
                            <a:srgbClr val="000000"/>
                          </a:solidFill>
                          <a:latin typeface="Arial" panose="020B0604020202020204" pitchFamily="34" charset="0"/>
                        </a:defRPr>
                      </a:lvl5pPr>
                      <a:lvl6pPr fontAlgn="base">
                        <a:lnSpc>
                          <a:spcPct val="105000"/>
                        </a:lnSpc>
                        <a:spcBef>
                          <a:spcPct val="20000"/>
                        </a:spcBef>
                        <a:spcAft>
                          <a:spcPct val="0"/>
                        </a:spcAft>
                        <a:buSzPct val="100000"/>
                        <a:defRPr sz="1400">
                          <a:solidFill>
                            <a:srgbClr val="000000"/>
                          </a:solidFill>
                          <a:latin typeface="Arial" panose="020B0604020202020204" pitchFamily="34" charset="0"/>
                        </a:defRPr>
                      </a:lvl6pPr>
                      <a:lvl7pPr fontAlgn="base">
                        <a:lnSpc>
                          <a:spcPct val="105000"/>
                        </a:lnSpc>
                        <a:spcBef>
                          <a:spcPct val="20000"/>
                        </a:spcBef>
                        <a:spcAft>
                          <a:spcPct val="0"/>
                        </a:spcAft>
                        <a:buSzPct val="100000"/>
                        <a:defRPr sz="1400">
                          <a:solidFill>
                            <a:srgbClr val="000000"/>
                          </a:solidFill>
                          <a:latin typeface="Arial" panose="020B0604020202020204" pitchFamily="34" charset="0"/>
                        </a:defRPr>
                      </a:lvl7pPr>
                      <a:lvl8pPr fontAlgn="base">
                        <a:lnSpc>
                          <a:spcPct val="105000"/>
                        </a:lnSpc>
                        <a:spcBef>
                          <a:spcPct val="20000"/>
                        </a:spcBef>
                        <a:spcAft>
                          <a:spcPct val="0"/>
                        </a:spcAft>
                        <a:buSzPct val="100000"/>
                        <a:defRPr sz="1400">
                          <a:solidFill>
                            <a:srgbClr val="000000"/>
                          </a:solidFill>
                          <a:latin typeface="Arial" panose="020B0604020202020204" pitchFamily="34" charset="0"/>
                        </a:defRPr>
                      </a:lvl8pPr>
                      <a:lvl9pPr fontAlgn="base">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5000"/>
                        </a:lnSpc>
                        <a:spcBef>
                          <a:spcPct val="20000"/>
                        </a:spcBef>
                        <a:spcAft>
                          <a:spcPct val="0"/>
                        </a:spcAft>
                        <a:buClrTx/>
                        <a:buSzPct val="100000"/>
                        <a:buFontTx/>
                        <a:buNone/>
                        <a:tabLst/>
                      </a:pPr>
                      <a:r>
                        <a:rPr kumimoji="0" lang="en-US" altLang="nl-NL" sz="1100" b="0" i="0" u="none" strike="noStrike" cap="none" normalizeH="0" baseline="0">
                          <a:ln>
                            <a:noFill/>
                          </a:ln>
                          <a:solidFill>
                            <a:srgbClr val="000000"/>
                          </a:solidFill>
                          <a:effectLst/>
                          <a:latin typeface="Arial" panose="020B0604020202020204" pitchFamily="34" charset="0"/>
                        </a:rPr>
                        <a:t>5</a:t>
                      </a:r>
                    </a:p>
                  </a:txBody>
                  <a:tcPr marL="0" marR="0" marT="0" marB="0" anchor="ctr" horzOverflow="overflow">
                    <a:lnL w="0" cap="flat" cmpd="sng" algn="ctr">
                      <a:solidFill>
                        <a:schemeClr val="tx1"/>
                      </a:solidFill>
                      <a:prstDash val="solid"/>
                      <a:round/>
                      <a:headEnd type="none" w="med" len="med"/>
                      <a:tailEnd type="none" w="med" len="med"/>
                    </a:lnL>
                    <a:lnR w="0" cap="flat" cmpd="sng" algn="ctr">
                      <a:solidFill>
                        <a:schemeClr val="tx1"/>
                      </a:solidFill>
                      <a:prstDash val="solid"/>
                      <a:round/>
                      <a:headEnd type="none" w="med" len="med"/>
                      <a:tailEnd type="none" w="med" len="med"/>
                    </a:lnR>
                    <a:lnT w="0" cap="flat" cmpd="sng" algn="ctr">
                      <a:solidFill>
                        <a:schemeClr val="tx1"/>
                      </a:solidFill>
                      <a:prstDash val="solid"/>
                      <a:round/>
                      <a:headEnd type="none" w="med" len="med"/>
                      <a:tailEnd type="none" w="med" len="med"/>
                    </a:lnT>
                    <a:lnB w="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a:lnSpc>
                          <a:spcPct val="105000"/>
                        </a:lnSpc>
                        <a:spcBef>
                          <a:spcPct val="20000"/>
                        </a:spcBef>
                        <a:buSzPct val="100000"/>
                        <a:defRPr>
                          <a:solidFill>
                            <a:srgbClr val="000000"/>
                          </a:solidFill>
                          <a:latin typeface="Arial" panose="020B0604020202020204" pitchFamily="34" charset="0"/>
                        </a:defRPr>
                      </a:lvl2pPr>
                      <a:lvl3pPr>
                        <a:lnSpc>
                          <a:spcPct val="105000"/>
                        </a:lnSpc>
                        <a:spcBef>
                          <a:spcPct val="20000"/>
                        </a:spcBef>
                        <a:buSzPct val="100000"/>
                        <a:defRPr sz="1600">
                          <a:solidFill>
                            <a:srgbClr val="000000"/>
                          </a:solidFill>
                          <a:latin typeface="Arial" panose="020B0604020202020204" pitchFamily="34" charset="0"/>
                        </a:defRPr>
                      </a:lvl3pPr>
                      <a:lvl4pPr>
                        <a:lnSpc>
                          <a:spcPct val="105000"/>
                        </a:lnSpc>
                        <a:spcBef>
                          <a:spcPct val="20000"/>
                        </a:spcBef>
                        <a:buSzPct val="100000"/>
                        <a:defRPr sz="1400">
                          <a:solidFill>
                            <a:srgbClr val="000000"/>
                          </a:solidFill>
                          <a:latin typeface="Arial" panose="020B0604020202020204" pitchFamily="34" charset="0"/>
                        </a:defRPr>
                      </a:lvl4pPr>
                      <a:lvl5pPr>
                        <a:lnSpc>
                          <a:spcPct val="105000"/>
                        </a:lnSpc>
                        <a:spcBef>
                          <a:spcPct val="20000"/>
                        </a:spcBef>
                        <a:buSzPct val="100000"/>
                        <a:defRPr sz="1400">
                          <a:solidFill>
                            <a:srgbClr val="000000"/>
                          </a:solidFill>
                          <a:latin typeface="Arial" panose="020B0604020202020204" pitchFamily="34" charset="0"/>
                        </a:defRPr>
                      </a:lvl5pPr>
                      <a:lvl6pPr fontAlgn="base">
                        <a:lnSpc>
                          <a:spcPct val="105000"/>
                        </a:lnSpc>
                        <a:spcBef>
                          <a:spcPct val="20000"/>
                        </a:spcBef>
                        <a:spcAft>
                          <a:spcPct val="0"/>
                        </a:spcAft>
                        <a:buSzPct val="100000"/>
                        <a:defRPr sz="1400">
                          <a:solidFill>
                            <a:srgbClr val="000000"/>
                          </a:solidFill>
                          <a:latin typeface="Arial" panose="020B0604020202020204" pitchFamily="34" charset="0"/>
                        </a:defRPr>
                      </a:lvl6pPr>
                      <a:lvl7pPr fontAlgn="base">
                        <a:lnSpc>
                          <a:spcPct val="105000"/>
                        </a:lnSpc>
                        <a:spcBef>
                          <a:spcPct val="20000"/>
                        </a:spcBef>
                        <a:spcAft>
                          <a:spcPct val="0"/>
                        </a:spcAft>
                        <a:buSzPct val="100000"/>
                        <a:defRPr sz="1400">
                          <a:solidFill>
                            <a:srgbClr val="000000"/>
                          </a:solidFill>
                          <a:latin typeface="Arial" panose="020B0604020202020204" pitchFamily="34" charset="0"/>
                        </a:defRPr>
                      </a:lvl7pPr>
                      <a:lvl8pPr fontAlgn="base">
                        <a:lnSpc>
                          <a:spcPct val="105000"/>
                        </a:lnSpc>
                        <a:spcBef>
                          <a:spcPct val="20000"/>
                        </a:spcBef>
                        <a:spcAft>
                          <a:spcPct val="0"/>
                        </a:spcAft>
                        <a:buSzPct val="100000"/>
                        <a:defRPr sz="1400">
                          <a:solidFill>
                            <a:srgbClr val="000000"/>
                          </a:solidFill>
                          <a:latin typeface="Arial" panose="020B0604020202020204" pitchFamily="34" charset="0"/>
                        </a:defRPr>
                      </a:lvl8pPr>
                      <a:lvl9pPr fontAlgn="base">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5000"/>
                        </a:lnSpc>
                        <a:spcBef>
                          <a:spcPct val="20000"/>
                        </a:spcBef>
                        <a:spcAft>
                          <a:spcPct val="0"/>
                        </a:spcAft>
                        <a:buClrTx/>
                        <a:buSzPct val="100000"/>
                        <a:buFontTx/>
                        <a:buNone/>
                        <a:tabLst/>
                      </a:pPr>
                      <a:r>
                        <a:rPr kumimoji="0" lang="en-US" altLang="nl-NL" sz="1100" b="0" i="0" u="none" strike="noStrike" cap="none" normalizeH="0" baseline="0">
                          <a:ln>
                            <a:noFill/>
                          </a:ln>
                          <a:solidFill>
                            <a:srgbClr val="000000"/>
                          </a:solidFill>
                          <a:effectLst/>
                          <a:latin typeface="Arial" panose="020B0604020202020204" pitchFamily="34" charset="0"/>
                        </a:rPr>
                        <a:t>6</a:t>
                      </a:r>
                    </a:p>
                  </a:txBody>
                  <a:tcPr marL="0" marR="0" marT="0" marB="0" anchor="ctr" horzOverflow="overflow">
                    <a:lnL w="0" cap="flat" cmpd="sng" algn="ctr">
                      <a:solidFill>
                        <a:schemeClr val="tx1"/>
                      </a:solidFill>
                      <a:prstDash val="solid"/>
                      <a:round/>
                      <a:headEnd type="none" w="med" len="med"/>
                      <a:tailEnd type="none" w="med" len="med"/>
                    </a:lnL>
                    <a:lnR w="0" cap="flat" cmpd="sng" algn="ctr">
                      <a:solidFill>
                        <a:schemeClr val="tx1"/>
                      </a:solidFill>
                      <a:prstDash val="solid"/>
                      <a:round/>
                      <a:headEnd type="none" w="med" len="med"/>
                      <a:tailEnd type="none" w="med" len="med"/>
                    </a:lnR>
                    <a:lnT w="0" cap="flat" cmpd="sng" algn="ctr">
                      <a:solidFill>
                        <a:schemeClr val="tx1"/>
                      </a:solidFill>
                      <a:prstDash val="solid"/>
                      <a:round/>
                      <a:headEnd type="none" w="med" len="med"/>
                      <a:tailEnd type="none" w="med" len="med"/>
                    </a:lnT>
                    <a:lnB w="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a:lnSpc>
                          <a:spcPct val="105000"/>
                        </a:lnSpc>
                        <a:spcBef>
                          <a:spcPct val="20000"/>
                        </a:spcBef>
                        <a:buSzPct val="100000"/>
                        <a:defRPr>
                          <a:solidFill>
                            <a:srgbClr val="000000"/>
                          </a:solidFill>
                          <a:latin typeface="Arial" panose="020B0604020202020204" pitchFamily="34" charset="0"/>
                        </a:defRPr>
                      </a:lvl2pPr>
                      <a:lvl3pPr>
                        <a:lnSpc>
                          <a:spcPct val="105000"/>
                        </a:lnSpc>
                        <a:spcBef>
                          <a:spcPct val="20000"/>
                        </a:spcBef>
                        <a:buSzPct val="100000"/>
                        <a:defRPr sz="1600">
                          <a:solidFill>
                            <a:srgbClr val="000000"/>
                          </a:solidFill>
                          <a:latin typeface="Arial" panose="020B0604020202020204" pitchFamily="34" charset="0"/>
                        </a:defRPr>
                      </a:lvl3pPr>
                      <a:lvl4pPr>
                        <a:lnSpc>
                          <a:spcPct val="105000"/>
                        </a:lnSpc>
                        <a:spcBef>
                          <a:spcPct val="20000"/>
                        </a:spcBef>
                        <a:buSzPct val="100000"/>
                        <a:defRPr sz="1400">
                          <a:solidFill>
                            <a:srgbClr val="000000"/>
                          </a:solidFill>
                          <a:latin typeface="Arial" panose="020B0604020202020204" pitchFamily="34" charset="0"/>
                        </a:defRPr>
                      </a:lvl4pPr>
                      <a:lvl5pPr>
                        <a:lnSpc>
                          <a:spcPct val="105000"/>
                        </a:lnSpc>
                        <a:spcBef>
                          <a:spcPct val="20000"/>
                        </a:spcBef>
                        <a:buSzPct val="100000"/>
                        <a:defRPr sz="1400">
                          <a:solidFill>
                            <a:srgbClr val="000000"/>
                          </a:solidFill>
                          <a:latin typeface="Arial" panose="020B0604020202020204" pitchFamily="34" charset="0"/>
                        </a:defRPr>
                      </a:lvl5pPr>
                      <a:lvl6pPr fontAlgn="base">
                        <a:lnSpc>
                          <a:spcPct val="105000"/>
                        </a:lnSpc>
                        <a:spcBef>
                          <a:spcPct val="20000"/>
                        </a:spcBef>
                        <a:spcAft>
                          <a:spcPct val="0"/>
                        </a:spcAft>
                        <a:buSzPct val="100000"/>
                        <a:defRPr sz="1400">
                          <a:solidFill>
                            <a:srgbClr val="000000"/>
                          </a:solidFill>
                          <a:latin typeface="Arial" panose="020B0604020202020204" pitchFamily="34" charset="0"/>
                        </a:defRPr>
                      </a:lvl6pPr>
                      <a:lvl7pPr fontAlgn="base">
                        <a:lnSpc>
                          <a:spcPct val="105000"/>
                        </a:lnSpc>
                        <a:spcBef>
                          <a:spcPct val="20000"/>
                        </a:spcBef>
                        <a:spcAft>
                          <a:spcPct val="0"/>
                        </a:spcAft>
                        <a:buSzPct val="100000"/>
                        <a:defRPr sz="1400">
                          <a:solidFill>
                            <a:srgbClr val="000000"/>
                          </a:solidFill>
                          <a:latin typeface="Arial" panose="020B0604020202020204" pitchFamily="34" charset="0"/>
                        </a:defRPr>
                      </a:lvl7pPr>
                      <a:lvl8pPr fontAlgn="base">
                        <a:lnSpc>
                          <a:spcPct val="105000"/>
                        </a:lnSpc>
                        <a:spcBef>
                          <a:spcPct val="20000"/>
                        </a:spcBef>
                        <a:spcAft>
                          <a:spcPct val="0"/>
                        </a:spcAft>
                        <a:buSzPct val="100000"/>
                        <a:defRPr sz="1400">
                          <a:solidFill>
                            <a:srgbClr val="000000"/>
                          </a:solidFill>
                          <a:latin typeface="Arial" panose="020B0604020202020204" pitchFamily="34" charset="0"/>
                        </a:defRPr>
                      </a:lvl8pPr>
                      <a:lvl9pPr fontAlgn="base">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5000"/>
                        </a:lnSpc>
                        <a:spcBef>
                          <a:spcPct val="20000"/>
                        </a:spcBef>
                        <a:spcAft>
                          <a:spcPct val="0"/>
                        </a:spcAft>
                        <a:buClrTx/>
                        <a:buSzPct val="100000"/>
                        <a:buFontTx/>
                        <a:buNone/>
                        <a:tabLst/>
                      </a:pPr>
                      <a:r>
                        <a:rPr kumimoji="0" lang="en-US" altLang="nl-NL" sz="1100" b="0" i="0" u="none" strike="noStrike" cap="none" normalizeH="0" baseline="0">
                          <a:ln>
                            <a:noFill/>
                          </a:ln>
                          <a:solidFill>
                            <a:srgbClr val="000000"/>
                          </a:solidFill>
                          <a:effectLst/>
                          <a:latin typeface="Arial" panose="020B0604020202020204" pitchFamily="34" charset="0"/>
                        </a:rPr>
                        <a:t>7</a:t>
                      </a:r>
                    </a:p>
                  </a:txBody>
                  <a:tcPr marL="0" marR="0" marT="0" marB="0" anchor="ctr" horzOverflow="overflow">
                    <a:lnL w="0" cap="flat" cmpd="sng" algn="ctr">
                      <a:solidFill>
                        <a:schemeClr val="tx1"/>
                      </a:solidFill>
                      <a:prstDash val="solid"/>
                      <a:round/>
                      <a:headEnd type="none" w="med" len="med"/>
                      <a:tailEnd type="none" w="med" len="med"/>
                    </a:lnL>
                    <a:lnR w="0" cap="flat" cmpd="sng" algn="ctr">
                      <a:solidFill>
                        <a:schemeClr val="tx1"/>
                      </a:solidFill>
                      <a:prstDash val="solid"/>
                      <a:round/>
                      <a:headEnd type="none" w="med" len="med"/>
                      <a:tailEnd type="none" w="med" len="med"/>
                    </a:lnR>
                    <a:lnT w="0" cap="flat" cmpd="sng" algn="ctr">
                      <a:solidFill>
                        <a:schemeClr val="tx1"/>
                      </a:solidFill>
                      <a:prstDash val="solid"/>
                      <a:round/>
                      <a:headEnd type="none" w="med" len="med"/>
                      <a:tailEnd type="none" w="med" len="med"/>
                    </a:lnT>
                    <a:lnB w="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a:lnSpc>
                          <a:spcPct val="105000"/>
                        </a:lnSpc>
                        <a:spcBef>
                          <a:spcPct val="20000"/>
                        </a:spcBef>
                        <a:buSzPct val="100000"/>
                        <a:defRPr>
                          <a:solidFill>
                            <a:srgbClr val="000000"/>
                          </a:solidFill>
                          <a:latin typeface="Arial" panose="020B0604020202020204" pitchFamily="34" charset="0"/>
                        </a:defRPr>
                      </a:lvl2pPr>
                      <a:lvl3pPr>
                        <a:lnSpc>
                          <a:spcPct val="105000"/>
                        </a:lnSpc>
                        <a:spcBef>
                          <a:spcPct val="20000"/>
                        </a:spcBef>
                        <a:buSzPct val="100000"/>
                        <a:defRPr sz="1600">
                          <a:solidFill>
                            <a:srgbClr val="000000"/>
                          </a:solidFill>
                          <a:latin typeface="Arial" panose="020B0604020202020204" pitchFamily="34" charset="0"/>
                        </a:defRPr>
                      </a:lvl3pPr>
                      <a:lvl4pPr>
                        <a:lnSpc>
                          <a:spcPct val="105000"/>
                        </a:lnSpc>
                        <a:spcBef>
                          <a:spcPct val="20000"/>
                        </a:spcBef>
                        <a:buSzPct val="100000"/>
                        <a:defRPr sz="1400">
                          <a:solidFill>
                            <a:srgbClr val="000000"/>
                          </a:solidFill>
                          <a:latin typeface="Arial" panose="020B0604020202020204" pitchFamily="34" charset="0"/>
                        </a:defRPr>
                      </a:lvl4pPr>
                      <a:lvl5pPr>
                        <a:lnSpc>
                          <a:spcPct val="105000"/>
                        </a:lnSpc>
                        <a:spcBef>
                          <a:spcPct val="20000"/>
                        </a:spcBef>
                        <a:buSzPct val="100000"/>
                        <a:defRPr sz="1400">
                          <a:solidFill>
                            <a:srgbClr val="000000"/>
                          </a:solidFill>
                          <a:latin typeface="Arial" panose="020B0604020202020204" pitchFamily="34" charset="0"/>
                        </a:defRPr>
                      </a:lvl5pPr>
                      <a:lvl6pPr fontAlgn="base">
                        <a:lnSpc>
                          <a:spcPct val="105000"/>
                        </a:lnSpc>
                        <a:spcBef>
                          <a:spcPct val="20000"/>
                        </a:spcBef>
                        <a:spcAft>
                          <a:spcPct val="0"/>
                        </a:spcAft>
                        <a:buSzPct val="100000"/>
                        <a:defRPr sz="1400">
                          <a:solidFill>
                            <a:srgbClr val="000000"/>
                          </a:solidFill>
                          <a:latin typeface="Arial" panose="020B0604020202020204" pitchFamily="34" charset="0"/>
                        </a:defRPr>
                      </a:lvl6pPr>
                      <a:lvl7pPr fontAlgn="base">
                        <a:lnSpc>
                          <a:spcPct val="105000"/>
                        </a:lnSpc>
                        <a:spcBef>
                          <a:spcPct val="20000"/>
                        </a:spcBef>
                        <a:spcAft>
                          <a:spcPct val="0"/>
                        </a:spcAft>
                        <a:buSzPct val="100000"/>
                        <a:defRPr sz="1400">
                          <a:solidFill>
                            <a:srgbClr val="000000"/>
                          </a:solidFill>
                          <a:latin typeface="Arial" panose="020B0604020202020204" pitchFamily="34" charset="0"/>
                        </a:defRPr>
                      </a:lvl7pPr>
                      <a:lvl8pPr fontAlgn="base">
                        <a:lnSpc>
                          <a:spcPct val="105000"/>
                        </a:lnSpc>
                        <a:spcBef>
                          <a:spcPct val="20000"/>
                        </a:spcBef>
                        <a:spcAft>
                          <a:spcPct val="0"/>
                        </a:spcAft>
                        <a:buSzPct val="100000"/>
                        <a:defRPr sz="1400">
                          <a:solidFill>
                            <a:srgbClr val="000000"/>
                          </a:solidFill>
                          <a:latin typeface="Arial" panose="020B0604020202020204" pitchFamily="34" charset="0"/>
                        </a:defRPr>
                      </a:lvl8pPr>
                      <a:lvl9pPr fontAlgn="base">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5000"/>
                        </a:lnSpc>
                        <a:spcBef>
                          <a:spcPct val="20000"/>
                        </a:spcBef>
                        <a:spcAft>
                          <a:spcPct val="0"/>
                        </a:spcAft>
                        <a:buClrTx/>
                        <a:buSzPct val="100000"/>
                        <a:buFontTx/>
                        <a:buNone/>
                        <a:tabLst/>
                      </a:pPr>
                      <a:r>
                        <a:rPr kumimoji="0" lang="en-US" altLang="nl-NL" sz="1100" b="0" i="0" u="none" strike="noStrike" cap="none" normalizeH="0" baseline="0">
                          <a:ln>
                            <a:noFill/>
                          </a:ln>
                          <a:solidFill>
                            <a:srgbClr val="000000"/>
                          </a:solidFill>
                          <a:effectLst/>
                          <a:latin typeface="Arial" panose="020B0604020202020204" pitchFamily="34" charset="0"/>
                        </a:rPr>
                        <a:t>8</a:t>
                      </a:r>
                    </a:p>
                  </a:txBody>
                  <a:tcPr marL="0" marR="0" marT="0" marB="0" anchor="ctr" horzOverflow="overflow">
                    <a:lnL w="0" cap="flat" cmpd="sng" algn="ctr">
                      <a:solidFill>
                        <a:schemeClr val="tx1"/>
                      </a:solidFill>
                      <a:prstDash val="solid"/>
                      <a:round/>
                      <a:headEnd type="none" w="med" len="med"/>
                      <a:tailEnd type="none" w="med" len="med"/>
                    </a:lnL>
                    <a:lnR w="0" cap="flat" cmpd="sng" algn="ctr">
                      <a:solidFill>
                        <a:schemeClr val="tx1"/>
                      </a:solidFill>
                      <a:prstDash val="solid"/>
                      <a:round/>
                      <a:headEnd type="none" w="med" len="med"/>
                      <a:tailEnd type="none" w="med" len="med"/>
                    </a:lnR>
                    <a:lnT w="0" cap="flat" cmpd="sng" algn="ctr">
                      <a:solidFill>
                        <a:schemeClr val="tx1"/>
                      </a:solidFill>
                      <a:prstDash val="solid"/>
                      <a:round/>
                      <a:headEnd type="none" w="med" len="med"/>
                      <a:tailEnd type="none" w="med" len="med"/>
                    </a:lnT>
                    <a:lnB w="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a:lnSpc>
                          <a:spcPct val="105000"/>
                        </a:lnSpc>
                        <a:spcBef>
                          <a:spcPct val="20000"/>
                        </a:spcBef>
                        <a:buSzPct val="100000"/>
                        <a:defRPr>
                          <a:solidFill>
                            <a:srgbClr val="000000"/>
                          </a:solidFill>
                          <a:latin typeface="Arial" panose="020B0604020202020204" pitchFamily="34" charset="0"/>
                        </a:defRPr>
                      </a:lvl2pPr>
                      <a:lvl3pPr>
                        <a:lnSpc>
                          <a:spcPct val="105000"/>
                        </a:lnSpc>
                        <a:spcBef>
                          <a:spcPct val="20000"/>
                        </a:spcBef>
                        <a:buSzPct val="100000"/>
                        <a:defRPr sz="1600">
                          <a:solidFill>
                            <a:srgbClr val="000000"/>
                          </a:solidFill>
                          <a:latin typeface="Arial" panose="020B0604020202020204" pitchFamily="34" charset="0"/>
                        </a:defRPr>
                      </a:lvl3pPr>
                      <a:lvl4pPr>
                        <a:lnSpc>
                          <a:spcPct val="105000"/>
                        </a:lnSpc>
                        <a:spcBef>
                          <a:spcPct val="20000"/>
                        </a:spcBef>
                        <a:buSzPct val="100000"/>
                        <a:defRPr sz="1400">
                          <a:solidFill>
                            <a:srgbClr val="000000"/>
                          </a:solidFill>
                          <a:latin typeface="Arial" panose="020B0604020202020204" pitchFamily="34" charset="0"/>
                        </a:defRPr>
                      </a:lvl4pPr>
                      <a:lvl5pPr>
                        <a:lnSpc>
                          <a:spcPct val="105000"/>
                        </a:lnSpc>
                        <a:spcBef>
                          <a:spcPct val="20000"/>
                        </a:spcBef>
                        <a:buSzPct val="100000"/>
                        <a:defRPr sz="1400">
                          <a:solidFill>
                            <a:srgbClr val="000000"/>
                          </a:solidFill>
                          <a:latin typeface="Arial" panose="020B0604020202020204" pitchFamily="34" charset="0"/>
                        </a:defRPr>
                      </a:lvl5pPr>
                      <a:lvl6pPr fontAlgn="base">
                        <a:lnSpc>
                          <a:spcPct val="105000"/>
                        </a:lnSpc>
                        <a:spcBef>
                          <a:spcPct val="20000"/>
                        </a:spcBef>
                        <a:spcAft>
                          <a:spcPct val="0"/>
                        </a:spcAft>
                        <a:buSzPct val="100000"/>
                        <a:defRPr sz="1400">
                          <a:solidFill>
                            <a:srgbClr val="000000"/>
                          </a:solidFill>
                          <a:latin typeface="Arial" panose="020B0604020202020204" pitchFamily="34" charset="0"/>
                        </a:defRPr>
                      </a:lvl6pPr>
                      <a:lvl7pPr fontAlgn="base">
                        <a:lnSpc>
                          <a:spcPct val="105000"/>
                        </a:lnSpc>
                        <a:spcBef>
                          <a:spcPct val="20000"/>
                        </a:spcBef>
                        <a:spcAft>
                          <a:spcPct val="0"/>
                        </a:spcAft>
                        <a:buSzPct val="100000"/>
                        <a:defRPr sz="1400">
                          <a:solidFill>
                            <a:srgbClr val="000000"/>
                          </a:solidFill>
                          <a:latin typeface="Arial" panose="020B0604020202020204" pitchFamily="34" charset="0"/>
                        </a:defRPr>
                      </a:lvl7pPr>
                      <a:lvl8pPr fontAlgn="base">
                        <a:lnSpc>
                          <a:spcPct val="105000"/>
                        </a:lnSpc>
                        <a:spcBef>
                          <a:spcPct val="20000"/>
                        </a:spcBef>
                        <a:spcAft>
                          <a:spcPct val="0"/>
                        </a:spcAft>
                        <a:buSzPct val="100000"/>
                        <a:defRPr sz="1400">
                          <a:solidFill>
                            <a:srgbClr val="000000"/>
                          </a:solidFill>
                          <a:latin typeface="Arial" panose="020B0604020202020204" pitchFamily="34" charset="0"/>
                        </a:defRPr>
                      </a:lvl8pPr>
                      <a:lvl9pPr fontAlgn="base">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5000"/>
                        </a:lnSpc>
                        <a:spcBef>
                          <a:spcPct val="20000"/>
                        </a:spcBef>
                        <a:spcAft>
                          <a:spcPct val="0"/>
                        </a:spcAft>
                        <a:buClrTx/>
                        <a:buSzPct val="100000"/>
                        <a:buFontTx/>
                        <a:buNone/>
                        <a:tabLst/>
                      </a:pPr>
                      <a:r>
                        <a:rPr kumimoji="0" lang="en-US" altLang="nl-NL" sz="1100" b="0" i="0" u="none" strike="noStrike" cap="none" normalizeH="0" baseline="0">
                          <a:ln>
                            <a:noFill/>
                          </a:ln>
                          <a:solidFill>
                            <a:srgbClr val="000000"/>
                          </a:solidFill>
                          <a:effectLst/>
                          <a:latin typeface="Arial" panose="020B0604020202020204" pitchFamily="34" charset="0"/>
                        </a:rPr>
                        <a:t>9</a:t>
                      </a:r>
                    </a:p>
                  </a:txBody>
                  <a:tcPr marL="0" marR="0" marT="0" marB="0" anchor="ctr" horzOverflow="overflow">
                    <a:lnL w="0" cap="flat" cmpd="sng" algn="ctr">
                      <a:solidFill>
                        <a:schemeClr val="tx1"/>
                      </a:solidFill>
                      <a:prstDash val="solid"/>
                      <a:round/>
                      <a:headEnd type="none" w="med" len="med"/>
                      <a:tailEnd type="none" w="med" len="med"/>
                    </a:lnL>
                    <a:lnR w="0" cap="flat" cmpd="sng" algn="ctr">
                      <a:solidFill>
                        <a:schemeClr val="tx1"/>
                      </a:solidFill>
                      <a:prstDash val="solid"/>
                      <a:round/>
                      <a:headEnd type="none" w="med" len="med"/>
                      <a:tailEnd type="none" w="med" len="med"/>
                    </a:lnR>
                    <a:lnT w="0" cap="flat" cmpd="sng" algn="ctr">
                      <a:solidFill>
                        <a:schemeClr val="tx1"/>
                      </a:solidFill>
                      <a:prstDash val="solid"/>
                      <a:round/>
                      <a:headEnd type="none" w="med" len="med"/>
                      <a:tailEnd type="none" w="med" len="med"/>
                    </a:lnT>
                    <a:lnB w="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a:lnSpc>
                          <a:spcPct val="105000"/>
                        </a:lnSpc>
                        <a:spcBef>
                          <a:spcPct val="20000"/>
                        </a:spcBef>
                        <a:buSzPct val="100000"/>
                        <a:defRPr>
                          <a:solidFill>
                            <a:srgbClr val="000000"/>
                          </a:solidFill>
                          <a:latin typeface="Arial" panose="020B0604020202020204" pitchFamily="34" charset="0"/>
                        </a:defRPr>
                      </a:lvl2pPr>
                      <a:lvl3pPr>
                        <a:lnSpc>
                          <a:spcPct val="105000"/>
                        </a:lnSpc>
                        <a:spcBef>
                          <a:spcPct val="20000"/>
                        </a:spcBef>
                        <a:buSzPct val="100000"/>
                        <a:defRPr sz="1600">
                          <a:solidFill>
                            <a:srgbClr val="000000"/>
                          </a:solidFill>
                          <a:latin typeface="Arial" panose="020B0604020202020204" pitchFamily="34" charset="0"/>
                        </a:defRPr>
                      </a:lvl3pPr>
                      <a:lvl4pPr>
                        <a:lnSpc>
                          <a:spcPct val="105000"/>
                        </a:lnSpc>
                        <a:spcBef>
                          <a:spcPct val="20000"/>
                        </a:spcBef>
                        <a:buSzPct val="100000"/>
                        <a:defRPr sz="1400">
                          <a:solidFill>
                            <a:srgbClr val="000000"/>
                          </a:solidFill>
                          <a:latin typeface="Arial" panose="020B0604020202020204" pitchFamily="34" charset="0"/>
                        </a:defRPr>
                      </a:lvl4pPr>
                      <a:lvl5pPr>
                        <a:lnSpc>
                          <a:spcPct val="105000"/>
                        </a:lnSpc>
                        <a:spcBef>
                          <a:spcPct val="20000"/>
                        </a:spcBef>
                        <a:buSzPct val="100000"/>
                        <a:defRPr sz="1400">
                          <a:solidFill>
                            <a:srgbClr val="000000"/>
                          </a:solidFill>
                          <a:latin typeface="Arial" panose="020B0604020202020204" pitchFamily="34" charset="0"/>
                        </a:defRPr>
                      </a:lvl5pPr>
                      <a:lvl6pPr fontAlgn="base">
                        <a:lnSpc>
                          <a:spcPct val="105000"/>
                        </a:lnSpc>
                        <a:spcBef>
                          <a:spcPct val="20000"/>
                        </a:spcBef>
                        <a:spcAft>
                          <a:spcPct val="0"/>
                        </a:spcAft>
                        <a:buSzPct val="100000"/>
                        <a:defRPr sz="1400">
                          <a:solidFill>
                            <a:srgbClr val="000000"/>
                          </a:solidFill>
                          <a:latin typeface="Arial" panose="020B0604020202020204" pitchFamily="34" charset="0"/>
                        </a:defRPr>
                      </a:lvl6pPr>
                      <a:lvl7pPr fontAlgn="base">
                        <a:lnSpc>
                          <a:spcPct val="105000"/>
                        </a:lnSpc>
                        <a:spcBef>
                          <a:spcPct val="20000"/>
                        </a:spcBef>
                        <a:spcAft>
                          <a:spcPct val="0"/>
                        </a:spcAft>
                        <a:buSzPct val="100000"/>
                        <a:defRPr sz="1400">
                          <a:solidFill>
                            <a:srgbClr val="000000"/>
                          </a:solidFill>
                          <a:latin typeface="Arial" panose="020B0604020202020204" pitchFamily="34" charset="0"/>
                        </a:defRPr>
                      </a:lvl7pPr>
                      <a:lvl8pPr fontAlgn="base">
                        <a:lnSpc>
                          <a:spcPct val="105000"/>
                        </a:lnSpc>
                        <a:spcBef>
                          <a:spcPct val="20000"/>
                        </a:spcBef>
                        <a:spcAft>
                          <a:spcPct val="0"/>
                        </a:spcAft>
                        <a:buSzPct val="100000"/>
                        <a:defRPr sz="1400">
                          <a:solidFill>
                            <a:srgbClr val="000000"/>
                          </a:solidFill>
                          <a:latin typeface="Arial" panose="020B0604020202020204" pitchFamily="34" charset="0"/>
                        </a:defRPr>
                      </a:lvl8pPr>
                      <a:lvl9pPr fontAlgn="base">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5000"/>
                        </a:lnSpc>
                        <a:spcBef>
                          <a:spcPct val="20000"/>
                        </a:spcBef>
                        <a:spcAft>
                          <a:spcPct val="0"/>
                        </a:spcAft>
                        <a:buClrTx/>
                        <a:buSzPct val="100000"/>
                        <a:buFontTx/>
                        <a:buNone/>
                        <a:tabLst/>
                      </a:pPr>
                      <a:r>
                        <a:rPr kumimoji="0" lang="en-US" altLang="nl-NL" sz="1100" b="0" i="0" u="none" strike="noStrike" cap="none" normalizeH="0" baseline="0">
                          <a:ln>
                            <a:noFill/>
                          </a:ln>
                          <a:solidFill>
                            <a:srgbClr val="000000"/>
                          </a:solidFill>
                          <a:effectLst/>
                          <a:latin typeface="Arial" panose="020B0604020202020204" pitchFamily="34" charset="0"/>
                        </a:rPr>
                        <a:t>10</a:t>
                      </a:r>
                    </a:p>
                  </a:txBody>
                  <a:tcPr marL="0" marR="0" marT="0" marB="0" anchor="ctr" horzOverflow="overflow">
                    <a:lnL w="0" cap="flat" cmpd="sng" algn="ctr">
                      <a:solidFill>
                        <a:schemeClr val="tx1"/>
                      </a:solidFill>
                      <a:prstDash val="solid"/>
                      <a:round/>
                      <a:headEnd type="none" w="med" len="med"/>
                      <a:tailEnd type="none" w="med" len="med"/>
                    </a:lnL>
                    <a:lnR w="0" cap="flat" cmpd="sng" algn="ctr">
                      <a:solidFill>
                        <a:schemeClr val="tx1"/>
                      </a:solidFill>
                      <a:prstDash val="solid"/>
                      <a:round/>
                      <a:headEnd type="none" w="med" len="med"/>
                      <a:tailEnd type="none" w="med" len="med"/>
                    </a:lnR>
                    <a:lnT w="0" cap="flat" cmpd="sng" algn="ctr">
                      <a:solidFill>
                        <a:schemeClr val="tx1"/>
                      </a:solidFill>
                      <a:prstDash val="solid"/>
                      <a:round/>
                      <a:headEnd type="none" w="med" len="med"/>
                      <a:tailEnd type="none" w="med" len="med"/>
                    </a:lnT>
                    <a:lnB w="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a:lnSpc>
                          <a:spcPct val="105000"/>
                        </a:lnSpc>
                        <a:spcBef>
                          <a:spcPct val="20000"/>
                        </a:spcBef>
                        <a:buSzPct val="100000"/>
                        <a:defRPr>
                          <a:solidFill>
                            <a:srgbClr val="000000"/>
                          </a:solidFill>
                          <a:latin typeface="Arial" panose="020B0604020202020204" pitchFamily="34" charset="0"/>
                        </a:defRPr>
                      </a:lvl2pPr>
                      <a:lvl3pPr>
                        <a:lnSpc>
                          <a:spcPct val="105000"/>
                        </a:lnSpc>
                        <a:spcBef>
                          <a:spcPct val="20000"/>
                        </a:spcBef>
                        <a:buSzPct val="100000"/>
                        <a:defRPr sz="1600">
                          <a:solidFill>
                            <a:srgbClr val="000000"/>
                          </a:solidFill>
                          <a:latin typeface="Arial" panose="020B0604020202020204" pitchFamily="34" charset="0"/>
                        </a:defRPr>
                      </a:lvl3pPr>
                      <a:lvl4pPr>
                        <a:lnSpc>
                          <a:spcPct val="105000"/>
                        </a:lnSpc>
                        <a:spcBef>
                          <a:spcPct val="20000"/>
                        </a:spcBef>
                        <a:buSzPct val="100000"/>
                        <a:defRPr sz="1400">
                          <a:solidFill>
                            <a:srgbClr val="000000"/>
                          </a:solidFill>
                          <a:latin typeface="Arial" panose="020B0604020202020204" pitchFamily="34" charset="0"/>
                        </a:defRPr>
                      </a:lvl4pPr>
                      <a:lvl5pPr>
                        <a:lnSpc>
                          <a:spcPct val="105000"/>
                        </a:lnSpc>
                        <a:spcBef>
                          <a:spcPct val="20000"/>
                        </a:spcBef>
                        <a:buSzPct val="100000"/>
                        <a:defRPr sz="1400">
                          <a:solidFill>
                            <a:srgbClr val="000000"/>
                          </a:solidFill>
                          <a:latin typeface="Arial" panose="020B0604020202020204" pitchFamily="34" charset="0"/>
                        </a:defRPr>
                      </a:lvl5pPr>
                      <a:lvl6pPr fontAlgn="base">
                        <a:lnSpc>
                          <a:spcPct val="105000"/>
                        </a:lnSpc>
                        <a:spcBef>
                          <a:spcPct val="20000"/>
                        </a:spcBef>
                        <a:spcAft>
                          <a:spcPct val="0"/>
                        </a:spcAft>
                        <a:buSzPct val="100000"/>
                        <a:defRPr sz="1400">
                          <a:solidFill>
                            <a:srgbClr val="000000"/>
                          </a:solidFill>
                          <a:latin typeface="Arial" panose="020B0604020202020204" pitchFamily="34" charset="0"/>
                        </a:defRPr>
                      </a:lvl6pPr>
                      <a:lvl7pPr fontAlgn="base">
                        <a:lnSpc>
                          <a:spcPct val="105000"/>
                        </a:lnSpc>
                        <a:spcBef>
                          <a:spcPct val="20000"/>
                        </a:spcBef>
                        <a:spcAft>
                          <a:spcPct val="0"/>
                        </a:spcAft>
                        <a:buSzPct val="100000"/>
                        <a:defRPr sz="1400">
                          <a:solidFill>
                            <a:srgbClr val="000000"/>
                          </a:solidFill>
                          <a:latin typeface="Arial" panose="020B0604020202020204" pitchFamily="34" charset="0"/>
                        </a:defRPr>
                      </a:lvl7pPr>
                      <a:lvl8pPr fontAlgn="base">
                        <a:lnSpc>
                          <a:spcPct val="105000"/>
                        </a:lnSpc>
                        <a:spcBef>
                          <a:spcPct val="20000"/>
                        </a:spcBef>
                        <a:spcAft>
                          <a:spcPct val="0"/>
                        </a:spcAft>
                        <a:buSzPct val="100000"/>
                        <a:defRPr sz="1400">
                          <a:solidFill>
                            <a:srgbClr val="000000"/>
                          </a:solidFill>
                          <a:latin typeface="Arial" panose="020B0604020202020204" pitchFamily="34" charset="0"/>
                        </a:defRPr>
                      </a:lvl8pPr>
                      <a:lvl9pPr fontAlgn="base">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5000"/>
                        </a:lnSpc>
                        <a:spcBef>
                          <a:spcPct val="20000"/>
                        </a:spcBef>
                        <a:spcAft>
                          <a:spcPct val="0"/>
                        </a:spcAft>
                        <a:buClrTx/>
                        <a:buSzPct val="100000"/>
                        <a:buFontTx/>
                        <a:buNone/>
                        <a:tabLst/>
                      </a:pPr>
                      <a:r>
                        <a:rPr kumimoji="0" lang="en-US" altLang="nl-NL" sz="1100" b="0" i="0" u="none" strike="noStrike" cap="none" normalizeH="0" baseline="0" dirty="0">
                          <a:ln>
                            <a:noFill/>
                          </a:ln>
                          <a:solidFill>
                            <a:srgbClr val="000000"/>
                          </a:solidFill>
                          <a:effectLst/>
                          <a:latin typeface="Arial" panose="020B0604020202020204" pitchFamily="34" charset="0"/>
                        </a:rPr>
                        <a:t>11</a:t>
                      </a:r>
                    </a:p>
                  </a:txBody>
                  <a:tcPr marL="0" marR="0" marT="0" marB="0" anchor="ctr" horzOverflow="overflow">
                    <a:lnL w="0" cap="flat" cmpd="sng" algn="ctr">
                      <a:solidFill>
                        <a:schemeClr val="tx1"/>
                      </a:solidFill>
                      <a:prstDash val="solid"/>
                      <a:round/>
                      <a:headEnd type="none" w="med" len="med"/>
                      <a:tailEnd type="none" w="med" len="med"/>
                    </a:lnL>
                    <a:lnR w="0" cap="flat" cmpd="sng" algn="ctr">
                      <a:solidFill>
                        <a:schemeClr val="tx1"/>
                      </a:solidFill>
                      <a:prstDash val="solid"/>
                      <a:round/>
                      <a:headEnd type="none" w="med" len="med"/>
                      <a:tailEnd type="none" w="med" len="med"/>
                    </a:lnR>
                    <a:lnT w="0" cap="flat" cmpd="sng" algn="ctr">
                      <a:solidFill>
                        <a:schemeClr val="tx1"/>
                      </a:solidFill>
                      <a:prstDash val="solid"/>
                      <a:round/>
                      <a:headEnd type="none" w="med" len="med"/>
                      <a:tailEnd type="none" w="med" len="med"/>
                    </a:lnT>
                    <a:lnB w="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a:lnSpc>
                          <a:spcPct val="105000"/>
                        </a:lnSpc>
                        <a:spcBef>
                          <a:spcPct val="20000"/>
                        </a:spcBef>
                        <a:buSzPct val="100000"/>
                        <a:defRPr>
                          <a:solidFill>
                            <a:srgbClr val="000000"/>
                          </a:solidFill>
                          <a:latin typeface="Arial" panose="020B0604020202020204" pitchFamily="34" charset="0"/>
                        </a:defRPr>
                      </a:lvl2pPr>
                      <a:lvl3pPr>
                        <a:lnSpc>
                          <a:spcPct val="105000"/>
                        </a:lnSpc>
                        <a:spcBef>
                          <a:spcPct val="20000"/>
                        </a:spcBef>
                        <a:buSzPct val="100000"/>
                        <a:defRPr sz="1600">
                          <a:solidFill>
                            <a:srgbClr val="000000"/>
                          </a:solidFill>
                          <a:latin typeface="Arial" panose="020B0604020202020204" pitchFamily="34" charset="0"/>
                        </a:defRPr>
                      </a:lvl3pPr>
                      <a:lvl4pPr>
                        <a:lnSpc>
                          <a:spcPct val="105000"/>
                        </a:lnSpc>
                        <a:spcBef>
                          <a:spcPct val="20000"/>
                        </a:spcBef>
                        <a:buSzPct val="100000"/>
                        <a:defRPr sz="1400">
                          <a:solidFill>
                            <a:srgbClr val="000000"/>
                          </a:solidFill>
                          <a:latin typeface="Arial" panose="020B0604020202020204" pitchFamily="34" charset="0"/>
                        </a:defRPr>
                      </a:lvl4pPr>
                      <a:lvl5pPr>
                        <a:lnSpc>
                          <a:spcPct val="105000"/>
                        </a:lnSpc>
                        <a:spcBef>
                          <a:spcPct val="20000"/>
                        </a:spcBef>
                        <a:buSzPct val="100000"/>
                        <a:defRPr sz="1400">
                          <a:solidFill>
                            <a:srgbClr val="000000"/>
                          </a:solidFill>
                          <a:latin typeface="Arial" panose="020B0604020202020204" pitchFamily="34" charset="0"/>
                        </a:defRPr>
                      </a:lvl5pPr>
                      <a:lvl6pPr fontAlgn="base">
                        <a:lnSpc>
                          <a:spcPct val="105000"/>
                        </a:lnSpc>
                        <a:spcBef>
                          <a:spcPct val="20000"/>
                        </a:spcBef>
                        <a:spcAft>
                          <a:spcPct val="0"/>
                        </a:spcAft>
                        <a:buSzPct val="100000"/>
                        <a:defRPr sz="1400">
                          <a:solidFill>
                            <a:srgbClr val="000000"/>
                          </a:solidFill>
                          <a:latin typeface="Arial" panose="020B0604020202020204" pitchFamily="34" charset="0"/>
                        </a:defRPr>
                      </a:lvl6pPr>
                      <a:lvl7pPr fontAlgn="base">
                        <a:lnSpc>
                          <a:spcPct val="105000"/>
                        </a:lnSpc>
                        <a:spcBef>
                          <a:spcPct val="20000"/>
                        </a:spcBef>
                        <a:spcAft>
                          <a:spcPct val="0"/>
                        </a:spcAft>
                        <a:buSzPct val="100000"/>
                        <a:defRPr sz="1400">
                          <a:solidFill>
                            <a:srgbClr val="000000"/>
                          </a:solidFill>
                          <a:latin typeface="Arial" panose="020B0604020202020204" pitchFamily="34" charset="0"/>
                        </a:defRPr>
                      </a:lvl7pPr>
                      <a:lvl8pPr fontAlgn="base">
                        <a:lnSpc>
                          <a:spcPct val="105000"/>
                        </a:lnSpc>
                        <a:spcBef>
                          <a:spcPct val="20000"/>
                        </a:spcBef>
                        <a:spcAft>
                          <a:spcPct val="0"/>
                        </a:spcAft>
                        <a:buSzPct val="100000"/>
                        <a:defRPr sz="1400">
                          <a:solidFill>
                            <a:srgbClr val="000000"/>
                          </a:solidFill>
                          <a:latin typeface="Arial" panose="020B0604020202020204" pitchFamily="34" charset="0"/>
                        </a:defRPr>
                      </a:lvl8pPr>
                      <a:lvl9pPr fontAlgn="base">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5000"/>
                        </a:lnSpc>
                        <a:spcBef>
                          <a:spcPct val="20000"/>
                        </a:spcBef>
                        <a:spcAft>
                          <a:spcPct val="0"/>
                        </a:spcAft>
                        <a:buClrTx/>
                        <a:buSzPct val="100000"/>
                        <a:buFontTx/>
                        <a:buNone/>
                        <a:tabLst/>
                      </a:pPr>
                      <a:r>
                        <a:rPr kumimoji="0" lang="en-US" altLang="nl-NL" sz="1100" b="0" i="0" u="none" strike="noStrike" cap="none" normalizeH="0" baseline="0">
                          <a:ln>
                            <a:noFill/>
                          </a:ln>
                          <a:solidFill>
                            <a:srgbClr val="000000"/>
                          </a:solidFill>
                          <a:effectLst/>
                          <a:latin typeface="Arial" panose="020B0604020202020204" pitchFamily="34" charset="0"/>
                        </a:rPr>
                        <a:t>12</a:t>
                      </a:r>
                    </a:p>
                  </a:txBody>
                  <a:tcPr marL="0" marR="0" marT="0" marB="0" anchor="ctr" horzOverflow="overflow">
                    <a:lnL w="0" cap="flat" cmpd="sng" algn="ctr">
                      <a:solidFill>
                        <a:schemeClr val="tx1"/>
                      </a:solidFill>
                      <a:prstDash val="solid"/>
                      <a:round/>
                      <a:headEnd type="none" w="med" len="med"/>
                      <a:tailEnd type="none" w="med" len="med"/>
                    </a:lnL>
                    <a:lnR w="0" cap="flat" cmpd="sng" algn="ctr">
                      <a:solidFill>
                        <a:schemeClr val="tx1"/>
                      </a:solidFill>
                      <a:prstDash val="solid"/>
                      <a:round/>
                      <a:headEnd type="none" w="med" len="med"/>
                      <a:tailEnd type="none" w="med" len="med"/>
                    </a:lnR>
                    <a:lnT w="0" cap="flat" cmpd="sng" algn="ctr">
                      <a:solidFill>
                        <a:schemeClr val="tx1"/>
                      </a:solidFill>
                      <a:prstDash val="solid"/>
                      <a:round/>
                      <a:headEnd type="none" w="med" len="med"/>
                      <a:tailEnd type="none" w="med" len="med"/>
                    </a:lnT>
                    <a:lnB w="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a:lnSpc>
                          <a:spcPct val="105000"/>
                        </a:lnSpc>
                        <a:spcBef>
                          <a:spcPct val="20000"/>
                        </a:spcBef>
                        <a:buSzPct val="100000"/>
                        <a:defRPr>
                          <a:solidFill>
                            <a:srgbClr val="000000"/>
                          </a:solidFill>
                          <a:latin typeface="Arial" panose="020B0604020202020204" pitchFamily="34" charset="0"/>
                        </a:defRPr>
                      </a:lvl2pPr>
                      <a:lvl3pPr>
                        <a:lnSpc>
                          <a:spcPct val="105000"/>
                        </a:lnSpc>
                        <a:spcBef>
                          <a:spcPct val="20000"/>
                        </a:spcBef>
                        <a:buSzPct val="100000"/>
                        <a:defRPr sz="1600">
                          <a:solidFill>
                            <a:srgbClr val="000000"/>
                          </a:solidFill>
                          <a:latin typeface="Arial" panose="020B0604020202020204" pitchFamily="34" charset="0"/>
                        </a:defRPr>
                      </a:lvl3pPr>
                      <a:lvl4pPr>
                        <a:lnSpc>
                          <a:spcPct val="105000"/>
                        </a:lnSpc>
                        <a:spcBef>
                          <a:spcPct val="20000"/>
                        </a:spcBef>
                        <a:buSzPct val="100000"/>
                        <a:defRPr sz="1400">
                          <a:solidFill>
                            <a:srgbClr val="000000"/>
                          </a:solidFill>
                          <a:latin typeface="Arial" panose="020B0604020202020204" pitchFamily="34" charset="0"/>
                        </a:defRPr>
                      </a:lvl4pPr>
                      <a:lvl5pPr>
                        <a:lnSpc>
                          <a:spcPct val="105000"/>
                        </a:lnSpc>
                        <a:spcBef>
                          <a:spcPct val="20000"/>
                        </a:spcBef>
                        <a:buSzPct val="100000"/>
                        <a:defRPr sz="1400">
                          <a:solidFill>
                            <a:srgbClr val="000000"/>
                          </a:solidFill>
                          <a:latin typeface="Arial" panose="020B0604020202020204" pitchFamily="34" charset="0"/>
                        </a:defRPr>
                      </a:lvl5pPr>
                      <a:lvl6pPr fontAlgn="base">
                        <a:lnSpc>
                          <a:spcPct val="105000"/>
                        </a:lnSpc>
                        <a:spcBef>
                          <a:spcPct val="20000"/>
                        </a:spcBef>
                        <a:spcAft>
                          <a:spcPct val="0"/>
                        </a:spcAft>
                        <a:buSzPct val="100000"/>
                        <a:defRPr sz="1400">
                          <a:solidFill>
                            <a:srgbClr val="000000"/>
                          </a:solidFill>
                          <a:latin typeface="Arial" panose="020B0604020202020204" pitchFamily="34" charset="0"/>
                        </a:defRPr>
                      </a:lvl6pPr>
                      <a:lvl7pPr fontAlgn="base">
                        <a:lnSpc>
                          <a:spcPct val="105000"/>
                        </a:lnSpc>
                        <a:spcBef>
                          <a:spcPct val="20000"/>
                        </a:spcBef>
                        <a:spcAft>
                          <a:spcPct val="0"/>
                        </a:spcAft>
                        <a:buSzPct val="100000"/>
                        <a:defRPr sz="1400">
                          <a:solidFill>
                            <a:srgbClr val="000000"/>
                          </a:solidFill>
                          <a:latin typeface="Arial" panose="020B0604020202020204" pitchFamily="34" charset="0"/>
                        </a:defRPr>
                      </a:lvl7pPr>
                      <a:lvl8pPr fontAlgn="base">
                        <a:lnSpc>
                          <a:spcPct val="105000"/>
                        </a:lnSpc>
                        <a:spcBef>
                          <a:spcPct val="20000"/>
                        </a:spcBef>
                        <a:spcAft>
                          <a:spcPct val="0"/>
                        </a:spcAft>
                        <a:buSzPct val="100000"/>
                        <a:defRPr sz="1400">
                          <a:solidFill>
                            <a:srgbClr val="000000"/>
                          </a:solidFill>
                          <a:latin typeface="Arial" panose="020B0604020202020204" pitchFamily="34" charset="0"/>
                        </a:defRPr>
                      </a:lvl8pPr>
                      <a:lvl9pPr fontAlgn="base">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5000"/>
                        </a:lnSpc>
                        <a:spcBef>
                          <a:spcPct val="20000"/>
                        </a:spcBef>
                        <a:spcAft>
                          <a:spcPct val="0"/>
                        </a:spcAft>
                        <a:buClrTx/>
                        <a:buSzPct val="100000"/>
                        <a:buFontTx/>
                        <a:buNone/>
                        <a:tabLst/>
                      </a:pPr>
                      <a:r>
                        <a:rPr kumimoji="0" lang="en-US" altLang="nl-NL" sz="1100" b="0" i="0" u="none" strike="noStrike" cap="none" normalizeH="0" baseline="0">
                          <a:ln>
                            <a:noFill/>
                          </a:ln>
                          <a:solidFill>
                            <a:srgbClr val="000000"/>
                          </a:solidFill>
                          <a:effectLst/>
                          <a:latin typeface="Arial" panose="020B0604020202020204" pitchFamily="34" charset="0"/>
                        </a:rPr>
                        <a:t>13</a:t>
                      </a:r>
                    </a:p>
                  </a:txBody>
                  <a:tcPr marL="0" marR="0" marT="0" marB="0" anchor="ctr" horzOverflow="overflow">
                    <a:lnL w="0" cap="flat" cmpd="sng" algn="ctr">
                      <a:solidFill>
                        <a:schemeClr val="tx1"/>
                      </a:solidFill>
                      <a:prstDash val="solid"/>
                      <a:round/>
                      <a:headEnd type="none" w="med" len="med"/>
                      <a:tailEnd type="none" w="med" len="med"/>
                    </a:lnL>
                    <a:lnR w="0" cap="flat" cmpd="sng" algn="ctr">
                      <a:solidFill>
                        <a:schemeClr val="tx1"/>
                      </a:solidFill>
                      <a:prstDash val="solid"/>
                      <a:round/>
                      <a:headEnd type="none" w="med" len="med"/>
                      <a:tailEnd type="none" w="med" len="med"/>
                    </a:lnR>
                    <a:lnT w="0" cap="flat" cmpd="sng" algn="ctr">
                      <a:solidFill>
                        <a:schemeClr val="tx1"/>
                      </a:solidFill>
                      <a:prstDash val="solid"/>
                      <a:round/>
                      <a:headEnd type="none" w="med" len="med"/>
                      <a:tailEnd type="none" w="med" len="med"/>
                    </a:lnT>
                    <a:lnB w="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a:lnSpc>
                          <a:spcPct val="105000"/>
                        </a:lnSpc>
                        <a:spcBef>
                          <a:spcPct val="20000"/>
                        </a:spcBef>
                        <a:buSzPct val="100000"/>
                        <a:defRPr>
                          <a:solidFill>
                            <a:srgbClr val="000000"/>
                          </a:solidFill>
                          <a:latin typeface="Arial" panose="020B0604020202020204" pitchFamily="34" charset="0"/>
                        </a:defRPr>
                      </a:lvl2pPr>
                      <a:lvl3pPr>
                        <a:lnSpc>
                          <a:spcPct val="105000"/>
                        </a:lnSpc>
                        <a:spcBef>
                          <a:spcPct val="20000"/>
                        </a:spcBef>
                        <a:buSzPct val="100000"/>
                        <a:defRPr sz="1600">
                          <a:solidFill>
                            <a:srgbClr val="000000"/>
                          </a:solidFill>
                          <a:latin typeface="Arial" panose="020B0604020202020204" pitchFamily="34" charset="0"/>
                        </a:defRPr>
                      </a:lvl3pPr>
                      <a:lvl4pPr>
                        <a:lnSpc>
                          <a:spcPct val="105000"/>
                        </a:lnSpc>
                        <a:spcBef>
                          <a:spcPct val="20000"/>
                        </a:spcBef>
                        <a:buSzPct val="100000"/>
                        <a:defRPr sz="1400">
                          <a:solidFill>
                            <a:srgbClr val="000000"/>
                          </a:solidFill>
                          <a:latin typeface="Arial" panose="020B0604020202020204" pitchFamily="34" charset="0"/>
                        </a:defRPr>
                      </a:lvl4pPr>
                      <a:lvl5pPr>
                        <a:lnSpc>
                          <a:spcPct val="105000"/>
                        </a:lnSpc>
                        <a:spcBef>
                          <a:spcPct val="20000"/>
                        </a:spcBef>
                        <a:buSzPct val="100000"/>
                        <a:defRPr sz="1400">
                          <a:solidFill>
                            <a:srgbClr val="000000"/>
                          </a:solidFill>
                          <a:latin typeface="Arial" panose="020B0604020202020204" pitchFamily="34" charset="0"/>
                        </a:defRPr>
                      </a:lvl5pPr>
                      <a:lvl6pPr fontAlgn="base">
                        <a:lnSpc>
                          <a:spcPct val="105000"/>
                        </a:lnSpc>
                        <a:spcBef>
                          <a:spcPct val="20000"/>
                        </a:spcBef>
                        <a:spcAft>
                          <a:spcPct val="0"/>
                        </a:spcAft>
                        <a:buSzPct val="100000"/>
                        <a:defRPr sz="1400">
                          <a:solidFill>
                            <a:srgbClr val="000000"/>
                          </a:solidFill>
                          <a:latin typeface="Arial" panose="020B0604020202020204" pitchFamily="34" charset="0"/>
                        </a:defRPr>
                      </a:lvl6pPr>
                      <a:lvl7pPr fontAlgn="base">
                        <a:lnSpc>
                          <a:spcPct val="105000"/>
                        </a:lnSpc>
                        <a:spcBef>
                          <a:spcPct val="20000"/>
                        </a:spcBef>
                        <a:spcAft>
                          <a:spcPct val="0"/>
                        </a:spcAft>
                        <a:buSzPct val="100000"/>
                        <a:defRPr sz="1400">
                          <a:solidFill>
                            <a:srgbClr val="000000"/>
                          </a:solidFill>
                          <a:latin typeface="Arial" panose="020B0604020202020204" pitchFamily="34" charset="0"/>
                        </a:defRPr>
                      </a:lvl7pPr>
                      <a:lvl8pPr fontAlgn="base">
                        <a:lnSpc>
                          <a:spcPct val="105000"/>
                        </a:lnSpc>
                        <a:spcBef>
                          <a:spcPct val="20000"/>
                        </a:spcBef>
                        <a:spcAft>
                          <a:spcPct val="0"/>
                        </a:spcAft>
                        <a:buSzPct val="100000"/>
                        <a:defRPr sz="1400">
                          <a:solidFill>
                            <a:srgbClr val="000000"/>
                          </a:solidFill>
                          <a:latin typeface="Arial" panose="020B0604020202020204" pitchFamily="34" charset="0"/>
                        </a:defRPr>
                      </a:lvl8pPr>
                      <a:lvl9pPr fontAlgn="base">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5000"/>
                        </a:lnSpc>
                        <a:spcBef>
                          <a:spcPct val="20000"/>
                        </a:spcBef>
                        <a:spcAft>
                          <a:spcPct val="0"/>
                        </a:spcAft>
                        <a:buClrTx/>
                        <a:buSzPct val="100000"/>
                        <a:buFontTx/>
                        <a:buNone/>
                        <a:tabLst/>
                      </a:pPr>
                      <a:r>
                        <a:rPr kumimoji="0" lang="en-US" altLang="nl-NL" sz="1100" b="0" i="0" u="none" strike="noStrike" cap="none" normalizeH="0" baseline="0" dirty="0">
                          <a:ln>
                            <a:noFill/>
                          </a:ln>
                          <a:solidFill>
                            <a:srgbClr val="000000"/>
                          </a:solidFill>
                          <a:effectLst/>
                          <a:latin typeface="Arial" panose="020B0604020202020204" pitchFamily="34" charset="0"/>
                        </a:rPr>
                        <a:t>14</a:t>
                      </a:r>
                    </a:p>
                  </a:txBody>
                  <a:tcPr marL="0" marR="0" marT="0" marB="0" anchor="ctr" horzOverflow="overflow">
                    <a:lnL w="0" cap="flat" cmpd="sng" algn="ctr">
                      <a:solidFill>
                        <a:schemeClr val="tx1"/>
                      </a:solidFill>
                      <a:prstDash val="solid"/>
                      <a:round/>
                      <a:headEnd type="none" w="med" len="med"/>
                      <a:tailEnd type="none" w="med" len="med"/>
                    </a:lnL>
                    <a:lnR w="0" cap="flat" cmpd="sng" algn="ctr">
                      <a:solidFill>
                        <a:schemeClr val="tx1"/>
                      </a:solidFill>
                      <a:prstDash val="solid"/>
                      <a:round/>
                      <a:headEnd type="none" w="med" len="med"/>
                      <a:tailEnd type="none" w="med" len="med"/>
                    </a:lnR>
                    <a:lnT w="0" cap="flat" cmpd="sng" algn="ctr">
                      <a:solidFill>
                        <a:schemeClr val="tx1"/>
                      </a:solidFill>
                      <a:prstDash val="solid"/>
                      <a:round/>
                      <a:headEnd type="none" w="med" len="med"/>
                      <a:tailEnd type="none" w="med" len="med"/>
                    </a:lnT>
                    <a:lnB w="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a:lnSpc>
                          <a:spcPct val="105000"/>
                        </a:lnSpc>
                        <a:spcBef>
                          <a:spcPct val="20000"/>
                        </a:spcBef>
                        <a:buSzPct val="100000"/>
                        <a:defRPr>
                          <a:solidFill>
                            <a:srgbClr val="000000"/>
                          </a:solidFill>
                          <a:latin typeface="Arial" panose="020B0604020202020204" pitchFamily="34" charset="0"/>
                        </a:defRPr>
                      </a:lvl2pPr>
                      <a:lvl3pPr>
                        <a:lnSpc>
                          <a:spcPct val="105000"/>
                        </a:lnSpc>
                        <a:spcBef>
                          <a:spcPct val="20000"/>
                        </a:spcBef>
                        <a:buSzPct val="100000"/>
                        <a:defRPr sz="1600">
                          <a:solidFill>
                            <a:srgbClr val="000000"/>
                          </a:solidFill>
                          <a:latin typeface="Arial" panose="020B0604020202020204" pitchFamily="34" charset="0"/>
                        </a:defRPr>
                      </a:lvl3pPr>
                      <a:lvl4pPr>
                        <a:lnSpc>
                          <a:spcPct val="105000"/>
                        </a:lnSpc>
                        <a:spcBef>
                          <a:spcPct val="20000"/>
                        </a:spcBef>
                        <a:buSzPct val="100000"/>
                        <a:defRPr sz="1400">
                          <a:solidFill>
                            <a:srgbClr val="000000"/>
                          </a:solidFill>
                          <a:latin typeface="Arial" panose="020B0604020202020204" pitchFamily="34" charset="0"/>
                        </a:defRPr>
                      </a:lvl4pPr>
                      <a:lvl5pPr>
                        <a:lnSpc>
                          <a:spcPct val="105000"/>
                        </a:lnSpc>
                        <a:spcBef>
                          <a:spcPct val="20000"/>
                        </a:spcBef>
                        <a:buSzPct val="100000"/>
                        <a:defRPr sz="1400">
                          <a:solidFill>
                            <a:srgbClr val="000000"/>
                          </a:solidFill>
                          <a:latin typeface="Arial" panose="020B0604020202020204" pitchFamily="34" charset="0"/>
                        </a:defRPr>
                      </a:lvl5pPr>
                      <a:lvl6pPr fontAlgn="base">
                        <a:lnSpc>
                          <a:spcPct val="105000"/>
                        </a:lnSpc>
                        <a:spcBef>
                          <a:spcPct val="20000"/>
                        </a:spcBef>
                        <a:spcAft>
                          <a:spcPct val="0"/>
                        </a:spcAft>
                        <a:buSzPct val="100000"/>
                        <a:defRPr sz="1400">
                          <a:solidFill>
                            <a:srgbClr val="000000"/>
                          </a:solidFill>
                          <a:latin typeface="Arial" panose="020B0604020202020204" pitchFamily="34" charset="0"/>
                        </a:defRPr>
                      </a:lvl6pPr>
                      <a:lvl7pPr fontAlgn="base">
                        <a:lnSpc>
                          <a:spcPct val="105000"/>
                        </a:lnSpc>
                        <a:spcBef>
                          <a:spcPct val="20000"/>
                        </a:spcBef>
                        <a:spcAft>
                          <a:spcPct val="0"/>
                        </a:spcAft>
                        <a:buSzPct val="100000"/>
                        <a:defRPr sz="1400">
                          <a:solidFill>
                            <a:srgbClr val="000000"/>
                          </a:solidFill>
                          <a:latin typeface="Arial" panose="020B0604020202020204" pitchFamily="34" charset="0"/>
                        </a:defRPr>
                      </a:lvl7pPr>
                      <a:lvl8pPr fontAlgn="base">
                        <a:lnSpc>
                          <a:spcPct val="105000"/>
                        </a:lnSpc>
                        <a:spcBef>
                          <a:spcPct val="20000"/>
                        </a:spcBef>
                        <a:spcAft>
                          <a:spcPct val="0"/>
                        </a:spcAft>
                        <a:buSzPct val="100000"/>
                        <a:defRPr sz="1400">
                          <a:solidFill>
                            <a:srgbClr val="000000"/>
                          </a:solidFill>
                          <a:latin typeface="Arial" panose="020B0604020202020204" pitchFamily="34" charset="0"/>
                        </a:defRPr>
                      </a:lvl8pPr>
                      <a:lvl9pPr fontAlgn="base">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5000"/>
                        </a:lnSpc>
                        <a:spcBef>
                          <a:spcPct val="20000"/>
                        </a:spcBef>
                        <a:spcAft>
                          <a:spcPct val="0"/>
                        </a:spcAft>
                        <a:buClrTx/>
                        <a:buSzPct val="100000"/>
                        <a:buFontTx/>
                        <a:buNone/>
                        <a:tabLst/>
                      </a:pPr>
                      <a:r>
                        <a:rPr kumimoji="0" lang="en-US" altLang="nl-NL" sz="1100" b="0" i="0" u="none" strike="noStrike" cap="none" normalizeH="0" baseline="0" dirty="0">
                          <a:ln>
                            <a:noFill/>
                          </a:ln>
                          <a:solidFill>
                            <a:srgbClr val="000000"/>
                          </a:solidFill>
                          <a:effectLst/>
                          <a:latin typeface="Arial" panose="020B0604020202020204" pitchFamily="34" charset="0"/>
                        </a:rPr>
                        <a:t>15</a:t>
                      </a:r>
                    </a:p>
                  </a:txBody>
                  <a:tcPr marL="0" marR="0" marT="0" marB="0" anchor="ctr" horzOverflow="overflow">
                    <a:lnL w="0" cap="flat" cmpd="sng" algn="ctr">
                      <a:solidFill>
                        <a:schemeClr val="tx1"/>
                      </a:solidFill>
                      <a:prstDash val="solid"/>
                      <a:round/>
                      <a:headEnd type="none" w="med" len="med"/>
                      <a:tailEnd type="none" w="med" len="med"/>
                    </a:lnL>
                    <a:lnR w="0" cap="flat" cmpd="sng" algn="ctr">
                      <a:solidFill>
                        <a:schemeClr val="tx1"/>
                      </a:solidFill>
                      <a:prstDash val="solid"/>
                      <a:round/>
                      <a:headEnd type="none" w="med" len="med"/>
                      <a:tailEnd type="none" w="med" len="med"/>
                    </a:lnR>
                    <a:lnT w="0" cap="flat" cmpd="sng" algn="ctr">
                      <a:solidFill>
                        <a:schemeClr val="tx1"/>
                      </a:solidFill>
                      <a:prstDash val="solid"/>
                      <a:round/>
                      <a:headEnd type="none" w="med" len="med"/>
                      <a:tailEnd type="none" w="med" len="med"/>
                    </a:lnT>
                    <a:lnB w="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a:lnSpc>
                          <a:spcPct val="105000"/>
                        </a:lnSpc>
                        <a:spcBef>
                          <a:spcPct val="20000"/>
                        </a:spcBef>
                        <a:buSzPct val="100000"/>
                        <a:defRPr>
                          <a:solidFill>
                            <a:srgbClr val="000000"/>
                          </a:solidFill>
                          <a:latin typeface="Arial" panose="020B0604020202020204" pitchFamily="34" charset="0"/>
                        </a:defRPr>
                      </a:lvl2pPr>
                      <a:lvl3pPr>
                        <a:lnSpc>
                          <a:spcPct val="105000"/>
                        </a:lnSpc>
                        <a:spcBef>
                          <a:spcPct val="20000"/>
                        </a:spcBef>
                        <a:buSzPct val="100000"/>
                        <a:defRPr sz="1600">
                          <a:solidFill>
                            <a:srgbClr val="000000"/>
                          </a:solidFill>
                          <a:latin typeface="Arial" panose="020B0604020202020204" pitchFamily="34" charset="0"/>
                        </a:defRPr>
                      </a:lvl3pPr>
                      <a:lvl4pPr>
                        <a:lnSpc>
                          <a:spcPct val="105000"/>
                        </a:lnSpc>
                        <a:spcBef>
                          <a:spcPct val="20000"/>
                        </a:spcBef>
                        <a:buSzPct val="100000"/>
                        <a:defRPr sz="1400">
                          <a:solidFill>
                            <a:srgbClr val="000000"/>
                          </a:solidFill>
                          <a:latin typeface="Arial" panose="020B0604020202020204" pitchFamily="34" charset="0"/>
                        </a:defRPr>
                      </a:lvl4pPr>
                      <a:lvl5pPr>
                        <a:lnSpc>
                          <a:spcPct val="105000"/>
                        </a:lnSpc>
                        <a:spcBef>
                          <a:spcPct val="20000"/>
                        </a:spcBef>
                        <a:buSzPct val="100000"/>
                        <a:defRPr sz="1400">
                          <a:solidFill>
                            <a:srgbClr val="000000"/>
                          </a:solidFill>
                          <a:latin typeface="Arial" panose="020B0604020202020204" pitchFamily="34" charset="0"/>
                        </a:defRPr>
                      </a:lvl5pPr>
                      <a:lvl6pPr fontAlgn="base">
                        <a:lnSpc>
                          <a:spcPct val="105000"/>
                        </a:lnSpc>
                        <a:spcBef>
                          <a:spcPct val="20000"/>
                        </a:spcBef>
                        <a:spcAft>
                          <a:spcPct val="0"/>
                        </a:spcAft>
                        <a:buSzPct val="100000"/>
                        <a:defRPr sz="1400">
                          <a:solidFill>
                            <a:srgbClr val="000000"/>
                          </a:solidFill>
                          <a:latin typeface="Arial" panose="020B0604020202020204" pitchFamily="34" charset="0"/>
                        </a:defRPr>
                      </a:lvl6pPr>
                      <a:lvl7pPr fontAlgn="base">
                        <a:lnSpc>
                          <a:spcPct val="105000"/>
                        </a:lnSpc>
                        <a:spcBef>
                          <a:spcPct val="20000"/>
                        </a:spcBef>
                        <a:spcAft>
                          <a:spcPct val="0"/>
                        </a:spcAft>
                        <a:buSzPct val="100000"/>
                        <a:defRPr sz="1400">
                          <a:solidFill>
                            <a:srgbClr val="000000"/>
                          </a:solidFill>
                          <a:latin typeface="Arial" panose="020B0604020202020204" pitchFamily="34" charset="0"/>
                        </a:defRPr>
                      </a:lvl7pPr>
                      <a:lvl8pPr fontAlgn="base">
                        <a:lnSpc>
                          <a:spcPct val="105000"/>
                        </a:lnSpc>
                        <a:spcBef>
                          <a:spcPct val="20000"/>
                        </a:spcBef>
                        <a:spcAft>
                          <a:spcPct val="0"/>
                        </a:spcAft>
                        <a:buSzPct val="100000"/>
                        <a:defRPr sz="1400">
                          <a:solidFill>
                            <a:srgbClr val="000000"/>
                          </a:solidFill>
                          <a:latin typeface="Arial" panose="020B0604020202020204" pitchFamily="34" charset="0"/>
                        </a:defRPr>
                      </a:lvl8pPr>
                      <a:lvl9pPr fontAlgn="base">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5000"/>
                        </a:lnSpc>
                        <a:spcBef>
                          <a:spcPct val="20000"/>
                        </a:spcBef>
                        <a:spcAft>
                          <a:spcPct val="0"/>
                        </a:spcAft>
                        <a:buClrTx/>
                        <a:buSzPct val="100000"/>
                        <a:buFontTx/>
                        <a:buNone/>
                        <a:tabLst/>
                      </a:pPr>
                      <a:r>
                        <a:rPr kumimoji="0" lang="en-US" altLang="nl-NL" sz="1100" b="0" i="0" u="none" strike="noStrike" cap="none" normalizeH="0" baseline="0">
                          <a:ln>
                            <a:noFill/>
                          </a:ln>
                          <a:solidFill>
                            <a:srgbClr val="000000"/>
                          </a:solidFill>
                          <a:effectLst/>
                          <a:latin typeface="Arial" panose="020B0604020202020204" pitchFamily="34" charset="0"/>
                        </a:rPr>
                        <a:t>16</a:t>
                      </a:r>
                    </a:p>
                  </a:txBody>
                  <a:tcPr marL="0" marR="0" marT="0" marB="0" anchor="ctr" horzOverflow="overflow">
                    <a:lnL w="0" cap="flat" cmpd="sng" algn="ctr">
                      <a:solidFill>
                        <a:schemeClr val="tx1"/>
                      </a:solidFill>
                      <a:prstDash val="solid"/>
                      <a:round/>
                      <a:headEnd type="none" w="med" len="med"/>
                      <a:tailEnd type="none" w="med" len="med"/>
                    </a:lnL>
                    <a:lnR w="0" cap="flat" cmpd="sng" algn="ctr">
                      <a:solidFill>
                        <a:schemeClr val="tx1"/>
                      </a:solidFill>
                      <a:prstDash val="solid"/>
                      <a:round/>
                      <a:headEnd type="none" w="med" len="med"/>
                      <a:tailEnd type="none" w="med" len="med"/>
                    </a:lnR>
                    <a:lnT w="0" cap="flat" cmpd="sng" algn="ctr">
                      <a:solidFill>
                        <a:schemeClr val="tx1"/>
                      </a:solidFill>
                      <a:prstDash val="solid"/>
                      <a:round/>
                      <a:headEnd type="none" w="med" len="med"/>
                      <a:tailEnd type="none" w="med" len="med"/>
                    </a:lnT>
                    <a:lnB w="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a:lnSpc>
                          <a:spcPct val="105000"/>
                        </a:lnSpc>
                        <a:spcBef>
                          <a:spcPct val="20000"/>
                        </a:spcBef>
                        <a:buSzPct val="100000"/>
                        <a:defRPr>
                          <a:solidFill>
                            <a:srgbClr val="000000"/>
                          </a:solidFill>
                          <a:latin typeface="Arial" panose="020B0604020202020204" pitchFamily="34" charset="0"/>
                        </a:defRPr>
                      </a:lvl2pPr>
                      <a:lvl3pPr>
                        <a:lnSpc>
                          <a:spcPct val="105000"/>
                        </a:lnSpc>
                        <a:spcBef>
                          <a:spcPct val="20000"/>
                        </a:spcBef>
                        <a:buSzPct val="100000"/>
                        <a:defRPr sz="1600">
                          <a:solidFill>
                            <a:srgbClr val="000000"/>
                          </a:solidFill>
                          <a:latin typeface="Arial" panose="020B0604020202020204" pitchFamily="34" charset="0"/>
                        </a:defRPr>
                      </a:lvl3pPr>
                      <a:lvl4pPr>
                        <a:lnSpc>
                          <a:spcPct val="105000"/>
                        </a:lnSpc>
                        <a:spcBef>
                          <a:spcPct val="20000"/>
                        </a:spcBef>
                        <a:buSzPct val="100000"/>
                        <a:defRPr sz="1400">
                          <a:solidFill>
                            <a:srgbClr val="000000"/>
                          </a:solidFill>
                          <a:latin typeface="Arial" panose="020B0604020202020204" pitchFamily="34" charset="0"/>
                        </a:defRPr>
                      </a:lvl4pPr>
                      <a:lvl5pPr>
                        <a:lnSpc>
                          <a:spcPct val="105000"/>
                        </a:lnSpc>
                        <a:spcBef>
                          <a:spcPct val="20000"/>
                        </a:spcBef>
                        <a:buSzPct val="100000"/>
                        <a:defRPr sz="1400">
                          <a:solidFill>
                            <a:srgbClr val="000000"/>
                          </a:solidFill>
                          <a:latin typeface="Arial" panose="020B0604020202020204" pitchFamily="34" charset="0"/>
                        </a:defRPr>
                      </a:lvl5pPr>
                      <a:lvl6pPr fontAlgn="base">
                        <a:lnSpc>
                          <a:spcPct val="105000"/>
                        </a:lnSpc>
                        <a:spcBef>
                          <a:spcPct val="20000"/>
                        </a:spcBef>
                        <a:spcAft>
                          <a:spcPct val="0"/>
                        </a:spcAft>
                        <a:buSzPct val="100000"/>
                        <a:defRPr sz="1400">
                          <a:solidFill>
                            <a:srgbClr val="000000"/>
                          </a:solidFill>
                          <a:latin typeface="Arial" panose="020B0604020202020204" pitchFamily="34" charset="0"/>
                        </a:defRPr>
                      </a:lvl6pPr>
                      <a:lvl7pPr fontAlgn="base">
                        <a:lnSpc>
                          <a:spcPct val="105000"/>
                        </a:lnSpc>
                        <a:spcBef>
                          <a:spcPct val="20000"/>
                        </a:spcBef>
                        <a:spcAft>
                          <a:spcPct val="0"/>
                        </a:spcAft>
                        <a:buSzPct val="100000"/>
                        <a:defRPr sz="1400">
                          <a:solidFill>
                            <a:srgbClr val="000000"/>
                          </a:solidFill>
                          <a:latin typeface="Arial" panose="020B0604020202020204" pitchFamily="34" charset="0"/>
                        </a:defRPr>
                      </a:lvl7pPr>
                      <a:lvl8pPr fontAlgn="base">
                        <a:lnSpc>
                          <a:spcPct val="105000"/>
                        </a:lnSpc>
                        <a:spcBef>
                          <a:spcPct val="20000"/>
                        </a:spcBef>
                        <a:spcAft>
                          <a:spcPct val="0"/>
                        </a:spcAft>
                        <a:buSzPct val="100000"/>
                        <a:defRPr sz="1400">
                          <a:solidFill>
                            <a:srgbClr val="000000"/>
                          </a:solidFill>
                          <a:latin typeface="Arial" panose="020B0604020202020204" pitchFamily="34" charset="0"/>
                        </a:defRPr>
                      </a:lvl8pPr>
                      <a:lvl9pPr fontAlgn="base">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5000"/>
                        </a:lnSpc>
                        <a:spcBef>
                          <a:spcPct val="20000"/>
                        </a:spcBef>
                        <a:spcAft>
                          <a:spcPct val="0"/>
                        </a:spcAft>
                        <a:buClrTx/>
                        <a:buSzPct val="100000"/>
                        <a:buFontTx/>
                        <a:buNone/>
                        <a:tabLst/>
                      </a:pPr>
                      <a:r>
                        <a:rPr kumimoji="0" lang="en-US" altLang="nl-NL" sz="1100" b="0" i="0" u="none" strike="noStrike" cap="none" normalizeH="0" baseline="0">
                          <a:ln>
                            <a:noFill/>
                          </a:ln>
                          <a:solidFill>
                            <a:srgbClr val="000000"/>
                          </a:solidFill>
                          <a:effectLst/>
                          <a:latin typeface="Arial" panose="020B0604020202020204" pitchFamily="34" charset="0"/>
                        </a:rPr>
                        <a:t>17</a:t>
                      </a:r>
                    </a:p>
                  </a:txBody>
                  <a:tcPr marL="0" marR="0" marT="0" marB="0" anchor="ctr" horzOverflow="overflow">
                    <a:lnL w="0" cap="flat" cmpd="sng" algn="ctr">
                      <a:solidFill>
                        <a:schemeClr val="tx1"/>
                      </a:solidFill>
                      <a:prstDash val="solid"/>
                      <a:round/>
                      <a:headEnd type="none" w="med" len="med"/>
                      <a:tailEnd type="none" w="med" len="med"/>
                    </a:lnL>
                    <a:lnR w="0" cap="flat" cmpd="sng" algn="ctr">
                      <a:solidFill>
                        <a:schemeClr val="tx1"/>
                      </a:solidFill>
                      <a:prstDash val="solid"/>
                      <a:round/>
                      <a:headEnd type="none" w="med" len="med"/>
                      <a:tailEnd type="none" w="med" len="med"/>
                    </a:lnR>
                    <a:lnT w="0" cap="flat" cmpd="sng" algn="ctr">
                      <a:solidFill>
                        <a:schemeClr val="tx1"/>
                      </a:solidFill>
                      <a:prstDash val="solid"/>
                      <a:round/>
                      <a:headEnd type="none" w="med" len="med"/>
                      <a:tailEnd type="none" w="med" len="med"/>
                    </a:lnT>
                    <a:lnB w="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a:lnSpc>
                          <a:spcPct val="105000"/>
                        </a:lnSpc>
                        <a:spcBef>
                          <a:spcPct val="20000"/>
                        </a:spcBef>
                        <a:buSzPct val="100000"/>
                        <a:defRPr>
                          <a:solidFill>
                            <a:srgbClr val="000000"/>
                          </a:solidFill>
                          <a:latin typeface="Arial" panose="020B0604020202020204" pitchFamily="34" charset="0"/>
                        </a:defRPr>
                      </a:lvl2pPr>
                      <a:lvl3pPr>
                        <a:lnSpc>
                          <a:spcPct val="105000"/>
                        </a:lnSpc>
                        <a:spcBef>
                          <a:spcPct val="20000"/>
                        </a:spcBef>
                        <a:buSzPct val="100000"/>
                        <a:defRPr sz="1600">
                          <a:solidFill>
                            <a:srgbClr val="000000"/>
                          </a:solidFill>
                          <a:latin typeface="Arial" panose="020B0604020202020204" pitchFamily="34" charset="0"/>
                        </a:defRPr>
                      </a:lvl3pPr>
                      <a:lvl4pPr>
                        <a:lnSpc>
                          <a:spcPct val="105000"/>
                        </a:lnSpc>
                        <a:spcBef>
                          <a:spcPct val="20000"/>
                        </a:spcBef>
                        <a:buSzPct val="100000"/>
                        <a:defRPr sz="1400">
                          <a:solidFill>
                            <a:srgbClr val="000000"/>
                          </a:solidFill>
                          <a:latin typeface="Arial" panose="020B0604020202020204" pitchFamily="34" charset="0"/>
                        </a:defRPr>
                      </a:lvl4pPr>
                      <a:lvl5pPr>
                        <a:lnSpc>
                          <a:spcPct val="105000"/>
                        </a:lnSpc>
                        <a:spcBef>
                          <a:spcPct val="20000"/>
                        </a:spcBef>
                        <a:buSzPct val="100000"/>
                        <a:defRPr sz="1400">
                          <a:solidFill>
                            <a:srgbClr val="000000"/>
                          </a:solidFill>
                          <a:latin typeface="Arial" panose="020B0604020202020204" pitchFamily="34" charset="0"/>
                        </a:defRPr>
                      </a:lvl5pPr>
                      <a:lvl6pPr fontAlgn="base">
                        <a:lnSpc>
                          <a:spcPct val="105000"/>
                        </a:lnSpc>
                        <a:spcBef>
                          <a:spcPct val="20000"/>
                        </a:spcBef>
                        <a:spcAft>
                          <a:spcPct val="0"/>
                        </a:spcAft>
                        <a:buSzPct val="100000"/>
                        <a:defRPr sz="1400">
                          <a:solidFill>
                            <a:srgbClr val="000000"/>
                          </a:solidFill>
                          <a:latin typeface="Arial" panose="020B0604020202020204" pitchFamily="34" charset="0"/>
                        </a:defRPr>
                      </a:lvl6pPr>
                      <a:lvl7pPr fontAlgn="base">
                        <a:lnSpc>
                          <a:spcPct val="105000"/>
                        </a:lnSpc>
                        <a:spcBef>
                          <a:spcPct val="20000"/>
                        </a:spcBef>
                        <a:spcAft>
                          <a:spcPct val="0"/>
                        </a:spcAft>
                        <a:buSzPct val="100000"/>
                        <a:defRPr sz="1400">
                          <a:solidFill>
                            <a:srgbClr val="000000"/>
                          </a:solidFill>
                          <a:latin typeface="Arial" panose="020B0604020202020204" pitchFamily="34" charset="0"/>
                        </a:defRPr>
                      </a:lvl7pPr>
                      <a:lvl8pPr fontAlgn="base">
                        <a:lnSpc>
                          <a:spcPct val="105000"/>
                        </a:lnSpc>
                        <a:spcBef>
                          <a:spcPct val="20000"/>
                        </a:spcBef>
                        <a:spcAft>
                          <a:spcPct val="0"/>
                        </a:spcAft>
                        <a:buSzPct val="100000"/>
                        <a:defRPr sz="1400">
                          <a:solidFill>
                            <a:srgbClr val="000000"/>
                          </a:solidFill>
                          <a:latin typeface="Arial" panose="020B0604020202020204" pitchFamily="34" charset="0"/>
                        </a:defRPr>
                      </a:lvl8pPr>
                      <a:lvl9pPr fontAlgn="base">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5000"/>
                        </a:lnSpc>
                        <a:spcBef>
                          <a:spcPct val="20000"/>
                        </a:spcBef>
                        <a:spcAft>
                          <a:spcPct val="0"/>
                        </a:spcAft>
                        <a:buClrTx/>
                        <a:buSzPct val="100000"/>
                        <a:buFontTx/>
                        <a:buNone/>
                        <a:tabLst/>
                      </a:pPr>
                      <a:r>
                        <a:rPr kumimoji="0" lang="en-US" altLang="nl-NL" sz="1100" b="0" i="0" u="none" strike="noStrike" cap="none" normalizeH="0" baseline="0">
                          <a:ln>
                            <a:noFill/>
                          </a:ln>
                          <a:solidFill>
                            <a:srgbClr val="000000"/>
                          </a:solidFill>
                          <a:effectLst/>
                          <a:latin typeface="Arial" panose="020B0604020202020204" pitchFamily="34" charset="0"/>
                        </a:rPr>
                        <a:t>18</a:t>
                      </a:r>
                    </a:p>
                  </a:txBody>
                  <a:tcPr marL="0" marR="0" marT="0" marB="0" anchor="ctr" horzOverflow="overflow">
                    <a:lnL w="0" cap="flat" cmpd="sng" algn="ctr">
                      <a:solidFill>
                        <a:schemeClr val="tx1"/>
                      </a:solidFill>
                      <a:prstDash val="solid"/>
                      <a:round/>
                      <a:headEnd type="none" w="med" len="med"/>
                      <a:tailEnd type="none" w="med" len="med"/>
                    </a:lnL>
                    <a:lnR w="0" cap="flat" cmpd="sng" algn="ctr">
                      <a:solidFill>
                        <a:schemeClr val="tx1"/>
                      </a:solidFill>
                      <a:prstDash val="solid"/>
                      <a:round/>
                      <a:headEnd type="none" w="med" len="med"/>
                      <a:tailEnd type="none" w="med" len="med"/>
                    </a:lnR>
                    <a:lnT w="0" cap="flat" cmpd="sng" algn="ctr">
                      <a:solidFill>
                        <a:schemeClr val="tx1"/>
                      </a:solidFill>
                      <a:prstDash val="solid"/>
                      <a:round/>
                      <a:headEnd type="none" w="med" len="med"/>
                      <a:tailEnd type="none" w="med" len="med"/>
                    </a:lnT>
                    <a:lnB w="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a:lnSpc>
                          <a:spcPct val="105000"/>
                        </a:lnSpc>
                        <a:spcBef>
                          <a:spcPct val="20000"/>
                        </a:spcBef>
                        <a:buSzPct val="100000"/>
                        <a:defRPr>
                          <a:solidFill>
                            <a:srgbClr val="000000"/>
                          </a:solidFill>
                          <a:latin typeface="Arial" panose="020B0604020202020204" pitchFamily="34" charset="0"/>
                        </a:defRPr>
                      </a:lvl2pPr>
                      <a:lvl3pPr>
                        <a:lnSpc>
                          <a:spcPct val="105000"/>
                        </a:lnSpc>
                        <a:spcBef>
                          <a:spcPct val="20000"/>
                        </a:spcBef>
                        <a:buSzPct val="100000"/>
                        <a:defRPr sz="1600">
                          <a:solidFill>
                            <a:srgbClr val="000000"/>
                          </a:solidFill>
                          <a:latin typeface="Arial" panose="020B0604020202020204" pitchFamily="34" charset="0"/>
                        </a:defRPr>
                      </a:lvl3pPr>
                      <a:lvl4pPr>
                        <a:lnSpc>
                          <a:spcPct val="105000"/>
                        </a:lnSpc>
                        <a:spcBef>
                          <a:spcPct val="20000"/>
                        </a:spcBef>
                        <a:buSzPct val="100000"/>
                        <a:defRPr sz="1400">
                          <a:solidFill>
                            <a:srgbClr val="000000"/>
                          </a:solidFill>
                          <a:latin typeface="Arial" panose="020B0604020202020204" pitchFamily="34" charset="0"/>
                        </a:defRPr>
                      </a:lvl4pPr>
                      <a:lvl5pPr>
                        <a:lnSpc>
                          <a:spcPct val="105000"/>
                        </a:lnSpc>
                        <a:spcBef>
                          <a:spcPct val="20000"/>
                        </a:spcBef>
                        <a:buSzPct val="100000"/>
                        <a:defRPr sz="1400">
                          <a:solidFill>
                            <a:srgbClr val="000000"/>
                          </a:solidFill>
                          <a:latin typeface="Arial" panose="020B0604020202020204" pitchFamily="34" charset="0"/>
                        </a:defRPr>
                      </a:lvl5pPr>
                      <a:lvl6pPr fontAlgn="base">
                        <a:lnSpc>
                          <a:spcPct val="105000"/>
                        </a:lnSpc>
                        <a:spcBef>
                          <a:spcPct val="20000"/>
                        </a:spcBef>
                        <a:spcAft>
                          <a:spcPct val="0"/>
                        </a:spcAft>
                        <a:buSzPct val="100000"/>
                        <a:defRPr sz="1400">
                          <a:solidFill>
                            <a:srgbClr val="000000"/>
                          </a:solidFill>
                          <a:latin typeface="Arial" panose="020B0604020202020204" pitchFamily="34" charset="0"/>
                        </a:defRPr>
                      </a:lvl6pPr>
                      <a:lvl7pPr fontAlgn="base">
                        <a:lnSpc>
                          <a:spcPct val="105000"/>
                        </a:lnSpc>
                        <a:spcBef>
                          <a:spcPct val="20000"/>
                        </a:spcBef>
                        <a:spcAft>
                          <a:spcPct val="0"/>
                        </a:spcAft>
                        <a:buSzPct val="100000"/>
                        <a:defRPr sz="1400">
                          <a:solidFill>
                            <a:srgbClr val="000000"/>
                          </a:solidFill>
                          <a:latin typeface="Arial" panose="020B0604020202020204" pitchFamily="34" charset="0"/>
                        </a:defRPr>
                      </a:lvl7pPr>
                      <a:lvl8pPr fontAlgn="base">
                        <a:lnSpc>
                          <a:spcPct val="105000"/>
                        </a:lnSpc>
                        <a:spcBef>
                          <a:spcPct val="20000"/>
                        </a:spcBef>
                        <a:spcAft>
                          <a:spcPct val="0"/>
                        </a:spcAft>
                        <a:buSzPct val="100000"/>
                        <a:defRPr sz="1400">
                          <a:solidFill>
                            <a:srgbClr val="000000"/>
                          </a:solidFill>
                          <a:latin typeface="Arial" panose="020B0604020202020204" pitchFamily="34" charset="0"/>
                        </a:defRPr>
                      </a:lvl8pPr>
                      <a:lvl9pPr fontAlgn="base">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5000"/>
                        </a:lnSpc>
                        <a:spcBef>
                          <a:spcPct val="20000"/>
                        </a:spcBef>
                        <a:spcAft>
                          <a:spcPct val="0"/>
                        </a:spcAft>
                        <a:buClrTx/>
                        <a:buSzPct val="100000"/>
                        <a:buFontTx/>
                        <a:buNone/>
                        <a:tabLst/>
                      </a:pPr>
                      <a:r>
                        <a:rPr kumimoji="0" lang="en-US" altLang="nl-NL" sz="1100" b="0" i="0" u="none" strike="noStrike" cap="none" normalizeH="0" baseline="0">
                          <a:ln>
                            <a:noFill/>
                          </a:ln>
                          <a:solidFill>
                            <a:srgbClr val="000000"/>
                          </a:solidFill>
                          <a:effectLst/>
                          <a:latin typeface="Arial" panose="020B0604020202020204" pitchFamily="34" charset="0"/>
                        </a:rPr>
                        <a:t>19</a:t>
                      </a:r>
                    </a:p>
                  </a:txBody>
                  <a:tcPr marL="0" marR="0" marT="0" marB="0" anchor="ctr" horzOverflow="overflow">
                    <a:lnL w="0" cap="flat" cmpd="sng" algn="ctr">
                      <a:solidFill>
                        <a:schemeClr val="tx1"/>
                      </a:solidFill>
                      <a:prstDash val="solid"/>
                      <a:round/>
                      <a:headEnd type="none" w="med" len="med"/>
                      <a:tailEnd type="none" w="med" len="med"/>
                    </a:lnL>
                    <a:lnR w="0" cap="flat" cmpd="sng" algn="ctr">
                      <a:solidFill>
                        <a:schemeClr val="tx1"/>
                      </a:solidFill>
                      <a:prstDash val="solid"/>
                      <a:round/>
                      <a:headEnd type="none" w="med" len="med"/>
                      <a:tailEnd type="none" w="med" len="med"/>
                    </a:lnR>
                    <a:lnT w="0" cap="flat" cmpd="sng" algn="ctr">
                      <a:solidFill>
                        <a:schemeClr val="tx1"/>
                      </a:solidFill>
                      <a:prstDash val="solid"/>
                      <a:round/>
                      <a:headEnd type="none" w="med" len="med"/>
                      <a:tailEnd type="none" w="med" len="med"/>
                    </a:lnT>
                    <a:lnB w="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a:lnSpc>
                          <a:spcPct val="105000"/>
                        </a:lnSpc>
                        <a:spcBef>
                          <a:spcPct val="20000"/>
                        </a:spcBef>
                        <a:buSzPct val="100000"/>
                        <a:defRPr>
                          <a:solidFill>
                            <a:srgbClr val="000000"/>
                          </a:solidFill>
                          <a:latin typeface="Arial" panose="020B0604020202020204" pitchFamily="34" charset="0"/>
                        </a:defRPr>
                      </a:lvl2pPr>
                      <a:lvl3pPr>
                        <a:lnSpc>
                          <a:spcPct val="105000"/>
                        </a:lnSpc>
                        <a:spcBef>
                          <a:spcPct val="20000"/>
                        </a:spcBef>
                        <a:buSzPct val="100000"/>
                        <a:defRPr sz="1600">
                          <a:solidFill>
                            <a:srgbClr val="000000"/>
                          </a:solidFill>
                          <a:latin typeface="Arial" panose="020B0604020202020204" pitchFamily="34" charset="0"/>
                        </a:defRPr>
                      </a:lvl3pPr>
                      <a:lvl4pPr>
                        <a:lnSpc>
                          <a:spcPct val="105000"/>
                        </a:lnSpc>
                        <a:spcBef>
                          <a:spcPct val="20000"/>
                        </a:spcBef>
                        <a:buSzPct val="100000"/>
                        <a:defRPr sz="1400">
                          <a:solidFill>
                            <a:srgbClr val="000000"/>
                          </a:solidFill>
                          <a:latin typeface="Arial" panose="020B0604020202020204" pitchFamily="34" charset="0"/>
                        </a:defRPr>
                      </a:lvl4pPr>
                      <a:lvl5pPr>
                        <a:lnSpc>
                          <a:spcPct val="105000"/>
                        </a:lnSpc>
                        <a:spcBef>
                          <a:spcPct val="20000"/>
                        </a:spcBef>
                        <a:buSzPct val="100000"/>
                        <a:defRPr sz="1400">
                          <a:solidFill>
                            <a:srgbClr val="000000"/>
                          </a:solidFill>
                          <a:latin typeface="Arial" panose="020B0604020202020204" pitchFamily="34" charset="0"/>
                        </a:defRPr>
                      </a:lvl5pPr>
                      <a:lvl6pPr fontAlgn="base">
                        <a:lnSpc>
                          <a:spcPct val="105000"/>
                        </a:lnSpc>
                        <a:spcBef>
                          <a:spcPct val="20000"/>
                        </a:spcBef>
                        <a:spcAft>
                          <a:spcPct val="0"/>
                        </a:spcAft>
                        <a:buSzPct val="100000"/>
                        <a:defRPr sz="1400">
                          <a:solidFill>
                            <a:srgbClr val="000000"/>
                          </a:solidFill>
                          <a:latin typeface="Arial" panose="020B0604020202020204" pitchFamily="34" charset="0"/>
                        </a:defRPr>
                      </a:lvl6pPr>
                      <a:lvl7pPr fontAlgn="base">
                        <a:lnSpc>
                          <a:spcPct val="105000"/>
                        </a:lnSpc>
                        <a:spcBef>
                          <a:spcPct val="20000"/>
                        </a:spcBef>
                        <a:spcAft>
                          <a:spcPct val="0"/>
                        </a:spcAft>
                        <a:buSzPct val="100000"/>
                        <a:defRPr sz="1400">
                          <a:solidFill>
                            <a:srgbClr val="000000"/>
                          </a:solidFill>
                          <a:latin typeface="Arial" panose="020B0604020202020204" pitchFamily="34" charset="0"/>
                        </a:defRPr>
                      </a:lvl7pPr>
                      <a:lvl8pPr fontAlgn="base">
                        <a:lnSpc>
                          <a:spcPct val="105000"/>
                        </a:lnSpc>
                        <a:spcBef>
                          <a:spcPct val="20000"/>
                        </a:spcBef>
                        <a:spcAft>
                          <a:spcPct val="0"/>
                        </a:spcAft>
                        <a:buSzPct val="100000"/>
                        <a:defRPr sz="1400">
                          <a:solidFill>
                            <a:srgbClr val="000000"/>
                          </a:solidFill>
                          <a:latin typeface="Arial" panose="020B0604020202020204" pitchFamily="34" charset="0"/>
                        </a:defRPr>
                      </a:lvl8pPr>
                      <a:lvl9pPr fontAlgn="base">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5000"/>
                        </a:lnSpc>
                        <a:spcBef>
                          <a:spcPct val="20000"/>
                        </a:spcBef>
                        <a:spcAft>
                          <a:spcPct val="0"/>
                        </a:spcAft>
                        <a:buClrTx/>
                        <a:buSzPct val="100000"/>
                        <a:buFontTx/>
                        <a:buNone/>
                        <a:tabLst/>
                      </a:pPr>
                      <a:r>
                        <a:rPr kumimoji="0" lang="en-US" altLang="nl-NL" sz="1100" b="0" i="0" u="none" strike="noStrike" cap="none" normalizeH="0" baseline="0">
                          <a:ln>
                            <a:noFill/>
                          </a:ln>
                          <a:solidFill>
                            <a:srgbClr val="000000"/>
                          </a:solidFill>
                          <a:effectLst/>
                          <a:latin typeface="Arial" panose="020B0604020202020204" pitchFamily="34" charset="0"/>
                        </a:rPr>
                        <a:t>20</a:t>
                      </a:r>
                    </a:p>
                  </a:txBody>
                  <a:tcPr marL="0" marR="0" marT="0" marB="0" anchor="ctr" horzOverflow="overflow">
                    <a:lnL w="0" cap="flat" cmpd="sng" algn="ctr">
                      <a:solidFill>
                        <a:schemeClr val="tx1"/>
                      </a:solidFill>
                      <a:prstDash val="solid"/>
                      <a:round/>
                      <a:headEnd type="none" w="med" len="med"/>
                      <a:tailEnd type="none" w="med" len="med"/>
                    </a:lnL>
                    <a:lnR w="0" cap="flat" cmpd="sng" algn="ctr">
                      <a:solidFill>
                        <a:schemeClr val="tx1"/>
                      </a:solidFill>
                      <a:prstDash val="solid"/>
                      <a:round/>
                      <a:headEnd type="none" w="med" len="med"/>
                      <a:tailEnd type="none" w="med" len="med"/>
                    </a:lnR>
                    <a:lnT w="0" cap="flat" cmpd="sng" algn="ctr">
                      <a:solidFill>
                        <a:schemeClr val="tx1"/>
                      </a:solidFill>
                      <a:prstDash val="solid"/>
                      <a:round/>
                      <a:headEnd type="none" w="med" len="med"/>
                      <a:tailEnd type="none" w="med" len="med"/>
                    </a:lnT>
                    <a:lnB w="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a:lnSpc>
                          <a:spcPct val="105000"/>
                        </a:lnSpc>
                        <a:spcBef>
                          <a:spcPct val="20000"/>
                        </a:spcBef>
                        <a:buSzPct val="100000"/>
                        <a:defRPr>
                          <a:solidFill>
                            <a:srgbClr val="000000"/>
                          </a:solidFill>
                          <a:latin typeface="Arial" panose="020B0604020202020204" pitchFamily="34" charset="0"/>
                        </a:defRPr>
                      </a:lvl2pPr>
                      <a:lvl3pPr>
                        <a:lnSpc>
                          <a:spcPct val="105000"/>
                        </a:lnSpc>
                        <a:spcBef>
                          <a:spcPct val="20000"/>
                        </a:spcBef>
                        <a:buSzPct val="100000"/>
                        <a:defRPr sz="1600">
                          <a:solidFill>
                            <a:srgbClr val="000000"/>
                          </a:solidFill>
                          <a:latin typeface="Arial" panose="020B0604020202020204" pitchFamily="34" charset="0"/>
                        </a:defRPr>
                      </a:lvl3pPr>
                      <a:lvl4pPr>
                        <a:lnSpc>
                          <a:spcPct val="105000"/>
                        </a:lnSpc>
                        <a:spcBef>
                          <a:spcPct val="20000"/>
                        </a:spcBef>
                        <a:buSzPct val="100000"/>
                        <a:defRPr sz="1400">
                          <a:solidFill>
                            <a:srgbClr val="000000"/>
                          </a:solidFill>
                          <a:latin typeface="Arial" panose="020B0604020202020204" pitchFamily="34" charset="0"/>
                        </a:defRPr>
                      </a:lvl4pPr>
                      <a:lvl5pPr>
                        <a:lnSpc>
                          <a:spcPct val="105000"/>
                        </a:lnSpc>
                        <a:spcBef>
                          <a:spcPct val="20000"/>
                        </a:spcBef>
                        <a:buSzPct val="100000"/>
                        <a:defRPr sz="1400">
                          <a:solidFill>
                            <a:srgbClr val="000000"/>
                          </a:solidFill>
                          <a:latin typeface="Arial" panose="020B0604020202020204" pitchFamily="34" charset="0"/>
                        </a:defRPr>
                      </a:lvl5pPr>
                      <a:lvl6pPr fontAlgn="base">
                        <a:lnSpc>
                          <a:spcPct val="105000"/>
                        </a:lnSpc>
                        <a:spcBef>
                          <a:spcPct val="20000"/>
                        </a:spcBef>
                        <a:spcAft>
                          <a:spcPct val="0"/>
                        </a:spcAft>
                        <a:buSzPct val="100000"/>
                        <a:defRPr sz="1400">
                          <a:solidFill>
                            <a:srgbClr val="000000"/>
                          </a:solidFill>
                          <a:latin typeface="Arial" panose="020B0604020202020204" pitchFamily="34" charset="0"/>
                        </a:defRPr>
                      </a:lvl6pPr>
                      <a:lvl7pPr fontAlgn="base">
                        <a:lnSpc>
                          <a:spcPct val="105000"/>
                        </a:lnSpc>
                        <a:spcBef>
                          <a:spcPct val="20000"/>
                        </a:spcBef>
                        <a:spcAft>
                          <a:spcPct val="0"/>
                        </a:spcAft>
                        <a:buSzPct val="100000"/>
                        <a:defRPr sz="1400">
                          <a:solidFill>
                            <a:srgbClr val="000000"/>
                          </a:solidFill>
                          <a:latin typeface="Arial" panose="020B0604020202020204" pitchFamily="34" charset="0"/>
                        </a:defRPr>
                      </a:lvl7pPr>
                      <a:lvl8pPr fontAlgn="base">
                        <a:lnSpc>
                          <a:spcPct val="105000"/>
                        </a:lnSpc>
                        <a:spcBef>
                          <a:spcPct val="20000"/>
                        </a:spcBef>
                        <a:spcAft>
                          <a:spcPct val="0"/>
                        </a:spcAft>
                        <a:buSzPct val="100000"/>
                        <a:defRPr sz="1400">
                          <a:solidFill>
                            <a:srgbClr val="000000"/>
                          </a:solidFill>
                          <a:latin typeface="Arial" panose="020B0604020202020204" pitchFamily="34" charset="0"/>
                        </a:defRPr>
                      </a:lvl8pPr>
                      <a:lvl9pPr fontAlgn="base">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5000"/>
                        </a:lnSpc>
                        <a:spcBef>
                          <a:spcPct val="20000"/>
                        </a:spcBef>
                        <a:spcAft>
                          <a:spcPct val="0"/>
                        </a:spcAft>
                        <a:buClrTx/>
                        <a:buSzPct val="100000"/>
                        <a:buFontTx/>
                        <a:buNone/>
                        <a:tabLst/>
                      </a:pPr>
                      <a:r>
                        <a:rPr kumimoji="0" lang="en-US" altLang="nl-NL" sz="1100" b="0" i="0" u="none" strike="noStrike" cap="none" normalizeH="0" baseline="0">
                          <a:ln>
                            <a:noFill/>
                          </a:ln>
                          <a:solidFill>
                            <a:srgbClr val="000000"/>
                          </a:solidFill>
                          <a:effectLst/>
                          <a:latin typeface="Arial" panose="020B0604020202020204" pitchFamily="34" charset="0"/>
                        </a:rPr>
                        <a:t>…</a:t>
                      </a:r>
                    </a:p>
                  </a:txBody>
                  <a:tcPr marL="0" marR="0" marT="0" marB="0" anchor="ctr" horzOverflow="overflow">
                    <a:lnL w="0" cap="flat" cmpd="sng" algn="ctr">
                      <a:solidFill>
                        <a:schemeClr val="tx1"/>
                      </a:solidFill>
                      <a:prstDash val="solid"/>
                      <a:round/>
                      <a:headEnd type="none" w="med" len="med"/>
                      <a:tailEnd type="none" w="med" len="med"/>
                    </a:lnL>
                    <a:lnR w="0" cap="flat" cmpd="sng" algn="ctr">
                      <a:solidFill>
                        <a:schemeClr val="tx1"/>
                      </a:solidFill>
                      <a:prstDash val="solid"/>
                      <a:round/>
                      <a:headEnd type="none" w="med" len="med"/>
                      <a:tailEnd type="none" w="med" len="med"/>
                    </a:lnR>
                    <a:lnT w="0" cap="flat" cmpd="sng" algn="ctr">
                      <a:solidFill>
                        <a:schemeClr val="tx1"/>
                      </a:solidFill>
                      <a:prstDash val="solid"/>
                      <a:round/>
                      <a:headEnd type="none" w="med" len="med"/>
                      <a:tailEnd type="none" w="med" len="med"/>
                    </a:lnT>
                    <a:lnB w="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a:lnSpc>
                          <a:spcPct val="105000"/>
                        </a:lnSpc>
                        <a:spcBef>
                          <a:spcPct val="20000"/>
                        </a:spcBef>
                        <a:buSzPct val="100000"/>
                        <a:defRPr>
                          <a:solidFill>
                            <a:srgbClr val="000000"/>
                          </a:solidFill>
                          <a:latin typeface="Arial" panose="020B0604020202020204" pitchFamily="34" charset="0"/>
                        </a:defRPr>
                      </a:lvl2pPr>
                      <a:lvl3pPr>
                        <a:lnSpc>
                          <a:spcPct val="105000"/>
                        </a:lnSpc>
                        <a:spcBef>
                          <a:spcPct val="20000"/>
                        </a:spcBef>
                        <a:buSzPct val="100000"/>
                        <a:defRPr sz="1600">
                          <a:solidFill>
                            <a:srgbClr val="000000"/>
                          </a:solidFill>
                          <a:latin typeface="Arial" panose="020B0604020202020204" pitchFamily="34" charset="0"/>
                        </a:defRPr>
                      </a:lvl3pPr>
                      <a:lvl4pPr>
                        <a:lnSpc>
                          <a:spcPct val="105000"/>
                        </a:lnSpc>
                        <a:spcBef>
                          <a:spcPct val="20000"/>
                        </a:spcBef>
                        <a:buSzPct val="100000"/>
                        <a:defRPr sz="1400">
                          <a:solidFill>
                            <a:srgbClr val="000000"/>
                          </a:solidFill>
                          <a:latin typeface="Arial" panose="020B0604020202020204" pitchFamily="34" charset="0"/>
                        </a:defRPr>
                      </a:lvl4pPr>
                      <a:lvl5pPr>
                        <a:lnSpc>
                          <a:spcPct val="105000"/>
                        </a:lnSpc>
                        <a:spcBef>
                          <a:spcPct val="20000"/>
                        </a:spcBef>
                        <a:buSzPct val="100000"/>
                        <a:defRPr sz="1400">
                          <a:solidFill>
                            <a:srgbClr val="000000"/>
                          </a:solidFill>
                          <a:latin typeface="Arial" panose="020B0604020202020204" pitchFamily="34" charset="0"/>
                        </a:defRPr>
                      </a:lvl5pPr>
                      <a:lvl6pPr fontAlgn="base">
                        <a:lnSpc>
                          <a:spcPct val="105000"/>
                        </a:lnSpc>
                        <a:spcBef>
                          <a:spcPct val="20000"/>
                        </a:spcBef>
                        <a:spcAft>
                          <a:spcPct val="0"/>
                        </a:spcAft>
                        <a:buSzPct val="100000"/>
                        <a:defRPr sz="1400">
                          <a:solidFill>
                            <a:srgbClr val="000000"/>
                          </a:solidFill>
                          <a:latin typeface="Arial" panose="020B0604020202020204" pitchFamily="34" charset="0"/>
                        </a:defRPr>
                      </a:lvl6pPr>
                      <a:lvl7pPr fontAlgn="base">
                        <a:lnSpc>
                          <a:spcPct val="105000"/>
                        </a:lnSpc>
                        <a:spcBef>
                          <a:spcPct val="20000"/>
                        </a:spcBef>
                        <a:spcAft>
                          <a:spcPct val="0"/>
                        </a:spcAft>
                        <a:buSzPct val="100000"/>
                        <a:defRPr sz="1400">
                          <a:solidFill>
                            <a:srgbClr val="000000"/>
                          </a:solidFill>
                          <a:latin typeface="Arial" panose="020B0604020202020204" pitchFamily="34" charset="0"/>
                        </a:defRPr>
                      </a:lvl7pPr>
                      <a:lvl8pPr fontAlgn="base">
                        <a:lnSpc>
                          <a:spcPct val="105000"/>
                        </a:lnSpc>
                        <a:spcBef>
                          <a:spcPct val="20000"/>
                        </a:spcBef>
                        <a:spcAft>
                          <a:spcPct val="0"/>
                        </a:spcAft>
                        <a:buSzPct val="100000"/>
                        <a:defRPr sz="1400">
                          <a:solidFill>
                            <a:srgbClr val="000000"/>
                          </a:solidFill>
                          <a:latin typeface="Arial" panose="020B0604020202020204" pitchFamily="34" charset="0"/>
                        </a:defRPr>
                      </a:lvl8pPr>
                      <a:lvl9pPr fontAlgn="base">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5000"/>
                        </a:lnSpc>
                        <a:spcBef>
                          <a:spcPct val="20000"/>
                        </a:spcBef>
                        <a:spcAft>
                          <a:spcPct val="0"/>
                        </a:spcAft>
                        <a:buClrTx/>
                        <a:buSzPct val="100000"/>
                        <a:buFontTx/>
                        <a:buNone/>
                        <a:tabLst/>
                      </a:pPr>
                      <a:r>
                        <a:rPr kumimoji="0" lang="en-US" altLang="nl-NL" sz="1100" b="1" i="0" u="none" strike="noStrike" cap="none" normalizeH="0" baseline="0">
                          <a:ln>
                            <a:noFill/>
                          </a:ln>
                          <a:solidFill>
                            <a:srgbClr val="000000"/>
                          </a:solidFill>
                          <a:effectLst/>
                          <a:latin typeface="Arial" panose="020B0604020202020204" pitchFamily="34" charset="0"/>
                        </a:rPr>
                        <a:t>30</a:t>
                      </a:r>
                    </a:p>
                  </a:txBody>
                  <a:tcPr marL="0" marR="0" marT="0" marB="0" anchor="ctr" horzOverflow="overflow">
                    <a:lnL w="0" cap="flat" cmpd="sng" algn="ctr">
                      <a:solidFill>
                        <a:schemeClr val="tx1"/>
                      </a:solidFill>
                      <a:prstDash val="solid"/>
                      <a:round/>
                      <a:headEnd type="none" w="med" len="med"/>
                      <a:tailEnd type="none" w="med" len="med"/>
                    </a:lnL>
                    <a:lnR w="0" cap="flat" cmpd="sng" algn="ctr">
                      <a:solidFill>
                        <a:schemeClr val="tx1"/>
                      </a:solidFill>
                      <a:prstDash val="solid"/>
                      <a:round/>
                      <a:headEnd type="none" w="med" len="med"/>
                      <a:tailEnd type="none" w="med" len="med"/>
                    </a:lnR>
                    <a:lnT w="0" cap="flat" cmpd="sng" algn="ctr">
                      <a:solidFill>
                        <a:schemeClr val="tx1"/>
                      </a:solidFill>
                      <a:prstDash val="solid"/>
                      <a:round/>
                      <a:headEnd type="none" w="med" len="med"/>
                      <a:tailEnd type="none" w="med" len="med"/>
                    </a:lnT>
                    <a:lnB w="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23850">
                <a:tc>
                  <a:txBody>
                    <a:bodyPr/>
                    <a:lstStyle>
                      <a:lvl1pPr>
                        <a:lnSpc>
                          <a:spcPct val="105000"/>
                        </a:lnSpc>
                        <a:spcBef>
                          <a:spcPct val="20000"/>
                        </a:spcBef>
                        <a:buSzPct val="100000"/>
                        <a:defRPr>
                          <a:solidFill>
                            <a:srgbClr val="000000"/>
                          </a:solidFill>
                          <a:latin typeface="Arial" panose="020B0604020202020204" pitchFamily="34" charset="0"/>
                        </a:defRPr>
                      </a:lvl1pPr>
                      <a:lvl2pPr>
                        <a:lnSpc>
                          <a:spcPct val="105000"/>
                        </a:lnSpc>
                        <a:spcBef>
                          <a:spcPct val="20000"/>
                        </a:spcBef>
                        <a:buSzPct val="100000"/>
                        <a:defRPr>
                          <a:solidFill>
                            <a:srgbClr val="000000"/>
                          </a:solidFill>
                          <a:latin typeface="Arial" panose="020B0604020202020204" pitchFamily="34" charset="0"/>
                        </a:defRPr>
                      </a:lvl2pPr>
                      <a:lvl3pPr>
                        <a:lnSpc>
                          <a:spcPct val="105000"/>
                        </a:lnSpc>
                        <a:spcBef>
                          <a:spcPct val="20000"/>
                        </a:spcBef>
                        <a:buSzPct val="100000"/>
                        <a:defRPr sz="1600">
                          <a:solidFill>
                            <a:srgbClr val="000000"/>
                          </a:solidFill>
                          <a:latin typeface="Arial" panose="020B0604020202020204" pitchFamily="34" charset="0"/>
                        </a:defRPr>
                      </a:lvl3pPr>
                      <a:lvl4pPr>
                        <a:lnSpc>
                          <a:spcPct val="105000"/>
                        </a:lnSpc>
                        <a:spcBef>
                          <a:spcPct val="20000"/>
                        </a:spcBef>
                        <a:buSzPct val="100000"/>
                        <a:defRPr sz="1400">
                          <a:solidFill>
                            <a:srgbClr val="000000"/>
                          </a:solidFill>
                          <a:latin typeface="Arial" panose="020B0604020202020204" pitchFamily="34" charset="0"/>
                        </a:defRPr>
                      </a:lvl4pPr>
                      <a:lvl5pPr>
                        <a:lnSpc>
                          <a:spcPct val="105000"/>
                        </a:lnSpc>
                        <a:spcBef>
                          <a:spcPct val="20000"/>
                        </a:spcBef>
                        <a:buSzPct val="100000"/>
                        <a:defRPr sz="1400">
                          <a:solidFill>
                            <a:srgbClr val="000000"/>
                          </a:solidFill>
                          <a:latin typeface="Arial" panose="020B0604020202020204" pitchFamily="34" charset="0"/>
                        </a:defRPr>
                      </a:lvl5pPr>
                      <a:lvl6pPr fontAlgn="base">
                        <a:lnSpc>
                          <a:spcPct val="105000"/>
                        </a:lnSpc>
                        <a:spcBef>
                          <a:spcPct val="20000"/>
                        </a:spcBef>
                        <a:spcAft>
                          <a:spcPct val="0"/>
                        </a:spcAft>
                        <a:buSzPct val="100000"/>
                        <a:defRPr sz="1400">
                          <a:solidFill>
                            <a:srgbClr val="000000"/>
                          </a:solidFill>
                          <a:latin typeface="Arial" panose="020B0604020202020204" pitchFamily="34" charset="0"/>
                        </a:defRPr>
                      </a:lvl6pPr>
                      <a:lvl7pPr fontAlgn="base">
                        <a:lnSpc>
                          <a:spcPct val="105000"/>
                        </a:lnSpc>
                        <a:spcBef>
                          <a:spcPct val="20000"/>
                        </a:spcBef>
                        <a:spcAft>
                          <a:spcPct val="0"/>
                        </a:spcAft>
                        <a:buSzPct val="100000"/>
                        <a:defRPr sz="1400">
                          <a:solidFill>
                            <a:srgbClr val="000000"/>
                          </a:solidFill>
                          <a:latin typeface="Arial" panose="020B0604020202020204" pitchFamily="34" charset="0"/>
                        </a:defRPr>
                      </a:lvl7pPr>
                      <a:lvl8pPr fontAlgn="base">
                        <a:lnSpc>
                          <a:spcPct val="105000"/>
                        </a:lnSpc>
                        <a:spcBef>
                          <a:spcPct val="20000"/>
                        </a:spcBef>
                        <a:spcAft>
                          <a:spcPct val="0"/>
                        </a:spcAft>
                        <a:buSzPct val="100000"/>
                        <a:defRPr sz="1400">
                          <a:solidFill>
                            <a:srgbClr val="000000"/>
                          </a:solidFill>
                          <a:latin typeface="Arial" panose="020B0604020202020204" pitchFamily="34" charset="0"/>
                        </a:defRPr>
                      </a:lvl8pPr>
                      <a:lvl9pPr fontAlgn="base">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5000"/>
                        </a:lnSpc>
                        <a:spcBef>
                          <a:spcPct val="20000"/>
                        </a:spcBef>
                        <a:spcAft>
                          <a:spcPct val="0"/>
                        </a:spcAft>
                        <a:buClrTx/>
                        <a:buSzPct val="100000"/>
                        <a:buFontTx/>
                        <a:buNone/>
                        <a:tabLst/>
                      </a:pPr>
                      <a:r>
                        <a:rPr kumimoji="0" lang="en-US" altLang="nl-NL" sz="1400" b="1" i="0" u="none" strike="noStrike" cap="none" normalizeH="0" baseline="0">
                          <a:ln>
                            <a:noFill/>
                          </a:ln>
                          <a:solidFill>
                            <a:srgbClr val="000000"/>
                          </a:solidFill>
                          <a:effectLst/>
                          <a:latin typeface="Arial" panose="020B0604020202020204" pitchFamily="34" charset="0"/>
                        </a:rPr>
                        <a:t> topologies</a:t>
                      </a:r>
                    </a:p>
                  </a:txBody>
                  <a:tcPr marL="0" marR="0" marT="0" marB="0" anchor="ctr" horzOverflow="overflow">
                    <a:lnL w="0" cap="flat" cmpd="sng" algn="ctr">
                      <a:solidFill>
                        <a:schemeClr val="tx1"/>
                      </a:solidFill>
                      <a:prstDash val="solid"/>
                      <a:round/>
                      <a:headEnd type="none" w="med" len="med"/>
                      <a:tailEnd type="none" w="med" len="med"/>
                    </a:lnL>
                    <a:lnR w="0" cap="flat" cmpd="sng" algn="ctr">
                      <a:solidFill>
                        <a:schemeClr val="tx1"/>
                      </a:solidFill>
                      <a:prstDash val="solid"/>
                      <a:round/>
                      <a:headEnd type="none" w="med" len="med"/>
                      <a:tailEnd type="none" w="med" len="med"/>
                    </a:lnR>
                    <a:lnT w="0" cap="flat" cmpd="sng" algn="ctr">
                      <a:solidFill>
                        <a:schemeClr val="tx1"/>
                      </a:solidFill>
                      <a:prstDash val="solid"/>
                      <a:round/>
                      <a:headEnd type="none" w="med" len="med"/>
                      <a:tailEnd type="none" w="med" len="med"/>
                    </a:lnT>
                    <a:lnB w="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a:lnSpc>
                          <a:spcPct val="105000"/>
                        </a:lnSpc>
                        <a:spcBef>
                          <a:spcPct val="20000"/>
                        </a:spcBef>
                        <a:buSzPct val="100000"/>
                        <a:defRPr>
                          <a:solidFill>
                            <a:srgbClr val="000000"/>
                          </a:solidFill>
                          <a:latin typeface="Arial" panose="020B0604020202020204" pitchFamily="34" charset="0"/>
                        </a:defRPr>
                      </a:lvl2pPr>
                      <a:lvl3pPr>
                        <a:lnSpc>
                          <a:spcPct val="105000"/>
                        </a:lnSpc>
                        <a:spcBef>
                          <a:spcPct val="20000"/>
                        </a:spcBef>
                        <a:buSzPct val="100000"/>
                        <a:defRPr sz="1600">
                          <a:solidFill>
                            <a:srgbClr val="000000"/>
                          </a:solidFill>
                          <a:latin typeface="Arial" panose="020B0604020202020204" pitchFamily="34" charset="0"/>
                        </a:defRPr>
                      </a:lvl3pPr>
                      <a:lvl4pPr>
                        <a:lnSpc>
                          <a:spcPct val="105000"/>
                        </a:lnSpc>
                        <a:spcBef>
                          <a:spcPct val="20000"/>
                        </a:spcBef>
                        <a:buSzPct val="100000"/>
                        <a:defRPr sz="1400">
                          <a:solidFill>
                            <a:srgbClr val="000000"/>
                          </a:solidFill>
                          <a:latin typeface="Arial" panose="020B0604020202020204" pitchFamily="34" charset="0"/>
                        </a:defRPr>
                      </a:lvl4pPr>
                      <a:lvl5pPr>
                        <a:lnSpc>
                          <a:spcPct val="105000"/>
                        </a:lnSpc>
                        <a:spcBef>
                          <a:spcPct val="20000"/>
                        </a:spcBef>
                        <a:buSzPct val="100000"/>
                        <a:defRPr sz="1400">
                          <a:solidFill>
                            <a:srgbClr val="000000"/>
                          </a:solidFill>
                          <a:latin typeface="Arial" panose="020B0604020202020204" pitchFamily="34" charset="0"/>
                        </a:defRPr>
                      </a:lvl5pPr>
                      <a:lvl6pPr fontAlgn="base">
                        <a:lnSpc>
                          <a:spcPct val="105000"/>
                        </a:lnSpc>
                        <a:spcBef>
                          <a:spcPct val="20000"/>
                        </a:spcBef>
                        <a:spcAft>
                          <a:spcPct val="0"/>
                        </a:spcAft>
                        <a:buSzPct val="100000"/>
                        <a:defRPr sz="1400">
                          <a:solidFill>
                            <a:srgbClr val="000000"/>
                          </a:solidFill>
                          <a:latin typeface="Arial" panose="020B0604020202020204" pitchFamily="34" charset="0"/>
                        </a:defRPr>
                      </a:lvl6pPr>
                      <a:lvl7pPr fontAlgn="base">
                        <a:lnSpc>
                          <a:spcPct val="105000"/>
                        </a:lnSpc>
                        <a:spcBef>
                          <a:spcPct val="20000"/>
                        </a:spcBef>
                        <a:spcAft>
                          <a:spcPct val="0"/>
                        </a:spcAft>
                        <a:buSzPct val="100000"/>
                        <a:defRPr sz="1400">
                          <a:solidFill>
                            <a:srgbClr val="000000"/>
                          </a:solidFill>
                          <a:latin typeface="Arial" panose="020B0604020202020204" pitchFamily="34" charset="0"/>
                        </a:defRPr>
                      </a:lvl7pPr>
                      <a:lvl8pPr fontAlgn="base">
                        <a:lnSpc>
                          <a:spcPct val="105000"/>
                        </a:lnSpc>
                        <a:spcBef>
                          <a:spcPct val="20000"/>
                        </a:spcBef>
                        <a:spcAft>
                          <a:spcPct val="0"/>
                        </a:spcAft>
                        <a:buSzPct val="100000"/>
                        <a:defRPr sz="1400">
                          <a:solidFill>
                            <a:srgbClr val="000000"/>
                          </a:solidFill>
                          <a:latin typeface="Arial" panose="020B0604020202020204" pitchFamily="34" charset="0"/>
                        </a:defRPr>
                      </a:lvl8pPr>
                      <a:lvl9pPr fontAlgn="base">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5000"/>
                        </a:lnSpc>
                        <a:spcBef>
                          <a:spcPct val="20000"/>
                        </a:spcBef>
                        <a:spcAft>
                          <a:spcPct val="0"/>
                        </a:spcAft>
                        <a:buClrTx/>
                        <a:buSzPct val="100000"/>
                        <a:buFontTx/>
                        <a:buNone/>
                        <a:tabLst/>
                      </a:pPr>
                      <a:r>
                        <a:rPr kumimoji="0" lang="en-US" altLang="nl-NL" sz="1100" b="0" i="0" u="none" strike="noStrike" cap="none" normalizeH="0" baseline="0">
                          <a:ln>
                            <a:noFill/>
                          </a:ln>
                          <a:solidFill>
                            <a:srgbClr val="000000"/>
                          </a:solidFill>
                          <a:effectLst/>
                          <a:latin typeface="Arial" panose="020B0604020202020204" pitchFamily="34" charset="0"/>
                        </a:rPr>
                        <a:t>1</a:t>
                      </a:r>
                    </a:p>
                  </a:txBody>
                  <a:tcPr marL="0" marR="0" marT="0" marB="0" anchor="ctr" horzOverflow="overflow">
                    <a:lnL w="0" cap="flat" cmpd="sng" algn="ctr">
                      <a:solidFill>
                        <a:schemeClr val="tx1"/>
                      </a:solidFill>
                      <a:prstDash val="solid"/>
                      <a:round/>
                      <a:headEnd type="none" w="med" len="med"/>
                      <a:tailEnd type="none" w="med" len="med"/>
                    </a:lnL>
                    <a:lnR w="0" cap="flat" cmpd="sng" algn="ctr">
                      <a:solidFill>
                        <a:schemeClr val="tx1"/>
                      </a:solidFill>
                      <a:prstDash val="solid"/>
                      <a:round/>
                      <a:headEnd type="none" w="med" len="med"/>
                      <a:tailEnd type="none" w="med" len="med"/>
                    </a:lnR>
                    <a:lnT w="0" cap="flat" cmpd="sng" algn="ctr">
                      <a:solidFill>
                        <a:schemeClr val="tx1"/>
                      </a:solidFill>
                      <a:prstDash val="solid"/>
                      <a:round/>
                      <a:headEnd type="none" w="med" len="med"/>
                      <a:tailEnd type="none" w="med" len="med"/>
                    </a:lnT>
                    <a:lnB w="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a:lnSpc>
                          <a:spcPct val="105000"/>
                        </a:lnSpc>
                        <a:spcBef>
                          <a:spcPct val="20000"/>
                        </a:spcBef>
                        <a:buSzPct val="100000"/>
                        <a:defRPr>
                          <a:solidFill>
                            <a:srgbClr val="000000"/>
                          </a:solidFill>
                          <a:latin typeface="Arial" panose="020B0604020202020204" pitchFamily="34" charset="0"/>
                        </a:defRPr>
                      </a:lvl2pPr>
                      <a:lvl3pPr>
                        <a:lnSpc>
                          <a:spcPct val="105000"/>
                        </a:lnSpc>
                        <a:spcBef>
                          <a:spcPct val="20000"/>
                        </a:spcBef>
                        <a:buSzPct val="100000"/>
                        <a:defRPr sz="1600">
                          <a:solidFill>
                            <a:srgbClr val="000000"/>
                          </a:solidFill>
                          <a:latin typeface="Arial" panose="020B0604020202020204" pitchFamily="34" charset="0"/>
                        </a:defRPr>
                      </a:lvl3pPr>
                      <a:lvl4pPr>
                        <a:lnSpc>
                          <a:spcPct val="105000"/>
                        </a:lnSpc>
                        <a:spcBef>
                          <a:spcPct val="20000"/>
                        </a:spcBef>
                        <a:buSzPct val="100000"/>
                        <a:defRPr sz="1400">
                          <a:solidFill>
                            <a:srgbClr val="000000"/>
                          </a:solidFill>
                          <a:latin typeface="Arial" panose="020B0604020202020204" pitchFamily="34" charset="0"/>
                        </a:defRPr>
                      </a:lvl4pPr>
                      <a:lvl5pPr>
                        <a:lnSpc>
                          <a:spcPct val="105000"/>
                        </a:lnSpc>
                        <a:spcBef>
                          <a:spcPct val="20000"/>
                        </a:spcBef>
                        <a:buSzPct val="100000"/>
                        <a:defRPr sz="1400">
                          <a:solidFill>
                            <a:srgbClr val="000000"/>
                          </a:solidFill>
                          <a:latin typeface="Arial" panose="020B0604020202020204" pitchFamily="34" charset="0"/>
                        </a:defRPr>
                      </a:lvl5pPr>
                      <a:lvl6pPr fontAlgn="base">
                        <a:lnSpc>
                          <a:spcPct val="105000"/>
                        </a:lnSpc>
                        <a:spcBef>
                          <a:spcPct val="20000"/>
                        </a:spcBef>
                        <a:spcAft>
                          <a:spcPct val="0"/>
                        </a:spcAft>
                        <a:buSzPct val="100000"/>
                        <a:defRPr sz="1400">
                          <a:solidFill>
                            <a:srgbClr val="000000"/>
                          </a:solidFill>
                          <a:latin typeface="Arial" panose="020B0604020202020204" pitchFamily="34" charset="0"/>
                        </a:defRPr>
                      </a:lvl6pPr>
                      <a:lvl7pPr fontAlgn="base">
                        <a:lnSpc>
                          <a:spcPct val="105000"/>
                        </a:lnSpc>
                        <a:spcBef>
                          <a:spcPct val="20000"/>
                        </a:spcBef>
                        <a:spcAft>
                          <a:spcPct val="0"/>
                        </a:spcAft>
                        <a:buSzPct val="100000"/>
                        <a:defRPr sz="1400">
                          <a:solidFill>
                            <a:srgbClr val="000000"/>
                          </a:solidFill>
                          <a:latin typeface="Arial" panose="020B0604020202020204" pitchFamily="34" charset="0"/>
                        </a:defRPr>
                      </a:lvl7pPr>
                      <a:lvl8pPr fontAlgn="base">
                        <a:lnSpc>
                          <a:spcPct val="105000"/>
                        </a:lnSpc>
                        <a:spcBef>
                          <a:spcPct val="20000"/>
                        </a:spcBef>
                        <a:spcAft>
                          <a:spcPct val="0"/>
                        </a:spcAft>
                        <a:buSzPct val="100000"/>
                        <a:defRPr sz="1400">
                          <a:solidFill>
                            <a:srgbClr val="000000"/>
                          </a:solidFill>
                          <a:latin typeface="Arial" panose="020B0604020202020204" pitchFamily="34" charset="0"/>
                        </a:defRPr>
                      </a:lvl8pPr>
                      <a:lvl9pPr fontAlgn="base">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5000"/>
                        </a:lnSpc>
                        <a:spcBef>
                          <a:spcPct val="20000"/>
                        </a:spcBef>
                        <a:spcAft>
                          <a:spcPct val="0"/>
                        </a:spcAft>
                        <a:buClrTx/>
                        <a:buSzPct val="100000"/>
                        <a:buFontTx/>
                        <a:buNone/>
                        <a:tabLst/>
                      </a:pPr>
                      <a:r>
                        <a:rPr kumimoji="0" lang="en-US" altLang="nl-NL" sz="1100" b="0" i="0" u="none" strike="noStrike" cap="none" normalizeH="0" baseline="0">
                          <a:ln>
                            <a:noFill/>
                          </a:ln>
                          <a:solidFill>
                            <a:srgbClr val="000000"/>
                          </a:solidFill>
                          <a:effectLst/>
                          <a:latin typeface="Arial" panose="020B0604020202020204" pitchFamily="34" charset="0"/>
                        </a:rPr>
                        <a:t>1</a:t>
                      </a:r>
                    </a:p>
                  </a:txBody>
                  <a:tcPr marL="0" marR="0" marT="0" marB="0" anchor="ctr" horzOverflow="overflow">
                    <a:lnL w="0" cap="flat" cmpd="sng" algn="ctr">
                      <a:solidFill>
                        <a:schemeClr val="tx1"/>
                      </a:solidFill>
                      <a:prstDash val="solid"/>
                      <a:round/>
                      <a:headEnd type="none" w="med" len="med"/>
                      <a:tailEnd type="none" w="med" len="med"/>
                    </a:lnL>
                    <a:lnR w="0" cap="flat" cmpd="sng" algn="ctr">
                      <a:solidFill>
                        <a:schemeClr val="tx1"/>
                      </a:solidFill>
                      <a:prstDash val="solid"/>
                      <a:round/>
                      <a:headEnd type="none" w="med" len="med"/>
                      <a:tailEnd type="none" w="med" len="med"/>
                    </a:lnR>
                    <a:lnT w="0" cap="flat" cmpd="sng" algn="ctr">
                      <a:solidFill>
                        <a:schemeClr val="tx1"/>
                      </a:solidFill>
                      <a:prstDash val="solid"/>
                      <a:round/>
                      <a:headEnd type="none" w="med" len="med"/>
                      <a:tailEnd type="none" w="med" len="med"/>
                    </a:lnT>
                    <a:lnB w="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a:lnSpc>
                          <a:spcPct val="105000"/>
                        </a:lnSpc>
                        <a:spcBef>
                          <a:spcPct val="20000"/>
                        </a:spcBef>
                        <a:buSzPct val="100000"/>
                        <a:defRPr>
                          <a:solidFill>
                            <a:srgbClr val="000000"/>
                          </a:solidFill>
                          <a:latin typeface="Arial" panose="020B0604020202020204" pitchFamily="34" charset="0"/>
                        </a:defRPr>
                      </a:lvl2pPr>
                      <a:lvl3pPr>
                        <a:lnSpc>
                          <a:spcPct val="105000"/>
                        </a:lnSpc>
                        <a:spcBef>
                          <a:spcPct val="20000"/>
                        </a:spcBef>
                        <a:buSzPct val="100000"/>
                        <a:defRPr sz="1600">
                          <a:solidFill>
                            <a:srgbClr val="000000"/>
                          </a:solidFill>
                          <a:latin typeface="Arial" panose="020B0604020202020204" pitchFamily="34" charset="0"/>
                        </a:defRPr>
                      </a:lvl3pPr>
                      <a:lvl4pPr>
                        <a:lnSpc>
                          <a:spcPct val="105000"/>
                        </a:lnSpc>
                        <a:spcBef>
                          <a:spcPct val="20000"/>
                        </a:spcBef>
                        <a:buSzPct val="100000"/>
                        <a:defRPr sz="1400">
                          <a:solidFill>
                            <a:srgbClr val="000000"/>
                          </a:solidFill>
                          <a:latin typeface="Arial" panose="020B0604020202020204" pitchFamily="34" charset="0"/>
                        </a:defRPr>
                      </a:lvl4pPr>
                      <a:lvl5pPr>
                        <a:lnSpc>
                          <a:spcPct val="105000"/>
                        </a:lnSpc>
                        <a:spcBef>
                          <a:spcPct val="20000"/>
                        </a:spcBef>
                        <a:buSzPct val="100000"/>
                        <a:defRPr sz="1400">
                          <a:solidFill>
                            <a:srgbClr val="000000"/>
                          </a:solidFill>
                          <a:latin typeface="Arial" panose="020B0604020202020204" pitchFamily="34" charset="0"/>
                        </a:defRPr>
                      </a:lvl5pPr>
                      <a:lvl6pPr fontAlgn="base">
                        <a:lnSpc>
                          <a:spcPct val="105000"/>
                        </a:lnSpc>
                        <a:spcBef>
                          <a:spcPct val="20000"/>
                        </a:spcBef>
                        <a:spcAft>
                          <a:spcPct val="0"/>
                        </a:spcAft>
                        <a:buSzPct val="100000"/>
                        <a:defRPr sz="1400">
                          <a:solidFill>
                            <a:srgbClr val="000000"/>
                          </a:solidFill>
                          <a:latin typeface="Arial" panose="020B0604020202020204" pitchFamily="34" charset="0"/>
                        </a:defRPr>
                      </a:lvl6pPr>
                      <a:lvl7pPr fontAlgn="base">
                        <a:lnSpc>
                          <a:spcPct val="105000"/>
                        </a:lnSpc>
                        <a:spcBef>
                          <a:spcPct val="20000"/>
                        </a:spcBef>
                        <a:spcAft>
                          <a:spcPct val="0"/>
                        </a:spcAft>
                        <a:buSzPct val="100000"/>
                        <a:defRPr sz="1400">
                          <a:solidFill>
                            <a:srgbClr val="000000"/>
                          </a:solidFill>
                          <a:latin typeface="Arial" panose="020B0604020202020204" pitchFamily="34" charset="0"/>
                        </a:defRPr>
                      </a:lvl7pPr>
                      <a:lvl8pPr fontAlgn="base">
                        <a:lnSpc>
                          <a:spcPct val="105000"/>
                        </a:lnSpc>
                        <a:spcBef>
                          <a:spcPct val="20000"/>
                        </a:spcBef>
                        <a:spcAft>
                          <a:spcPct val="0"/>
                        </a:spcAft>
                        <a:buSzPct val="100000"/>
                        <a:defRPr sz="1400">
                          <a:solidFill>
                            <a:srgbClr val="000000"/>
                          </a:solidFill>
                          <a:latin typeface="Arial" panose="020B0604020202020204" pitchFamily="34" charset="0"/>
                        </a:defRPr>
                      </a:lvl8pPr>
                      <a:lvl9pPr fontAlgn="base">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5000"/>
                        </a:lnSpc>
                        <a:spcBef>
                          <a:spcPct val="20000"/>
                        </a:spcBef>
                        <a:spcAft>
                          <a:spcPct val="0"/>
                        </a:spcAft>
                        <a:buClrTx/>
                        <a:buSzPct val="100000"/>
                        <a:buFontTx/>
                        <a:buNone/>
                        <a:tabLst/>
                      </a:pPr>
                      <a:r>
                        <a:rPr kumimoji="0" lang="en-US" altLang="nl-NL" sz="1100" b="0" i="0" u="none" strike="noStrike" cap="none" normalizeH="0" baseline="0">
                          <a:ln>
                            <a:noFill/>
                          </a:ln>
                          <a:solidFill>
                            <a:srgbClr val="000000"/>
                          </a:solidFill>
                          <a:effectLst/>
                          <a:latin typeface="Arial" panose="020B0604020202020204" pitchFamily="34" charset="0"/>
                        </a:rPr>
                        <a:t>2</a:t>
                      </a:r>
                    </a:p>
                  </a:txBody>
                  <a:tcPr marL="0" marR="0" marT="0" marB="0" anchor="ctr" horzOverflow="overflow">
                    <a:lnL w="0" cap="flat" cmpd="sng" algn="ctr">
                      <a:solidFill>
                        <a:schemeClr val="tx1"/>
                      </a:solidFill>
                      <a:prstDash val="solid"/>
                      <a:round/>
                      <a:headEnd type="none" w="med" len="med"/>
                      <a:tailEnd type="none" w="med" len="med"/>
                    </a:lnL>
                    <a:lnR w="0" cap="flat" cmpd="sng" algn="ctr">
                      <a:solidFill>
                        <a:schemeClr val="tx1"/>
                      </a:solidFill>
                      <a:prstDash val="solid"/>
                      <a:round/>
                      <a:headEnd type="none" w="med" len="med"/>
                      <a:tailEnd type="none" w="med" len="med"/>
                    </a:lnR>
                    <a:lnT w="0" cap="flat" cmpd="sng" algn="ctr">
                      <a:solidFill>
                        <a:schemeClr val="tx1"/>
                      </a:solidFill>
                      <a:prstDash val="solid"/>
                      <a:round/>
                      <a:headEnd type="none" w="med" len="med"/>
                      <a:tailEnd type="none" w="med" len="med"/>
                    </a:lnT>
                    <a:lnB w="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a:lnSpc>
                          <a:spcPct val="105000"/>
                        </a:lnSpc>
                        <a:spcBef>
                          <a:spcPct val="20000"/>
                        </a:spcBef>
                        <a:buSzPct val="100000"/>
                        <a:defRPr>
                          <a:solidFill>
                            <a:srgbClr val="000000"/>
                          </a:solidFill>
                          <a:latin typeface="Arial" panose="020B0604020202020204" pitchFamily="34" charset="0"/>
                        </a:defRPr>
                      </a:lvl2pPr>
                      <a:lvl3pPr>
                        <a:lnSpc>
                          <a:spcPct val="105000"/>
                        </a:lnSpc>
                        <a:spcBef>
                          <a:spcPct val="20000"/>
                        </a:spcBef>
                        <a:buSzPct val="100000"/>
                        <a:defRPr sz="1600">
                          <a:solidFill>
                            <a:srgbClr val="000000"/>
                          </a:solidFill>
                          <a:latin typeface="Arial" panose="020B0604020202020204" pitchFamily="34" charset="0"/>
                        </a:defRPr>
                      </a:lvl3pPr>
                      <a:lvl4pPr>
                        <a:lnSpc>
                          <a:spcPct val="105000"/>
                        </a:lnSpc>
                        <a:spcBef>
                          <a:spcPct val="20000"/>
                        </a:spcBef>
                        <a:buSzPct val="100000"/>
                        <a:defRPr sz="1400">
                          <a:solidFill>
                            <a:srgbClr val="000000"/>
                          </a:solidFill>
                          <a:latin typeface="Arial" panose="020B0604020202020204" pitchFamily="34" charset="0"/>
                        </a:defRPr>
                      </a:lvl4pPr>
                      <a:lvl5pPr>
                        <a:lnSpc>
                          <a:spcPct val="105000"/>
                        </a:lnSpc>
                        <a:spcBef>
                          <a:spcPct val="20000"/>
                        </a:spcBef>
                        <a:buSzPct val="100000"/>
                        <a:defRPr sz="1400">
                          <a:solidFill>
                            <a:srgbClr val="000000"/>
                          </a:solidFill>
                          <a:latin typeface="Arial" panose="020B0604020202020204" pitchFamily="34" charset="0"/>
                        </a:defRPr>
                      </a:lvl5pPr>
                      <a:lvl6pPr fontAlgn="base">
                        <a:lnSpc>
                          <a:spcPct val="105000"/>
                        </a:lnSpc>
                        <a:spcBef>
                          <a:spcPct val="20000"/>
                        </a:spcBef>
                        <a:spcAft>
                          <a:spcPct val="0"/>
                        </a:spcAft>
                        <a:buSzPct val="100000"/>
                        <a:defRPr sz="1400">
                          <a:solidFill>
                            <a:srgbClr val="000000"/>
                          </a:solidFill>
                          <a:latin typeface="Arial" panose="020B0604020202020204" pitchFamily="34" charset="0"/>
                        </a:defRPr>
                      </a:lvl6pPr>
                      <a:lvl7pPr fontAlgn="base">
                        <a:lnSpc>
                          <a:spcPct val="105000"/>
                        </a:lnSpc>
                        <a:spcBef>
                          <a:spcPct val="20000"/>
                        </a:spcBef>
                        <a:spcAft>
                          <a:spcPct val="0"/>
                        </a:spcAft>
                        <a:buSzPct val="100000"/>
                        <a:defRPr sz="1400">
                          <a:solidFill>
                            <a:srgbClr val="000000"/>
                          </a:solidFill>
                          <a:latin typeface="Arial" panose="020B0604020202020204" pitchFamily="34" charset="0"/>
                        </a:defRPr>
                      </a:lvl7pPr>
                      <a:lvl8pPr fontAlgn="base">
                        <a:lnSpc>
                          <a:spcPct val="105000"/>
                        </a:lnSpc>
                        <a:spcBef>
                          <a:spcPct val="20000"/>
                        </a:spcBef>
                        <a:spcAft>
                          <a:spcPct val="0"/>
                        </a:spcAft>
                        <a:buSzPct val="100000"/>
                        <a:defRPr sz="1400">
                          <a:solidFill>
                            <a:srgbClr val="000000"/>
                          </a:solidFill>
                          <a:latin typeface="Arial" panose="020B0604020202020204" pitchFamily="34" charset="0"/>
                        </a:defRPr>
                      </a:lvl8pPr>
                      <a:lvl9pPr fontAlgn="base">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5000"/>
                        </a:lnSpc>
                        <a:spcBef>
                          <a:spcPct val="20000"/>
                        </a:spcBef>
                        <a:spcAft>
                          <a:spcPct val="0"/>
                        </a:spcAft>
                        <a:buClrTx/>
                        <a:buSzPct val="100000"/>
                        <a:buFontTx/>
                        <a:buNone/>
                        <a:tabLst/>
                      </a:pPr>
                      <a:r>
                        <a:rPr kumimoji="0" lang="en-US" altLang="nl-NL" sz="1100" b="0" i="0" u="none" strike="noStrike" cap="none" normalizeH="0" baseline="0">
                          <a:ln>
                            <a:noFill/>
                          </a:ln>
                          <a:solidFill>
                            <a:srgbClr val="000000"/>
                          </a:solidFill>
                          <a:effectLst/>
                          <a:latin typeface="Arial" panose="020B0604020202020204" pitchFamily="34" charset="0"/>
                        </a:rPr>
                        <a:t>2</a:t>
                      </a:r>
                    </a:p>
                  </a:txBody>
                  <a:tcPr marL="0" marR="0" marT="0" marB="0" anchor="ctr" horzOverflow="overflow">
                    <a:lnL w="0" cap="flat" cmpd="sng" algn="ctr">
                      <a:solidFill>
                        <a:schemeClr val="tx1"/>
                      </a:solidFill>
                      <a:prstDash val="solid"/>
                      <a:round/>
                      <a:headEnd type="none" w="med" len="med"/>
                      <a:tailEnd type="none" w="med" len="med"/>
                    </a:lnL>
                    <a:lnR w="0" cap="flat" cmpd="sng" algn="ctr">
                      <a:solidFill>
                        <a:schemeClr val="tx1"/>
                      </a:solidFill>
                      <a:prstDash val="solid"/>
                      <a:round/>
                      <a:headEnd type="none" w="med" len="med"/>
                      <a:tailEnd type="none" w="med" len="med"/>
                    </a:lnR>
                    <a:lnT w="0" cap="flat" cmpd="sng" algn="ctr">
                      <a:solidFill>
                        <a:schemeClr val="tx1"/>
                      </a:solidFill>
                      <a:prstDash val="solid"/>
                      <a:round/>
                      <a:headEnd type="none" w="med" len="med"/>
                      <a:tailEnd type="none" w="med" len="med"/>
                    </a:lnT>
                    <a:lnB w="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a:lnSpc>
                          <a:spcPct val="105000"/>
                        </a:lnSpc>
                        <a:spcBef>
                          <a:spcPct val="20000"/>
                        </a:spcBef>
                        <a:buSzPct val="100000"/>
                        <a:defRPr>
                          <a:solidFill>
                            <a:srgbClr val="000000"/>
                          </a:solidFill>
                          <a:latin typeface="Arial" panose="020B0604020202020204" pitchFamily="34" charset="0"/>
                        </a:defRPr>
                      </a:lvl2pPr>
                      <a:lvl3pPr>
                        <a:lnSpc>
                          <a:spcPct val="105000"/>
                        </a:lnSpc>
                        <a:spcBef>
                          <a:spcPct val="20000"/>
                        </a:spcBef>
                        <a:buSzPct val="100000"/>
                        <a:defRPr sz="1600">
                          <a:solidFill>
                            <a:srgbClr val="000000"/>
                          </a:solidFill>
                          <a:latin typeface="Arial" panose="020B0604020202020204" pitchFamily="34" charset="0"/>
                        </a:defRPr>
                      </a:lvl3pPr>
                      <a:lvl4pPr>
                        <a:lnSpc>
                          <a:spcPct val="105000"/>
                        </a:lnSpc>
                        <a:spcBef>
                          <a:spcPct val="20000"/>
                        </a:spcBef>
                        <a:buSzPct val="100000"/>
                        <a:defRPr sz="1400">
                          <a:solidFill>
                            <a:srgbClr val="000000"/>
                          </a:solidFill>
                          <a:latin typeface="Arial" panose="020B0604020202020204" pitchFamily="34" charset="0"/>
                        </a:defRPr>
                      </a:lvl4pPr>
                      <a:lvl5pPr>
                        <a:lnSpc>
                          <a:spcPct val="105000"/>
                        </a:lnSpc>
                        <a:spcBef>
                          <a:spcPct val="20000"/>
                        </a:spcBef>
                        <a:buSzPct val="100000"/>
                        <a:defRPr sz="1400">
                          <a:solidFill>
                            <a:srgbClr val="000000"/>
                          </a:solidFill>
                          <a:latin typeface="Arial" panose="020B0604020202020204" pitchFamily="34" charset="0"/>
                        </a:defRPr>
                      </a:lvl5pPr>
                      <a:lvl6pPr fontAlgn="base">
                        <a:lnSpc>
                          <a:spcPct val="105000"/>
                        </a:lnSpc>
                        <a:spcBef>
                          <a:spcPct val="20000"/>
                        </a:spcBef>
                        <a:spcAft>
                          <a:spcPct val="0"/>
                        </a:spcAft>
                        <a:buSzPct val="100000"/>
                        <a:defRPr sz="1400">
                          <a:solidFill>
                            <a:srgbClr val="000000"/>
                          </a:solidFill>
                          <a:latin typeface="Arial" panose="020B0604020202020204" pitchFamily="34" charset="0"/>
                        </a:defRPr>
                      </a:lvl6pPr>
                      <a:lvl7pPr fontAlgn="base">
                        <a:lnSpc>
                          <a:spcPct val="105000"/>
                        </a:lnSpc>
                        <a:spcBef>
                          <a:spcPct val="20000"/>
                        </a:spcBef>
                        <a:spcAft>
                          <a:spcPct val="0"/>
                        </a:spcAft>
                        <a:buSzPct val="100000"/>
                        <a:defRPr sz="1400">
                          <a:solidFill>
                            <a:srgbClr val="000000"/>
                          </a:solidFill>
                          <a:latin typeface="Arial" panose="020B0604020202020204" pitchFamily="34" charset="0"/>
                        </a:defRPr>
                      </a:lvl7pPr>
                      <a:lvl8pPr fontAlgn="base">
                        <a:lnSpc>
                          <a:spcPct val="105000"/>
                        </a:lnSpc>
                        <a:spcBef>
                          <a:spcPct val="20000"/>
                        </a:spcBef>
                        <a:spcAft>
                          <a:spcPct val="0"/>
                        </a:spcAft>
                        <a:buSzPct val="100000"/>
                        <a:defRPr sz="1400">
                          <a:solidFill>
                            <a:srgbClr val="000000"/>
                          </a:solidFill>
                          <a:latin typeface="Arial" panose="020B0604020202020204" pitchFamily="34" charset="0"/>
                        </a:defRPr>
                      </a:lvl8pPr>
                      <a:lvl9pPr fontAlgn="base">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5000"/>
                        </a:lnSpc>
                        <a:spcBef>
                          <a:spcPct val="20000"/>
                        </a:spcBef>
                        <a:spcAft>
                          <a:spcPct val="0"/>
                        </a:spcAft>
                        <a:buClrTx/>
                        <a:buSzPct val="100000"/>
                        <a:buFontTx/>
                        <a:buNone/>
                        <a:tabLst/>
                      </a:pPr>
                      <a:r>
                        <a:rPr kumimoji="0" lang="en-US" altLang="nl-NL" sz="1100" b="0" i="0" u="none" strike="noStrike" cap="none" normalizeH="0" baseline="0">
                          <a:ln>
                            <a:noFill/>
                          </a:ln>
                          <a:solidFill>
                            <a:srgbClr val="000000"/>
                          </a:solidFill>
                          <a:effectLst/>
                          <a:latin typeface="Arial" panose="020B0604020202020204" pitchFamily="34" charset="0"/>
                        </a:rPr>
                        <a:t>4</a:t>
                      </a:r>
                    </a:p>
                  </a:txBody>
                  <a:tcPr marL="0" marR="0" marT="0" marB="0" anchor="ctr" horzOverflow="overflow">
                    <a:lnL w="0" cap="flat" cmpd="sng" algn="ctr">
                      <a:solidFill>
                        <a:schemeClr val="tx1"/>
                      </a:solidFill>
                      <a:prstDash val="solid"/>
                      <a:round/>
                      <a:headEnd type="none" w="med" len="med"/>
                      <a:tailEnd type="none" w="med" len="med"/>
                    </a:lnL>
                    <a:lnR w="0" cap="flat" cmpd="sng" algn="ctr">
                      <a:solidFill>
                        <a:schemeClr val="tx1"/>
                      </a:solidFill>
                      <a:prstDash val="solid"/>
                      <a:round/>
                      <a:headEnd type="none" w="med" len="med"/>
                      <a:tailEnd type="none" w="med" len="med"/>
                    </a:lnR>
                    <a:lnT w="0" cap="flat" cmpd="sng" algn="ctr">
                      <a:solidFill>
                        <a:schemeClr val="tx1"/>
                      </a:solidFill>
                      <a:prstDash val="solid"/>
                      <a:round/>
                      <a:headEnd type="none" w="med" len="med"/>
                      <a:tailEnd type="none" w="med" len="med"/>
                    </a:lnT>
                    <a:lnB w="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a:lnSpc>
                          <a:spcPct val="105000"/>
                        </a:lnSpc>
                        <a:spcBef>
                          <a:spcPct val="20000"/>
                        </a:spcBef>
                        <a:buSzPct val="100000"/>
                        <a:defRPr>
                          <a:solidFill>
                            <a:srgbClr val="000000"/>
                          </a:solidFill>
                          <a:latin typeface="Arial" panose="020B0604020202020204" pitchFamily="34" charset="0"/>
                        </a:defRPr>
                      </a:lvl2pPr>
                      <a:lvl3pPr>
                        <a:lnSpc>
                          <a:spcPct val="105000"/>
                        </a:lnSpc>
                        <a:spcBef>
                          <a:spcPct val="20000"/>
                        </a:spcBef>
                        <a:buSzPct val="100000"/>
                        <a:defRPr sz="1600">
                          <a:solidFill>
                            <a:srgbClr val="000000"/>
                          </a:solidFill>
                          <a:latin typeface="Arial" panose="020B0604020202020204" pitchFamily="34" charset="0"/>
                        </a:defRPr>
                      </a:lvl3pPr>
                      <a:lvl4pPr>
                        <a:lnSpc>
                          <a:spcPct val="105000"/>
                        </a:lnSpc>
                        <a:spcBef>
                          <a:spcPct val="20000"/>
                        </a:spcBef>
                        <a:buSzPct val="100000"/>
                        <a:defRPr sz="1400">
                          <a:solidFill>
                            <a:srgbClr val="000000"/>
                          </a:solidFill>
                          <a:latin typeface="Arial" panose="020B0604020202020204" pitchFamily="34" charset="0"/>
                        </a:defRPr>
                      </a:lvl4pPr>
                      <a:lvl5pPr>
                        <a:lnSpc>
                          <a:spcPct val="105000"/>
                        </a:lnSpc>
                        <a:spcBef>
                          <a:spcPct val="20000"/>
                        </a:spcBef>
                        <a:buSzPct val="100000"/>
                        <a:defRPr sz="1400">
                          <a:solidFill>
                            <a:srgbClr val="000000"/>
                          </a:solidFill>
                          <a:latin typeface="Arial" panose="020B0604020202020204" pitchFamily="34" charset="0"/>
                        </a:defRPr>
                      </a:lvl5pPr>
                      <a:lvl6pPr fontAlgn="base">
                        <a:lnSpc>
                          <a:spcPct val="105000"/>
                        </a:lnSpc>
                        <a:spcBef>
                          <a:spcPct val="20000"/>
                        </a:spcBef>
                        <a:spcAft>
                          <a:spcPct val="0"/>
                        </a:spcAft>
                        <a:buSzPct val="100000"/>
                        <a:defRPr sz="1400">
                          <a:solidFill>
                            <a:srgbClr val="000000"/>
                          </a:solidFill>
                          <a:latin typeface="Arial" panose="020B0604020202020204" pitchFamily="34" charset="0"/>
                        </a:defRPr>
                      </a:lvl6pPr>
                      <a:lvl7pPr fontAlgn="base">
                        <a:lnSpc>
                          <a:spcPct val="105000"/>
                        </a:lnSpc>
                        <a:spcBef>
                          <a:spcPct val="20000"/>
                        </a:spcBef>
                        <a:spcAft>
                          <a:spcPct val="0"/>
                        </a:spcAft>
                        <a:buSzPct val="100000"/>
                        <a:defRPr sz="1400">
                          <a:solidFill>
                            <a:srgbClr val="000000"/>
                          </a:solidFill>
                          <a:latin typeface="Arial" panose="020B0604020202020204" pitchFamily="34" charset="0"/>
                        </a:defRPr>
                      </a:lvl7pPr>
                      <a:lvl8pPr fontAlgn="base">
                        <a:lnSpc>
                          <a:spcPct val="105000"/>
                        </a:lnSpc>
                        <a:spcBef>
                          <a:spcPct val="20000"/>
                        </a:spcBef>
                        <a:spcAft>
                          <a:spcPct val="0"/>
                        </a:spcAft>
                        <a:buSzPct val="100000"/>
                        <a:defRPr sz="1400">
                          <a:solidFill>
                            <a:srgbClr val="000000"/>
                          </a:solidFill>
                          <a:latin typeface="Arial" panose="020B0604020202020204" pitchFamily="34" charset="0"/>
                        </a:defRPr>
                      </a:lvl8pPr>
                      <a:lvl9pPr fontAlgn="base">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5000"/>
                        </a:lnSpc>
                        <a:spcBef>
                          <a:spcPct val="20000"/>
                        </a:spcBef>
                        <a:spcAft>
                          <a:spcPct val="0"/>
                        </a:spcAft>
                        <a:buClrTx/>
                        <a:buSzPct val="100000"/>
                        <a:buFontTx/>
                        <a:buNone/>
                        <a:tabLst/>
                      </a:pPr>
                      <a:r>
                        <a:rPr kumimoji="0" lang="en-US" altLang="nl-NL" sz="1100" b="0" i="0" u="none" strike="noStrike" cap="none" normalizeH="0" baseline="0">
                          <a:ln>
                            <a:noFill/>
                          </a:ln>
                          <a:solidFill>
                            <a:srgbClr val="000000"/>
                          </a:solidFill>
                          <a:effectLst/>
                          <a:latin typeface="Arial" panose="020B0604020202020204" pitchFamily="34" charset="0"/>
                        </a:rPr>
                        <a:t>6</a:t>
                      </a:r>
                    </a:p>
                  </a:txBody>
                  <a:tcPr marL="0" marR="0" marT="0" marB="0" anchor="ctr" horzOverflow="overflow">
                    <a:lnL w="0" cap="flat" cmpd="sng" algn="ctr">
                      <a:solidFill>
                        <a:schemeClr val="tx1"/>
                      </a:solidFill>
                      <a:prstDash val="solid"/>
                      <a:round/>
                      <a:headEnd type="none" w="med" len="med"/>
                      <a:tailEnd type="none" w="med" len="med"/>
                    </a:lnL>
                    <a:lnR w="0" cap="flat" cmpd="sng" algn="ctr">
                      <a:solidFill>
                        <a:schemeClr val="tx1"/>
                      </a:solidFill>
                      <a:prstDash val="solid"/>
                      <a:round/>
                      <a:headEnd type="none" w="med" len="med"/>
                      <a:tailEnd type="none" w="med" len="med"/>
                    </a:lnR>
                    <a:lnT w="0" cap="flat" cmpd="sng" algn="ctr">
                      <a:solidFill>
                        <a:schemeClr val="tx1"/>
                      </a:solidFill>
                      <a:prstDash val="solid"/>
                      <a:round/>
                      <a:headEnd type="none" w="med" len="med"/>
                      <a:tailEnd type="none" w="med" len="med"/>
                    </a:lnT>
                    <a:lnB w="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a:lnSpc>
                          <a:spcPct val="105000"/>
                        </a:lnSpc>
                        <a:spcBef>
                          <a:spcPct val="20000"/>
                        </a:spcBef>
                        <a:buSzPct val="100000"/>
                        <a:defRPr>
                          <a:solidFill>
                            <a:srgbClr val="000000"/>
                          </a:solidFill>
                          <a:latin typeface="Arial" panose="020B0604020202020204" pitchFamily="34" charset="0"/>
                        </a:defRPr>
                      </a:lvl2pPr>
                      <a:lvl3pPr>
                        <a:lnSpc>
                          <a:spcPct val="105000"/>
                        </a:lnSpc>
                        <a:spcBef>
                          <a:spcPct val="20000"/>
                        </a:spcBef>
                        <a:buSzPct val="100000"/>
                        <a:defRPr sz="1600">
                          <a:solidFill>
                            <a:srgbClr val="000000"/>
                          </a:solidFill>
                          <a:latin typeface="Arial" panose="020B0604020202020204" pitchFamily="34" charset="0"/>
                        </a:defRPr>
                      </a:lvl3pPr>
                      <a:lvl4pPr>
                        <a:lnSpc>
                          <a:spcPct val="105000"/>
                        </a:lnSpc>
                        <a:spcBef>
                          <a:spcPct val="20000"/>
                        </a:spcBef>
                        <a:buSzPct val="100000"/>
                        <a:defRPr sz="1400">
                          <a:solidFill>
                            <a:srgbClr val="000000"/>
                          </a:solidFill>
                          <a:latin typeface="Arial" panose="020B0604020202020204" pitchFamily="34" charset="0"/>
                        </a:defRPr>
                      </a:lvl4pPr>
                      <a:lvl5pPr>
                        <a:lnSpc>
                          <a:spcPct val="105000"/>
                        </a:lnSpc>
                        <a:spcBef>
                          <a:spcPct val="20000"/>
                        </a:spcBef>
                        <a:buSzPct val="100000"/>
                        <a:defRPr sz="1400">
                          <a:solidFill>
                            <a:srgbClr val="000000"/>
                          </a:solidFill>
                          <a:latin typeface="Arial" panose="020B0604020202020204" pitchFamily="34" charset="0"/>
                        </a:defRPr>
                      </a:lvl5pPr>
                      <a:lvl6pPr fontAlgn="base">
                        <a:lnSpc>
                          <a:spcPct val="105000"/>
                        </a:lnSpc>
                        <a:spcBef>
                          <a:spcPct val="20000"/>
                        </a:spcBef>
                        <a:spcAft>
                          <a:spcPct val="0"/>
                        </a:spcAft>
                        <a:buSzPct val="100000"/>
                        <a:defRPr sz="1400">
                          <a:solidFill>
                            <a:srgbClr val="000000"/>
                          </a:solidFill>
                          <a:latin typeface="Arial" panose="020B0604020202020204" pitchFamily="34" charset="0"/>
                        </a:defRPr>
                      </a:lvl6pPr>
                      <a:lvl7pPr fontAlgn="base">
                        <a:lnSpc>
                          <a:spcPct val="105000"/>
                        </a:lnSpc>
                        <a:spcBef>
                          <a:spcPct val="20000"/>
                        </a:spcBef>
                        <a:spcAft>
                          <a:spcPct val="0"/>
                        </a:spcAft>
                        <a:buSzPct val="100000"/>
                        <a:defRPr sz="1400">
                          <a:solidFill>
                            <a:srgbClr val="000000"/>
                          </a:solidFill>
                          <a:latin typeface="Arial" panose="020B0604020202020204" pitchFamily="34" charset="0"/>
                        </a:defRPr>
                      </a:lvl7pPr>
                      <a:lvl8pPr fontAlgn="base">
                        <a:lnSpc>
                          <a:spcPct val="105000"/>
                        </a:lnSpc>
                        <a:spcBef>
                          <a:spcPct val="20000"/>
                        </a:spcBef>
                        <a:spcAft>
                          <a:spcPct val="0"/>
                        </a:spcAft>
                        <a:buSzPct val="100000"/>
                        <a:defRPr sz="1400">
                          <a:solidFill>
                            <a:srgbClr val="000000"/>
                          </a:solidFill>
                          <a:latin typeface="Arial" panose="020B0604020202020204" pitchFamily="34" charset="0"/>
                        </a:defRPr>
                      </a:lvl8pPr>
                      <a:lvl9pPr fontAlgn="base">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5000"/>
                        </a:lnSpc>
                        <a:spcBef>
                          <a:spcPct val="20000"/>
                        </a:spcBef>
                        <a:spcAft>
                          <a:spcPct val="0"/>
                        </a:spcAft>
                        <a:buClrTx/>
                        <a:buSzPct val="100000"/>
                        <a:buFontTx/>
                        <a:buNone/>
                        <a:tabLst/>
                      </a:pPr>
                      <a:r>
                        <a:rPr kumimoji="0" lang="en-US" altLang="nl-NL" sz="1100" b="0" i="0" u="none" strike="noStrike" cap="none" normalizeH="0" baseline="0">
                          <a:ln>
                            <a:noFill/>
                          </a:ln>
                          <a:solidFill>
                            <a:srgbClr val="000000"/>
                          </a:solidFill>
                          <a:effectLst/>
                          <a:latin typeface="Arial" panose="020B0604020202020204" pitchFamily="34" charset="0"/>
                        </a:rPr>
                        <a:t>11</a:t>
                      </a:r>
                    </a:p>
                  </a:txBody>
                  <a:tcPr marL="0" marR="0" marT="0" marB="0" anchor="ctr" horzOverflow="overflow">
                    <a:lnL w="0" cap="flat" cmpd="sng" algn="ctr">
                      <a:solidFill>
                        <a:schemeClr val="tx1"/>
                      </a:solidFill>
                      <a:prstDash val="solid"/>
                      <a:round/>
                      <a:headEnd type="none" w="med" len="med"/>
                      <a:tailEnd type="none" w="med" len="med"/>
                    </a:lnL>
                    <a:lnR w="0" cap="flat" cmpd="sng" algn="ctr">
                      <a:solidFill>
                        <a:schemeClr val="tx1"/>
                      </a:solidFill>
                      <a:prstDash val="solid"/>
                      <a:round/>
                      <a:headEnd type="none" w="med" len="med"/>
                      <a:tailEnd type="none" w="med" len="med"/>
                    </a:lnR>
                    <a:lnT w="0" cap="flat" cmpd="sng" algn="ctr">
                      <a:solidFill>
                        <a:schemeClr val="tx1"/>
                      </a:solidFill>
                      <a:prstDash val="solid"/>
                      <a:round/>
                      <a:headEnd type="none" w="med" len="med"/>
                      <a:tailEnd type="none" w="med" len="med"/>
                    </a:lnT>
                    <a:lnB w="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a:lnSpc>
                          <a:spcPct val="105000"/>
                        </a:lnSpc>
                        <a:spcBef>
                          <a:spcPct val="20000"/>
                        </a:spcBef>
                        <a:buSzPct val="100000"/>
                        <a:defRPr>
                          <a:solidFill>
                            <a:srgbClr val="000000"/>
                          </a:solidFill>
                          <a:latin typeface="Arial" panose="020B0604020202020204" pitchFamily="34" charset="0"/>
                        </a:defRPr>
                      </a:lvl2pPr>
                      <a:lvl3pPr>
                        <a:lnSpc>
                          <a:spcPct val="105000"/>
                        </a:lnSpc>
                        <a:spcBef>
                          <a:spcPct val="20000"/>
                        </a:spcBef>
                        <a:buSzPct val="100000"/>
                        <a:defRPr sz="1600">
                          <a:solidFill>
                            <a:srgbClr val="000000"/>
                          </a:solidFill>
                          <a:latin typeface="Arial" panose="020B0604020202020204" pitchFamily="34" charset="0"/>
                        </a:defRPr>
                      </a:lvl3pPr>
                      <a:lvl4pPr>
                        <a:lnSpc>
                          <a:spcPct val="105000"/>
                        </a:lnSpc>
                        <a:spcBef>
                          <a:spcPct val="20000"/>
                        </a:spcBef>
                        <a:buSzPct val="100000"/>
                        <a:defRPr sz="1400">
                          <a:solidFill>
                            <a:srgbClr val="000000"/>
                          </a:solidFill>
                          <a:latin typeface="Arial" panose="020B0604020202020204" pitchFamily="34" charset="0"/>
                        </a:defRPr>
                      </a:lvl4pPr>
                      <a:lvl5pPr>
                        <a:lnSpc>
                          <a:spcPct val="105000"/>
                        </a:lnSpc>
                        <a:spcBef>
                          <a:spcPct val="20000"/>
                        </a:spcBef>
                        <a:buSzPct val="100000"/>
                        <a:defRPr sz="1400">
                          <a:solidFill>
                            <a:srgbClr val="000000"/>
                          </a:solidFill>
                          <a:latin typeface="Arial" panose="020B0604020202020204" pitchFamily="34" charset="0"/>
                        </a:defRPr>
                      </a:lvl5pPr>
                      <a:lvl6pPr fontAlgn="base">
                        <a:lnSpc>
                          <a:spcPct val="105000"/>
                        </a:lnSpc>
                        <a:spcBef>
                          <a:spcPct val="20000"/>
                        </a:spcBef>
                        <a:spcAft>
                          <a:spcPct val="0"/>
                        </a:spcAft>
                        <a:buSzPct val="100000"/>
                        <a:defRPr sz="1400">
                          <a:solidFill>
                            <a:srgbClr val="000000"/>
                          </a:solidFill>
                          <a:latin typeface="Arial" panose="020B0604020202020204" pitchFamily="34" charset="0"/>
                        </a:defRPr>
                      </a:lvl6pPr>
                      <a:lvl7pPr fontAlgn="base">
                        <a:lnSpc>
                          <a:spcPct val="105000"/>
                        </a:lnSpc>
                        <a:spcBef>
                          <a:spcPct val="20000"/>
                        </a:spcBef>
                        <a:spcAft>
                          <a:spcPct val="0"/>
                        </a:spcAft>
                        <a:buSzPct val="100000"/>
                        <a:defRPr sz="1400">
                          <a:solidFill>
                            <a:srgbClr val="000000"/>
                          </a:solidFill>
                          <a:latin typeface="Arial" panose="020B0604020202020204" pitchFamily="34" charset="0"/>
                        </a:defRPr>
                      </a:lvl7pPr>
                      <a:lvl8pPr fontAlgn="base">
                        <a:lnSpc>
                          <a:spcPct val="105000"/>
                        </a:lnSpc>
                        <a:spcBef>
                          <a:spcPct val="20000"/>
                        </a:spcBef>
                        <a:spcAft>
                          <a:spcPct val="0"/>
                        </a:spcAft>
                        <a:buSzPct val="100000"/>
                        <a:defRPr sz="1400">
                          <a:solidFill>
                            <a:srgbClr val="000000"/>
                          </a:solidFill>
                          <a:latin typeface="Arial" panose="020B0604020202020204" pitchFamily="34" charset="0"/>
                        </a:defRPr>
                      </a:lvl8pPr>
                      <a:lvl9pPr fontAlgn="base">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5000"/>
                        </a:lnSpc>
                        <a:spcBef>
                          <a:spcPct val="20000"/>
                        </a:spcBef>
                        <a:spcAft>
                          <a:spcPct val="0"/>
                        </a:spcAft>
                        <a:buClrTx/>
                        <a:buSzPct val="100000"/>
                        <a:buFontTx/>
                        <a:buNone/>
                        <a:tabLst/>
                      </a:pPr>
                      <a:r>
                        <a:rPr kumimoji="0" lang="en-US" altLang="nl-NL" sz="1100" b="0" i="0" u="none" strike="noStrike" cap="none" normalizeH="0" baseline="0">
                          <a:ln>
                            <a:noFill/>
                          </a:ln>
                          <a:solidFill>
                            <a:srgbClr val="000000"/>
                          </a:solidFill>
                          <a:effectLst/>
                          <a:latin typeface="Arial" panose="020B0604020202020204" pitchFamily="34" charset="0"/>
                        </a:rPr>
                        <a:t>18</a:t>
                      </a:r>
                    </a:p>
                  </a:txBody>
                  <a:tcPr marL="0" marR="0" marT="0" marB="0" anchor="ctr" horzOverflow="overflow">
                    <a:lnL w="0" cap="flat" cmpd="sng" algn="ctr">
                      <a:solidFill>
                        <a:schemeClr val="tx1"/>
                      </a:solidFill>
                      <a:prstDash val="solid"/>
                      <a:round/>
                      <a:headEnd type="none" w="med" len="med"/>
                      <a:tailEnd type="none" w="med" len="med"/>
                    </a:lnL>
                    <a:lnR w="0" cap="flat" cmpd="sng" algn="ctr">
                      <a:solidFill>
                        <a:schemeClr val="tx1"/>
                      </a:solidFill>
                      <a:prstDash val="solid"/>
                      <a:round/>
                      <a:headEnd type="none" w="med" len="med"/>
                      <a:tailEnd type="none" w="med" len="med"/>
                    </a:lnR>
                    <a:lnT w="0" cap="flat" cmpd="sng" algn="ctr">
                      <a:solidFill>
                        <a:schemeClr val="tx1"/>
                      </a:solidFill>
                      <a:prstDash val="solid"/>
                      <a:round/>
                      <a:headEnd type="none" w="med" len="med"/>
                      <a:tailEnd type="none" w="med" len="med"/>
                    </a:lnT>
                    <a:lnB w="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a:lnSpc>
                          <a:spcPct val="105000"/>
                        </a:lnSpc>
                        <a:spcBef>
                          <a:spcPct val="20000"/>
                        </a:spcBef>
                        <a:buSzPct val="100000"/>
                        <a:defRPr>
                          <a:solidFill>
                            <a:srgbClr val="000000"/>
                          </a:solidFill>
                          <a:latin typeface="Arial" panose="020B0604020202020204" pitchFamily="34" charset="0"/>
                        </a:defRPr>
                      </a:lvl2pPr>
                      <a:lvl3pPr>
                        <a:lnSpc>
                          <a:spcPct val="105000"/>
                        </a:lnSpc>
                        <a:spcBef>
                          <a:spcPct val="20000"/>
                        </a:spcBef>
                        <a:buSzPct val="100000"/>
                        <a:defRPr sz="1600">
                          <a:solidFill>
                            <a:srgbClr val="000000"/>
                          </a:solidFill>
                          <a:latin typeface="Arial" panose="020B0604020202020204" pitchFamily="34" charset="0"/>
                        </a:defRPr>
                      </a:lvl3pPr>
                      <a:lvl4pPr>
                        <a:lnSpc>
                          <a:spcPct val="105000"/>
                        </a:lnSpc>
                        <a:spcBef>
                          <a:spcPct val="20000"/>
                        </a:spcBef>
                        <a:buSzPct val="100000"/>
                        <a:defRPr sz="1400">
                          <a:solidFill>
                            <a:srgbClr val="000000"/>
                          </a:solidFill>
                          <a:latin typeface="Arial" panose="020B0604020202020204" pitchFamily="34" charset="0"/>
                        </a:defRPr>
                      </a:lvl4pPr>
                      <a:lvl5pPr>
                        <a:lnSpc>
                          <a:spcPct val="105000"/>
                        </a:lnSpc>
                        <a:spcBef>
                          <a:spcPct val="20000"/>
                        </a:spcBef>
                        <a:buSzPct val="100000"/>
                        <a:defRPr sz="1400">
                          <a:solidFill>
                            <a:srgbClr val="000000"/>
                          </a:solidFill>
                          <a:latin typeface="Arial" panose="020B0604020202020204" pitchFamily="34" charset="0"/>
                        </a:defRPr>
                      </a:lvl5pPr>
                      <a:lvl6pPr fontAlgn="base">
                        <a:lnSpc>
                          <a:spcPct val="105000"/>
                        </a:lnSpc>
                        <a:spcBef>
                          <a:spcPct val="20000"/>
                        </a:spcBef>
                        <a:spcAft>
                          <a:spcPct val="0"/>
                        </a:spcAft>
                        <a:buSzPct val="100000"/>
                        <a:defRPr sz="1400">
                          <a:solidFill>
                            <a:srgbClr val="000000"/>
                          </a:solidFill>
                          <a:latin typeface="Arial" panose="020B0604020202020204" pitchFamily="34" charset="0"/>
                        </a:defRPr>
                      </a:lvl6pPr>
                      <a:lvl7pPr fontAlgn="base">
                        <a:lnSpc>
                          <a:spcPct val="105000"/>
                        </a:lnSpc>
                        <a:spcBef>
                          <a:spcPct val="20000"/>
                        </a:spcBef>
                        <a:spcAft>
                          <a:spcPct val="0"/>
                        </a:spcAft>
                        <a:buSzPct val="100000"/>
                        <a:defRPr sz="1400">
                          <a:solidFill>
                            <a:srgbClr val="000000"/>
                          </a:solidFill>
                          <a:latin typeface="Arial" panose="020B0604020202020204" pitchFamily="34" charset="0"/>
                        </a:defRPr>
                      </a:lvl7pPr>
                      <a:lvl8pPr fontAlgn="base">
                        <a:lnSpc>
                          <a:spcPct val="105000"/>
                        </a:lnSpc>
                        <a:spcBef>
                          <a:spcPct val="20000"/>
                        </a:spcBef>
                        <a:spcAft>
                          <a:spcPct val="0"/>
                        </a:spcAft>
                        <a:buSzPct val="100000"/>
                        <a:defRPr sz="1400">
                          <a:solidFill>
                            <a:srgbClr val="000000"/>
                          </a:solidFill>
                          <a:latin typeface="Arial" panose="020B0604020202020204" pitchFamily="34" charset="0"/>
                        </a:defRPr>
                      </a:lvl8pPr>
                      <a:lvl9pPr fontAlgn="base">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5000"/>
                        </a:lnSpc>
                        <a:spcBef>
                          <a:spcPct val="20000"/>
                        </a:spcBef>
                        <a:spcAft>
                          <a:spcPct val="0"/>
                        </a:spcAft>
                        <a:buClrTx/>
                        <a:buSzPct val="100000"/>
                        <a:buFontTx/>
                        <a:buNone/>
                        <a:tabLst/>
                      </a:pPr>
                      <a:r>
                        <a:rPr kumimoji="0" lang="en-US" altLang="nl-NL" sz="1100" b="0" i="0" u="none" strike="noStrike" cap="none" normalizeH="0" baseline="0">
                          <a:ln>
                            <a:noFill/>
                          </a:ln>
                          <a:solidFill>
                            <a:srgbClr val="000000"/>
                          </a:solidFill>
                          <a:effectLst/>
                          <a:latin typeface="Arial" panose="020B0604020202020204" pitchFamily="34" charset="0"/>
                        </a:rPr>
                        <a:t>37</a:t>
                      </a:r>
                    </a:p>
                  </a:txBody>
                  <a:tcPr marL="0" marR="0" marT="0" marB="0" anchor="ctr" horzOverflow="overflow">
                    <a:lnL w="0" cap="flat" cmpd="sng" algn="ctr">
                      <a:solidFill>
                        <a:schemeClr val="tx1"/>
                      </a:solidFill>
                      <a:prstDash val="solid"/>
                      <a:round/>
                      <a:headEnd type="none" w="med" len="med"/>
                      <a:tailEnd type="none" w="med" len="med"/>
                    </a:lnL>
                    <a:lnR w="0" cap="flat" cmpd="sng" algn="ctr">
                      <a:solidFill>
                        <a:schemeClr val="tx1"/>
                      </a:solidFill>
                      <a:prstDash val="solid"/>
                      <a:round/>
                      <a:headEnd type="none" w="med" len="med"/>
                      <a:tailEnd type="none" w="med" len="med"/>
                    </a:lnR>
                    <a:lnT w="0" cap="flat" cmpd="sng" algn="ctr">
                      <a:solidFill>
                        <a:schemeClr val="tx1"/>
                      </a:solidFill>
                      <a:prstDash val="solid"/>
                      <a:round/>
                      <a:headEnd type="none" w="med" len="med"/>
                      <a:tailEnd type="none" w="med" len="med"/>
                    </a:lnT>
                    <a:lnB w="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a:lnSpc>
                          <a:spcPct val="105000"/>
                        </a:lnSpc>
                        <a:spcBef>
                          <a:spcPct val="20000"/>
                        </a:spcBef>
                        <a:buSzPct val="100000"/>
                        <a:defRPr>
                          <a:solidFill>
                            <a:srgbClr val="000000"/>
                          </a:solidFill>
                          <a:latin typeface="Arial" panose="020B0604020202020204" pitchFamily="34" charset="0"/>
                        </a:defRPr>
                      </a:lvl2pPr>
                      <a:lvl3pPr>
                        <a:lnSpc>
                          <a:spcPct val="105000"/>
                        </a:lnSpc>
                        <a:spcBef>
                          <a:spcPct val="20000"/>
                        </a:spcBef>
                        <a:buSzPct val="100000"/>
                        <a:defRPr sz="1600">
                          <a:solidFill>
                            <a:srgbClr val="000000"/>
                          </a:solidFill>
                          <a:latin typeface="Arial" panose="020B0604020202020204" pitchFamily="34" charset="0"/>
                        </a:defRPr>
                      </a:lvl3pPr>
                      <a:lvl4pPr>
                        <a:lnSpc>
                          <a:spcPct val="105000"/>
                        </a:lnSpc>
                        <a:spcBef>
                          <a:spcPct val="20000"/>
                        </a:spcBef>
                        <a:buSzPct val="100000"/>
                        <a:defRPr sz="1400">
                          <a:solidFill>
                            <a:srgbClr val="000000"/>
                          </a:solidFill>
                          <a:latin typeface="Arial" panose="020B0604020202020204" pitchFamily="34" charset="0"/>
                        </a:defRPr>
                      </a:lvl4pPr>
                      <a:lvl5pPr>
                        <a:lnSpc>
                          <a:spcPct val="105000"/>
                        </a:lnSpc>
                        <a:spcBef>
                          <a:spcPct val="20000"/>
                        </a:spcBef>
                        <a:buSzPct val="100000"/>
                        <a:defRPr sz="1400">
                          <a:solidFill>
                            <a:srgbClr val="000000"/>
                          </a:solidFill>
                          <a:latin typeface="Arial" panose="020B0604020202020204" pitchFamily="34" charset="0"/>
                        </a:defRPr>
                      </a:lvl5pPr>
                      <a:lvl6pPr fontAlgn="base">
                        <a:lnSpc>
                          <a:spcPct val="105000"/>
                        </a:lnSpc>
                        <a:spcBef>
                          <a:spcPct val="20000"/>
                        </a:spcBef>
                        <a:spcAft>
                          <a:spcPct val="0"/>
                        </a:spcAft>
                        <a:buSzPct val="100000"/>
                        <a:defRPr sz="1400">
                          <a:solidFill>
                            <a:srgbClr val="000000"/>
                          </a:solidFill>
                          <a:latin typeface="Arial" panose="020B0604020202020204" pitchFamily="34" charset="0"/>
                        </a:defRPr>
                      </a:lvl6pPr>
                      <a:lvl7pPr fontAlgn="base">
                        <a:lnSpc>
                          <a:spcPct val="105000"/>
                        </a:lnSpc>
                        <a:spcBef>
                          <a:spcPct val="20000"/>
                        </a:spcBef>
                        <a:spcAft>
                          <a:spcPct val="0"/>
                        </a:spcAft>
                        <a:buSzPct val="100000"/>
                        <a:defRPr sz="1400">
                          <a:solidFill>
                            <a:srgbClr val="000000"/>
                          </a:solidFill>
                          <a:latin typeface="Arial" panose="020B0604020202020204" pitchFamily="34" charset="0"/>
                        </a:defRPr>
                      </a:lvl7pPr>
                      <a:lvl8pPr fontAlgn="base">
                        <a:lnSpc>
                          <a:spcPct val="105000"/>
                        </a:lnSpc>
                        <a:spcBef>
                          <a:spcPct val="20000"/>
                        </a:spcBef>
                        <a:spcAft>
                          <a:spcPct val="0"/>
                        </a:spcAft>
                        <a:buSzPct val="100000"/>
                        <a:defRPr sz="1400">
                          <a:solidFill>
                            <a:srgbClr val="000000"/>
                          </a:solidFill>
                          <a:latin typeface="Arial" panose="020B0604020202020204" pitchFamily="34" charset="0"/>
                        </a:defRPr>
                      </a:lvl8pPr>
                      <a:lvl9pPr fontAlgn="base">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5000"/>
                        </a:lnSpc>
                        <a:spcBef>
                          <a:spcPct val="20000"/>
                        </a:spcBef>
                        <a:spcAft>
                          <a:spcPct val="0"/>
                        </a:spcAft>
                        <a:buClrTx/>
                        <a:buSzPct val="100000"/>
                        <a:buFontTx/>
                        <a:buNone/>
                        <a:tabLst/>
                      </a:pPr>
                      <a:r>
                        <a:rPr kumimoji="0" lang="en-US" altLang="nl-NL" sz="1100" b="0" i="0" u="none" strike="noStrike" cap="none" normalizeH="0" baseline="0">
                          <a:ln>
                            <a:noFill/>
                          </a:ln>
                          <a:solidFill>
                            <a:srgbClr val="000000"/>
                          </a:solidFill>
                          <a:effectLst/>
                          <a:latin typeface="Arial" panose="020B0604020202020204" pitchFamily="34" charset="0"/>
                        </a:rPr>
                        <a:t>66</a:t>
                      </a:r>
                    </a:p>
                  </a:txBody>
                  <a:tcPr marL="0" marR="0" marT="0" marB="0" anchor="ctr" horzOverflow="overflow">
                    <a:lnL w="0" cap="flat" cmpd="sng" algn="ctr">
                      <a:solidFill>
                        <a:schemeClr val="tx1"/>
                      </a:solidFill>
                      <a:prstDash val="solid"/>
                      <a:round/>
                      <a:headEnd type="none" w="med" len="med"/>
                      <a:tailEnd type="none" w="med" len="med"/>
                    </a:lnL>
                    <a:lnR w="0" cap="flat" cmpd="sng" algn="ctr">
                      <a:solidFill>
                        <a:schemeClr val="tx1"/>
                      </a:solidFill>
                      <a:prstDash val="solid"/>
                      <a:round/>
                      <a:headEnd type="none" w="med" len="med"/>
                      <a:tailEnd type="none" w="med" len="med"/>
                    </a:lnR>
                    <a:lnT w="0" cap="flat" cmpd="sng" algn="ctr">
                      <a:solidFill>
                        <a:schemeClr val="tx1"/>
                      </a:solidFill>
                      <a:prstDash val="solid"/>
                      <a:round/>
                      <a:headEnd type="none" w="med" len="med"/>
                      <a:tailEnd type="none" w="med" len="med"/>
                    </a:lnT>
                    <a:lnB w="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a:lnSpc>
                          <a:spcPct val="105000"/>
                        </a:lnSpc>
                        <a:spcBef>
                          <a:spcPct val="20000"/>
                        </a:spcBef>
                        <a:buSzPct val="100000"/>
                        <a:defRPr>
                          <a:solidFill>
                            <a:srgbClr val="000000"/>
                          </a:solidFill>
                          <a:latin typeface="Arial" panose="020B0604020202020204" pitchFamily="34" charset="0"/>
                        </a:defRPr>
                      </a:lvl2pPr>
                      <a:lvl3pPr>
                        <a:lnSpc>
                          <a:spcPct val="105000"/>
                        </a:lnSpc>
                        <a:spcBef>
                          <a:spcPct val="20000"/>
                        </a:spcBef>
                        <a:buSzPct val="100000"/>
                        <a:defRPr sz="1600">
                          <a:solidFill>
                            <a:srgbClr val="000000"/>
                          </a:solidFill>
                          <a:latin typeface="Arial" panose="020B0604020202020204" pitchFamily="34" charset="0"/>
                        </a:defRPr>
                      </a:lvl3pPr>
                      <a:lvl4pPr>
                        <a:lnSpc>
                          <a:spcPct val="105000"/>
                        </a:lnSpc>
                        <a:spcBef>
                          <a:spcPct val="20000"/>
                        </a:spcBef>
                        <a:buSzPct val="100000"/>
                        <a:defRPr sz="1400">
                          <a:solidFill>
                            <a:srgbClr val="000000"/>
                          </a:solidFill>
                          <a:latin typeface="Arial" panose="020B0604020202020204" pitchFamily="34" charset="0"/>
                        </a:defRPr>
                      </a:lvl4pPr>
                      <a:lvl5pPr>
                        <a:lnSpc>
                          <a:spcPct val="105000"/>
                        </a:lnSpc>
                        <a:spcBef>
                          <a:spcPct val="20000"/>
                        </a:spcBef>
                        <a:buSzPct val="100000"/>
                        <a:defRPr sz="1400">
                          <a:solidFill>
                            <a:srgbClr val="000000"/>
                          </a:solidFill>
                          <a:latin typeface="Arial" panose="020B0604020202020204" pitchFamily="34" charset="0"/>
                        </a:defRPr>
                      </a:lvl5pPr>
                      <a:lvl6pPr fontAlgn="base">
                        <a:lnSpc>
                          <a:spcPct val="105000"/>
                        </a:lnSpc>
                        <a:spcBef>
                          <a:spcPct val="20000"/>
                        </a:spcBef>
                        <a:spcAft>
                          <a:spcPct val="0"/>
                        </a:spcAft>
                        <a:buSzPct val="100000"/>
                        <a:defRPr sz="1400">
                          <a:solidFill>
                            <a:srgbClr val="000000"/>
                          </a:solidFill>
                          <a:latin typeface="Arial" panose="020B0604020202020204" pitchFamily="34" charset="0"/>
                        </a:defRPr>
                      </a:lvl6pPr>
                      <a:lvl7pPr fontAlgn="base">
                        <a:lnSpc>
                          <a:spcPct val="105000"/>
                        </a:lnSpc>
                        <a:spcBef>
                          <a:spcPct val="20000"/>
                        </a:spcBef>
                        <a:spcAft>
                          <a:spcPct val="0"/>
                        </a:spcAft>
                        <a:buSzPct val="100000"/>
                        <a:defRPr sz="1400">
                          <a:solidFill>
                            <a:srgbClr val="000000"/>
                          </a:solidFill>
                          <a:latin typeface="Arial" panose="020B0604020202020204" pitchFamily="34" charset="0"/>
                        </a:defRPr>
                      </a:lvl7pPr>
                      <a:lvl8pPr fontAlgn="base">
                        <a:lnSpc>
                          <a:spcPct val="105000"/>
                        </a:lnSpc>
                        <a:spcBef>
                          <a:spcPct val="20000"/>
                        </a:spcBef>
                        <a:spcAft>
                          <a:spcPct val="0"/>
                        </a:spcAft>
                        <a:buSzPct val="100000"/>
                        <a:defRPr sz="1400">
                          <a:solidFill>
                            <a:srgbClr val="000000"/>
                          </a:solidFill>
                          <a:latin typeface="Arial" panose="020B0604020202020204" pitchFamily="34" charset="0"/>
                        </a:defRPr>
                      </a:lvl8pPr>
                      <a:lvl9pPr fontAlgn="base">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5000"/>
                        </a:lnSpc>
                        <a:spcBef>
                          <a:spcPct val="20000"/>
                        </a:spcBef>
                        <a:spcAft>
                          <a:spcPct val="0"/>
                        </a:spcAft>
                        <a:buClrTx/>
                        <a:buSzPct val="100000"/>
                        <a:buFontTx/>
                        <a:buNone/>
                        <a:tabLst/>
                      </a:pPr>
                      <a:r>
                        <a:rPr kumimoji="0" lang="en-US" altLang="nl-NL" sz="1100" b="0" i="0" u="none" strike="noStrike" cap="none" normalizeH="0" baseline="0">
                          <a:ln>
                            <a:noFill/>
                          </a:ln>
                          <a:solidFill>
                            <a:srgbClr val="000000"/>
                          </a:solidFill>
                          <a:effectLst/>
                          <a:latin typeface="Arial" panose="020B0604020202020204" pitchFamily="34" charset="0"/>
                        </a:rPr>
                        <a:t>135</a:t>
                      </a:r>
                    </a:p>
                  </a:txBody>
                  <a:tcPr marL="0" marR="0" marT="0" marB="0" anchor="ctr" horzOverflow="overflow">
                    <a:lnL w="0" cap="flat" cmpd="sng" algn="ctr">
                      <a:solidFill>
                        <a:schemeClr val="tx1"/>
                      </a:solidFill>
                      <a:prstDash val="solid"/>
                      <a:round/>
                      <a:headEnd type="none" w="med" len="med"/>
                      <a:tailEnd type="none" w="med" len="med"/>
                    </a:lnL>
                    <a:lnR w="0" cap="flat" cmpd="sng" algn="ctr">
                      <a:solidFill>
                        <a:schemeClr val="tx1"/>
                      </a:solidFill>
                      <a:prstDash val="solid"/>
                      <a:round/>
                      <a:headEnd type="none" w="med" len="med"/>
                      <a:tailEnd type="none" w="med" len="med"/>
                    </a:lnR>
                    <a:lnT w="0" cap="flat" cmpd="sng" algn="ctr">
                      <a:solidFill>
                        <a:schemeClr val="tx1"/>
                      </a:solidFill>
                      <a:prstDash val="solid"/>
                      <a:round/>
                      <a:headEnd type="none" w="med" len="med"/>
                      <a:tailEnd type="none" w="med" len="med"/>
                    </a:lnT>
                    <a:lnB w="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a:lnSpc>
                          <a:spcPct val="105000"/>
                        </a:lnSpc>
                        <a:spcBef>
                          <a:spcPct val="20000"/>
                        </a:spcBef>
                        <a:buSzPct val="100000"/>
                        <a:defRPr>
                          <a:solidFill>
                            <a:srgbClr val="000000"/>
                          </a:solidFill>
                          <a:latin typeface="Arial" panose="020B0604020202020204" pitchFamily="34" charset="0"/>
                        </a:defRPr>
                      </a:lvl2pPr>
                      <a:lvl3pPr>
                        <a:lnSpc>
                          <a:spcPct val="105000"/>
                        </a:lnSpc>
                        <a:spcBef>
                          <a:spcPct val="20000"/>
                        </a:spcBef>
                        <a:buSzPct val="100000"/>
                        <a:defRPr sz="1600">
                          <a:solidFill>
                            <a:srgbClr val="000000"/>
                          </a:solidFill>
                          <a:latin typeface="Arial" panose="020B0604020202020204" pitchFamily="34" charset="0"/>
                        </a:defRPr>
                      </a:lvl3pPr>
                      <a:lvl4pPr>
                        <a:lnSpc>
                          <a:spcPct val="105000"/>
                        </a:lnSpc>
                        <a:spcBef>
                          <a:spcPct val="20000"/>
                        </a:spcBef>
                        <a:buSzPct val="100000"/>
                        <a:defRPr sz="1400">
                          <a:solidFill>
                            <a:srgbClr val="000000"/>
                          </a:solidFill>
                          <a:latin typeface="Arial" panose="020B0604020202020204" pitchFamily="34" charset="0"/>
                        </a:defRPr>
                      </a:lvl4pPr>
                      <a:lvl5pPr>
                        <a:lnSpc>
                          <a:spcPct val="105000"/>
                        </a:lnSpc>
                        <a:spcBef>
                          <a:spcPct val="20000"/>
                        </a:spcBef>
                        <a:buSzPct val="100000"/>
                        <a:defRPr sz="1400">
                          <a:solidFill>
                            <a:srgbClr val="000000"/>
                          </a:solidFill>
                          <a:latin typeface="Arial" panose="020B0604020202020204" pitchFamily="34" charset="0"/>
                        </a:defRPr>
                      </a:lvl5pPr>
                      <a:lvl6pPr fontAlgn="base">
                        <a:lnSpc>
                          <a:spcPct val="105000"/>
                        </a:lnSpc>
                        <a:spcBef>
                          <a:spcPct val="20000"/>
                        </a:spcBef>
                        <a:spcAft>
                          <a:spcPct val="0"/>
                        </a:spcAft>
                        <a:buSzPct val="100000"/>
                        <a:defRPr sz="1400">
                          <a:solidFill>
                            <a:srgbClr val="000000"/>
                          </a:solidFill>
                          <a:latin typeface="Arial" panose="020B0604020202020204" pitchFamily="34" charset="0"/>
                        </a:defRPr>
                      </a:lvl6pPr>
                      <a:lvl7pPr fontAlgn="base">
                        <a:lnSpc>
                          <a:spcPct val="105000"/>
                        </a:lnSpc>
                        <a:spcBef>
                          <a:spcPct val="20000"/>
                        </a:spcBef>
                        <a:spcAft>
                          <a:spcPct val="0"/>
                        </a:spcAft>
                        <a:buSzPct val="100000"/>
                        <a:defRPr sz="1400">
                          <a:solidFill>
                            <a:srgbClr val="000000"/>
                          </a:solidFill>
                          <a:latin typeface="Arial" panose="020B0604020202020204" pitchFamily="34" charset="0"/>
                        </a:defRPr>
                      </a:lvl7pPr>
                      <a:lvl8pPr fontAlgn="base">
                        <a:lnSpc>
                          <a:spcPct val="105000"/>
                        </a:lnSpc>
                        <a:spcBef>
                          <a:spcPct val="20000"/>
                        </a:spcBef>
                        <a:spcAft>
                          <a:spcPct val="0"/>
                        </a:spcAft>
                        <a:buSzPct val="100000"/>
                        <a:defRPr sz="1400">
                          <a:solidFill>
                            <a:srgbClr val="000000"/>
                          </a:solidFill>
                          <a:latin typeface="Arial" panose="020B0604020202020204" pitchFamily="34" charset="0"/>
                        </a:defRPr>
                      </a:lvl8pPr>
                      <a:lvl9pPr fontAlgn="base">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5000"/>
                        </a:lnSpc>
                        <a:spcBef>
                          <a:spcPct val="20000"/>
                        </a:spcBef>
                        <a:spcAft>
                          <a:spcPct val="0"/>
                        </a:spcAft>
                        <a:buClrTx/>
                        <a:buSzPct val="100000"/>
                        <a:buFontTx/>
                        <a:buNone/>
                        <a:tabLst/>
                      </a:pPr>
                      <a:r>
                        <a:rPr kumimoji="0" lang="en-US" altLang="nl-NL" sz="1100" b="0" i="0" u="none" strike="noStrike" cap="none" normalizeH="0" baseline="0">
                          <a:ln>
                            <a:noFill/>
                          </a:ln>
                          <a:solidFill>
                            <a:srgbClr val="000000"/>
                          </a:solidFill>
                          <a:effectLst/>
                          <a:latin typeface="Arial" panose="020B0604020202020204" pitchFamily="34" charset="0"/>
                        </a:rPr>
                        <a:t>265</a:t>
                      </a:r>
                    </a:p>
                  </a:txBody>
                  <a:tcPr marL="0" marR="0" marT="0" marB="0" anchor="ctr" horzOverflow="overflow">
                    <a:lnL w="0" cap="flat" cmpd="sng" algn="ctr">
                      <a:solidFill>
                        <a:schemeClr val="tx1"/>
                      </a:solidFill>
                      <a:prstDash val="solid"/>
                      <a:round/>
                      <a:headEnd type="none" w="med" len="med"/>
                      <a:tailEnd type="none" w="med" len="med"/>
                    </a:lnL>
                    <a:lnR w="0" cap="flat" cmpd="sng" algn="ctr">
                      <a:solidFill>
                        <a:schemeClr val="tx1"/>
                      </a:solidFill>
                      <a:prstDash val="solid"/>
                      <a:round/>
                      <a:headEnd type="none" w="med" len="med"/>
                      <a:tailEnd type="none" w="med" len="med"/>
                    </a:lnR>
                    <a:lnT w="0" cap="flat" cmpd="sng" algn="ctr">
                      <a:solidFill>
                        <a:schemeClr val="tx1"/>
                      </a:solidFill>
                      <a:prstDash val="solid"/>
                      <a:round/>
                      <a:headEnd type="none" w="med" len="med"/>
                      <a:tailEnd type="none" w="med" len="med"/>
                    </a:lnT>
                    <a:lnB w="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a:lnSpc>
                          <a:spcPct val="105000"/>
                        </a:lnSpc>
                        <a:spcBef>
                          <a:spcPct val="20000"/>
                        </a:spcBef>
                        <a:buSzPct val="100000"/>
                        <a:defRPr>
                          <a:solidFill>
                            <a:srgbClr val="000000"/>
                          </a:solidFill>
                          <a:latin typeface="Arial" panose="020B0604020202020204" pitchFamily="34" charset="0"/>
                        </a:defRPr>
                      </a:lvl2pPr>
                      <a:lvl3pPr>
                        <a:lnSpc>
                          <a:spcPct val="105000"/>
                        </a:lnSpc>
                        <a:spcBef>
                          <a:spcPct val="20000"/>
                        </a:spcBef>
                        <a:buSzPct val="100000"/>
                        <a:defRPr sz="1600">
                          <a:solidFill>
                            <a:srgbClr val="000000"/>
                          </a:solidFill>
                          <a:latin typeface="Arial" panose="020B0604020202020204" pitchFamily="34" charset="0"/>
                        </a:defRPr>
                      </a:lvl3pPr>
                      <a:lvl4pPr>
                        <a:lnSpc>
                          <a:spcPct val="105000"/>
                        </a:lnSpc>
                        <a:spcBef>
                          <a:spcPct val="20000"/>
                        </a:spcBef>
                        <a:buSzPct val="100000"/>
                        <a:defRPr sz="1400">
                          <a:solidFill>
                            <a:srgbClr val="000000"/>
                          </a:solidFill>
                          <a:latin typeface="Arial" panose="020B0604020202020204" pitchFamily="34" charset="0"/>
                        </a:defRPr>
                      </a:lvl4pPr>
                      <a:lvl5pPr>
                        <a:lnSpc>
                          <a:spcPct val="105000"/>
                        </a:lnSpc>
                        <a:spcBef>
                          <a:spcPct val="20000"/>
                        </a:spcBef>
                        <a:buSzPct val="100000"/>
                        <a:defRPr sz="1400">
                          <a:solidFill>
                            <a:srgbClr val="000000"/>
                          </a:solidFill>
                          <a:latin typeface="Arial" panose="020B0604020202020204" pitchFamily="34" charset="0"/>
                        </a:defRPr>
                      </a:lvl5pPr>
                      <a:lvl6pPr fontAlgn="base">
                        <a:lnSpc>
                          <a:spcPct val="105000"/>
                        </a:lnSpc>
                        <a:spcBef>
                          <a:spcPct val="20000"/>
                        </a:spcBef>
                        <a:spcAft>
                          <a:spcPct val="0"/>
                        </a:spcAft>
                        <a:buSzPct val="100000"/>
                        <a:defRPr sz="1400">
                          <a:solidFill>
                            <a:srgbClr val="000000"/>
                          </a:solidFill>
                          <a:latin typeface="Arial" panose="020B0604020202020204" pitchFamily="34" charset="0"/>
                        </a:defRPr>
                      </a:lvl6pPr>
                      <a:lvl7pPr fontAlgn="base">
                        <a:lnSpc>
                          <a:spcPct val="105000"/>
                        </a:lnSpc>
                        <a:spcBef>
                          <a:spcPct val="20000"/>
                        </a:spcBef>
                        <a:spcAft>
                          <a:spcPct val="0"/>
                        </a:spcAft>
                        <a:buSzPct val="100000"/>
                        <a:defRPr sz="1400">
                          <a:solidFill>
                            <a:srgbClr val="000000"/>
                          </a:solidFill>
                          <a:latin typeface="Arial" panose="020B0604020202020204" pitchFamily="34" charset="0"/>
                        </a:defRPr>
                      </a:lvl7pPr>
                      <a:lvl8pPr fontAlgn="base">
                        <a:lnSpc>
                          <a:spcPct val="105000"/>
                        </a:lnSpc>
                        <a:spcBef>
                          <a:spcPct val="20000"/>
                        </a:spcBef>
                        <a:spcAft>
                          <a:spcPct val="0"/>
                        </a:spcAft>
                        <a:buSzPct val="100000"/>
                        <a:defRPr sz="1400">
                          <a:solidFill>
                            <a:srgbClr val="000000"/>
                          </a:solidFill>
                          <a:latin typeface="Arial" panose="020B0604020202020204" pitchFamily="34" charset="0"/>
                        </a:defRPr>
                      </a:lvl8pPr>
                      <a:lvl9pPr fontAlgn="base">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5000"/>
                        </a:lnSpc>
                        <a:spcBef>
                          <a:spcPct val="20000"/>
                        </a:spcBef>
                        <a:spcAft>
                          <a:spcPct val="0"/>
                        </a:spcAft>
                        <a:buClrTx/>
                        <a:buSzPct val="100000"/>
                        <a:buFontTx/>
                        <a:buNone/>
                        <a:tabLst/>
                      </a:pPr>
                      <a:r>
                        <a:rPr kumimoji="0" lang="en-US" altLang="nl-NL" sz="1100" b="0" i="0" u="none" strike="noStrike" cap="none" normalizeH="0" baseline="0">
                          <a:ln>
                            <a:noFill/>
                          </a:ln>
                          <a:solidFill>
                            <a:srgbClr val="000000"/>
                          </a:solidFill>
                          <a:effectLst/>
                          <a:latin typeface="Arial" panose="020B0604020202020204" pitchFamily="34" charset="0"/>
                        </a:rPr>
                        <a:t>552</a:t>
                      </a:r>
                    </a:p>
                  </a:txBody>
                  <a:tcPr marL="0" marR="0" marT="0" marB="0" anchor="ctr" horzOverflow="overflow">
                    <a:lnL w="0" cap="flat" cmpd="sng" algn="ctr">
                      <a:solidFill>
                        <a:schemeClr val="tx1"/>
                      </a:solidFill>
                      <a:prstDash val="solid"/>
                      <a:round/>
                      <a:headEnd type="none" w="med" len="med"/>
                      <a:tailEnd type="none" w="med" len="med"/>
                    </a:lnL>
                    <a:lnR w="0" cap="flat" cmpd="sng" algn="ctr">
                      <a:solidFill>
                        <a:schemeClr val="tx1"/>
                      </a:solidFill>
                      <a:prstDash val="solid"/>
                      <a:round/>
                      <a:headEnd type="none" w="med" len="med"/>
                      <a:tailEnd type="none" w="med" len="med"/>
                    </a:lnR>
                    <a:lnT w="0" cap="flat" cmpd="sng" algn="ctr">
                      <a:solidFill>
                        <a:schemeClr val="tx1"/>
                      </a:solidFill>
                      <a:prstDash val="solid"/>
                      <a:round/>
                      <a:headEnd type="none" w="med" len="med"/>
                      <a:tailEnd type="none" w="med" len="med"/>
                    </a:lnT>
                    <a:lnB w="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a:lnSpc>
                          <a:spcPct val="105000"/>
                        </a:lnSpc>
                        <a:spcBef>
                          <a:spcPct val="20000"/>
                        </a:spcBef>
                        <a:buSzPct val="100000"/>
                        <a:defRPr>
                          <a:solidFill>
                            <a:srgbClr val="000000"/>
                          </a:solidFill>
                          <a:latin typeface="Arial" panose="020B0604020202020204" pitchFamily="34" charset="0"/>
                        </a:defRPr>
                      </a:lvl2pPr>
                      <a:lvl3pPr>
                        <a:lnSpc>
                          <a:spcPct val="105000"/>
                        </a:lnSpc>
                        <a:spcBef>
                          <a:spcPct val="20000"/>
                        </a:spcBef>
                        <a:buSzPct val="100000"/>
                        <a:defRPr sz="1600">
                          <a:solidFill>
                            <a:srgbClr val="000000"/>
                          </a:solidFill>
                          <a:latin typeface="Arial" panose="020B0604020202020204" pitchFamily="34" charset="0"/>
                        </a:defRPr>
                      </a:lvl3pPr>
                      <a:lvl4pPr>
                        <a:lnSpc>
                          <a:spcPct val="105000"/>
                        </a:lnSpc>
                        <a:spcBef>
                          <a:spcPct val="20000"/>
                        </a:spcBef>
                        <a:buSzPct val="100000"/>
                        <a:defRPr sz="1400">
                          <a:solidFill>
                            <a:srgbClr val="000000"/>
                          </a:solidFill>
                          <a:latin typeface="Arial" panose="020B0604020202020204" pitchFamily="34" charset="0"/>
                        </a:defRPr>
                      </a:lvl4pPr>
                      <a:lvl5pPr>
                        <a:lnSpc>
                          <a:spcPct val="105000"/>
                        </a:lnSpc>
                        <a:spcBef>
                          <a:spcPct val="20000"/>
                        </a:spcBef>
                        <a:buSzPct val="100000"/>
                        <a:defRPr sz="1400">
                          <a:solidFill>
                            <a:srgbClr val="000000"/>
                          </a:solidFill>
                          <a:latin typeface="Arial" panose="020B0604020202020204" pitchFamily="34" charset="0"/>
                        </a:defRPr>
                      </a:lvl5pPr>
                      <a:lvl6pPr fontAlgn="base">
                        <a:lnSpc>
                          <a:spcPct val="105000"/>
                        </a:lnSpc>
                        <a:spcBef>
                          <a:spcPct val="20000"/>
                        </a:spcBef>
                        <a:spcAft>
                          <a:spcPct val="0"/>
                        </a:spcAft>
                        <a:buSzPct val="100000"/>
                        <a:defRPr sz="1400">
                          <a:solidFill>
                            <a:srgbClr val="000000"/>
                          </a:solidFill>
                          <a:latin typeface="Arial" panose="020B0604020202020204" pitchFamily="34" charset="0"/>
                        </a:defRPr>
                      </a:lvl6pPr>
                      <a:lvl7pPr fontAlgn="base">
                        <a:lnSpc>
                          <a:spcPct val="105000"/>
                        </a:lnSpc>
                        <a:spcBef>
                          <a:spcPct val="20000"/>
                        </a:spcBef>
                        <a:spcAft>
                          <a:spcPct val="0"/>
                        </a:spcAft>
                        <a:buSzPct val="100000"/>
                        <a:defRPr sz="1400">
                          <a:solidFill>
                            <a:srgbClr val="000000"/>
                          </a:solidFill>
                          <a:latin typeface="Arial" panose="020B0604020202020204" pitchFamily="34" charset="0"/>
                        </a:defRPr>
                      </a:lvl7pPr>
                      <a:lvl8pPr fontAlgn="base">
                        <a:lnSpc>
                          <a:spcPct val="105000"/>
                        </a:lnSpc>
                        <a:spcBef>
                          <a:spcPct val="20000"/>
                        </a:spcBef>
                        <a:spcAft>
                          <a:spcPct val="0"/>
                        </a:spcAft>
                        <a:buSzPct val="100000"/>
                        <a:defRPr sz="1400">
                          <a:solidFill>
                            <a:srgbClr val="000000"/>
                          </a:solidFill>
                          <a:latin typeface="Arial" panose="020B0604020202020204" pitchFamily="34" charset="0"/>
                        </a:defRPr>
                      </a:lvl8pPr>
                      <a:lvl9pPr fontAlgn="base">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5000"/>
                        </a:lnSpc>
                        <a:spcBef>
                          <a:spcPct val="20000"/>
                        </a:spcBef>
                        <a:spcAft>
                          <a:spcPct val="0"/>
                        </a:spcAft>
                        <a:buClrTx/>
                        <a:buSzPct val="100000"/>
                        <a:buFontTx/>
                        <a:buNone/>
                        <a:tabLst/>
                      </a:pPr>
                      <a:r>
                        <a:rPr kumimoji="0" lang="en-US" altLang="nl-NL" sz="1100" b="0" i="0" u="none" strike="noStrike" cap="none" normalizeH="0" baseline="0">
                          <a:ln>
                            <a:noFill/>
                          </a:ln>
                          <a:solidFill>
                            <a:srgbClr val="000000"/>
                          </a:solidFill>
                          <a:effectLst/>
                          <a:latin typeface="Arial" panose="020B0604020202020204" pitchFamily="34" charset="0"/>
                        </a:rPr>
                        <a:t>1132</a:t>
                      </a:r>
                    </a:p>
                  </a:txBody>
                  <a:tcPr marL="0" marR="0" marT="0" marB="0" anchor="ctr" horzOverflow="overflow">
                    <a:lnL w="0" cap="flat" cmpd="sng" algn="ctr">
                      <a:solidFill>
                        <a:schemeClr val="tx1"/>
                      </a:solidFill>
                      <a:prstDash val="solid"/>
                      <a:round/>
                      <a:headEnd type="none" w="med" len="med"/>
                      <a:tailEnd type="none" w="med" len="med"/>
                    </a:lnL>
                    <a:lnR w="0" cap="flat" cmpd="sng" algn="ctr">
                      <a:solidFill>
                        <a:schemeClr val="tx1"/>
                      </a:solidFill>
                      <a:prstDash val="solid"/>
                      <a:round/>
                      <a:headEnd type="none" w="med" len="med"/>
                      <a:tailEnd type="none" w="med" len="med"/>
                    </a:lnR>
                    <a:lnT w="0" cap="flat" cmpd="sng" algn="ctr">
                      <a:solidFill>
                        <a:schemeClr val="tx1"/>
                      </a:solidFill>
                      <a:prstDash val="solid"/>
                      <a:round/>
                      <a:headEnd type="none" w="med" len="med"/>
                      <a:tailEnd type="none" w="med" len="med"/>
                    </a:lnT>
                    <a:lnB w="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a:lnSpc>
                          <a:spcPct val="105000"/>
                        </a:lnSpc>
                        <a:spcBef>
                          <a:spcPct val="20000"/>
                        </a:spcBef>
                        <a:buSzPct val="100000"/>
                        <a:defRPr>
                          <a:solidFill>
                            <a:srgbClr val="000000"/>
                          </a:solidFill>
                          <a:latin typeface="Arial" panose="020B0604020202020204" pitchFamily="34" charset="0"/>
                        </a:defRPr>
                      </a:lvl2pPr>
                      <a:lvl3pPr>
                        <a:lnSpc>
                          <a:spcPct val="105000"/>
                        </a:lnSpc>
                        <a:spcBef>
                          <a:spcPct val="20000"/>
                        </a:spcBef>
                        <a:buSzPct val="100000"/>
                        <a:defRPr sz="1600">
                          <a:solidFill>
                            <a:srgbClr val="000000"/>
                          </a:solidFill>
                          <a:latin typeface="Arial" panose="020B0604020202020204" pitchFamily="34" charset="0"/>
                        </a:defRPr>
                      </a:lvl3pPr>
                      <a:lvl4pPr>
                        <a:lnSpc>
                          <a:spcPct val="105000"/>
                        </a:lnSpc>
                        <a:spcBef>
                          <a:spcPct val="20000"/>
                        </a:spcBef>
                        <a:buSzPct val="100000"/>
                        <a:defRPr sz="1400">
                          <a:solidFill>
                            <a:srgbClr val="000000"/>
                          </a:solidFill>
                          <a:latin typeface="Arial" panose="020B0604020202020204" pitchFamily="34" charset="0"/>
                        </a:defRPr>
                      </a:lvl4pPr>
                      <a:lvl5pPr>
                        <a:lnSpc>
                          <a:spcPct val="105000"/>
                        </a:lnSpc>
                        <a:spcBef>
                          <a:spcPct val="20000"/>
                        </a:spcBef>
                        <a:buSzPct val="100000"/>
                        <a:defRPr sz="1400">
                          <a:solidFill>
                            <a:srgbClr val="000000"/>
                          </a:solidFill>
                          <a:latin typeface="Arial" panose="020B0604020202020204" pitchFamily="34" charset="0"/>
                        </a:defRPr>
                      </a:lvl5pPr>
                      <a:lvl6pPr fontAlgn="base">
                        <a:lnSpc>
                          <a:spcPct val="105000"/>
                        </a:lnSpc>
                        <a:spcBef>
                          <a:spcPct val="20000"/>
                        </a:spcBef>
                        <a:spcAft>
                          <a:spcPct val="0"/>
                        </a:spcAft>
                        <a:buSzPct val="100000"/>
                        <a:defRPr sz="1400">
                          <a:solidFill>
                            <a:srgbClr val="000000"/>
                          </a:solidFill>
                          <a:latin typeface="Arial" panose="020B0604020202020204" pitchFamily="34" charset="0"/>
                        </a:defRPr>
                      </a:lvl6pPr>
                      <a:lvl7pPr fontAlgn="base">
                        <a:lnSpc>
                          <a:spcPct val="105000"/>
                        </a:lnSpc>
                        <a:spcBef>
                          <a:spcPct val="20000"/>
                        </a:spcBef>
                        <a:spcAft>
                          <a:spcPct val="0"/>
                        </a:spcAft>
                        <a:buSzPct val="100000"/>
                        <a:defRPr sz="1400">
                          <a:solidFill>
                            <a:srgbClr val="000000"/>
                          </a:solidFill>
                          <a:latin typeface="Arial" panose="020B0604020202020204" pitchFamily="34" charset="0"/>
                        </a:defRPr>
                      </a:lvl7pPr>
                      <a:lvl8pPr fontAlgn="base">
                        <a:lnSpc>
                          <a:spcPct val="105000"/>
                        </a:lnSpc>
                        <a:spcBef>
                          <a:spcPct val="20000"/>
                        </a:spcBef>
                        <a:spcAft>
                          <a:spcPct val="0"/>
                        </a:spcAft>
                        <a:buSzPct val="100000"/>
                        <a:defRPr sz="1400">
                          <a:solidFill>
                            <a:srgbClr val="000000"/>
                          </a:solidFill>
                          <a:latin typeface="Arial" panose="020B0604020202020204" pitchFamily="34" charset="0"/>
                        </a:defRPr>
                      </a:lvl8pPr>
                      <a:lvl9pPr fontAlgn="base">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5000"/>
                        </a:lnSpc>
                        <a:spcBef>
                          <a:spcPct val="20000"/>
                        </a:spcBef>
                        <a:spcAft>
                          <a:spcPct val="0"/>
                        </a:spcAft>
                        <a:buClrTx/>
                        <a:buSzPct val="100000"/>
                        <a:buFontTx/>
                        <a:buNone/>
                        <a:tabLst/>
                      </a:pPr>
                      <a:r>
                        <a:rPr kumimoji="0" lang="en-US" altLang="nl-NL" sz="1100" b="0" i="0" u="none" strike="noStrike" cap="none" normalizeH="0" baseline="0">
                          <a:ln>
                            <a:noFill/>
                          </a:ln>
                          <a:solidFill>
                            <a:srgbClr val="000000"/>
                          </a:solidFill>
                          <a:effectLst/>
                          <a:latin typeface="Arial" panose="020B0604020202020204" pitchFamily="34" charset="0"/>
                        </a:rPr>
                        <a:t>2</a:t>
                      </a:r>
                      <a:r>
                        <a:rPr kumimoji="0" lang="en-US" altLang="nl-NL" sz="1100" b="0" i="0" u="none" strike="noStrike" cap="none" normalizeH="0" baseline="0">
                          <a:ln>
                            <a:noFill/>
                          </a:ln>
                          <a:solidFill>
                            <a:srgbClr val="000000"/>
                          </a:solidFill>
                          <a:effectLst/>
                          <a:latin typeface="Arial" panose="020B0604020202020204" pitchFamily="34" charset="0"/>
                          <a:sym typeface="Symbol" panose="05050102010706020507" pitchFamily="18" charset="2"/>
                        </a:rPr>
                        <a:t>10</a:t>
                      </a:r>
                      <a:r>
                        <a:rPr kumimoji="0" lang="en-US" altLang="nl-NL" sz="1100" b="0" i="0" u="none" strike="noStrike" cap="none" normalizeH="0" baseline="30000">
                          <a:ln>
                            <a:noFill/>
                          </a:ln>
                          <a:solidFill>
                            <a:srgbClr val="000000"/>
                          </a:solidFill>
                          <a:effectLst/>
                          <a:latin typeface="Arial" panose="020B0604020202020204" pitchFamily="34" charset="0"/>
                          <a:sym typeface="Symbol" panose="05050102010706020507" pitchFamily="18" charset="2"/>
                        </a:rPr>
                        <a:t>3</a:t>
                      </a:r>
                      <a:endParaRPr kumimoji="0" lang="en-US" altLang="nl-NL" sz="1100" b="0" i="0" u="none" strike="noStrike" cap="none" normalizeH="0" baseline="0">
                        <a:ln>
                          <a:noFill/>
                        </a:ln>
                        <a:solidFill>
                          <a:srgbClr val="000000"/>
                        </a:solidFill>
                        <a:effectLst/>
                        <a:latin typeface="Arial" panose="020B0604020202020204" pitchFamily="34" charset="0"/>
                      </a:endParaRPr>
                    </a:p>
                  </a:txBody>
                  <a:tcPr marL="0" marR="0" marT="0" marB="0" anchor="ctr" horzOverflow="overflow">
                    <a:lnL w="0" cap="flat" cmpd="sng" algn="ctr">
                      <a:solidFill>
                        <a:schemeClr val="tx1"/>
                      </a:solidFill>
                      <a:prstDash val="solid"/>
                      <a:round/>
                      <a:headEnd type="none" w="med" len="med"/>
                      <a:tailEnd type="none" w="med" len="med"/>
                    </a:lnL>
                    <a:lnR w="0" cap="flat" cmpd="sng" algn="ctr">
                      <a:solidFill>
                        <a:schemeClr val="tx1"/>
                      </a:solidFill>
                      <a:prstDash val="solid"/>
                      <a:round/>
                      <a:headEnd type="none" w="med" len="med"/>
                      <a:tailEnd type="none" w="med" len="med"/>
                    </a:lnR>
                    <a:lnT w="0" cap="flat" cmpd="sng" algn="ctr">
                      <a:solidFill>
                        <a:schemeClr val="tx1"/>
                      </a:solidFill>
                      <a:prstDash val="solid"/>
                      <a:round/>
                      <a:headEnd type="none" w="med" len="med"/>
                      <a:tailEnd type="none" w="med" len="med"/>
                    </a:lnT>
                    <a:lnB w="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a:lnSpc>
                          <a:spcPct val="105000"/>
                        </a:lnSpc>
                        <a:spcBef>
                          <a:spcPct val="20000"/>
                        </a:spcBef>
                        <a:buSzPct val="100000"/>
                        <a:defRPr>
                          <a:solidFill>
                            <a:srgbClr val="000000"/>
                          </a:solidFill>
                          <a:latin typeface="Arial" panose="020B0604020202020204" pitchFamily="34" charset="0"/>
                        </a:defRPr>
                      </a:lvl2pPr>
                      <a:lvl3pPr>
                        <a:lnSpc>
                          <a:spcPct val="105000"/>
                        </a:lnSpc>
                        <a:spcBef>
                          <a:spcPct val="20000"/>
                        </a:spcBef>
                        <a:buSzPct val="100000"/>
                        <a:defRPr sz="1600">
                          <a:solidFill>
                            <a:srgbClr val="000000"/>
                          </a:solidFill>
                          <a:latin typeface="Arial" panose="020B0604020202020204" pitchFamily="34" charset="0"/>
                        </a:defRPr>
                      </a:lvl3pPr>
                      <a:lvl4pPr>
                        <a:lnSpc>
                          <a:spcPct val="105000"/>
                        </a:lnSpc>
                        <a:spcBef>
                          <a:spcPct val="20000"/>
                        </a:spcBef>
                        <a:buSzPct val="100000"/>
                        <a:defRPr sz="1400">
                          <a:solidFill>
                            <a:srgbClr val="000000"/>
                          </a:solidFill>
                          <a:latin typeface="Arial" panose="020B0604020202020204" pitchFamily="34" charset="0"/>
                        </a:defRPr>
                      </a:lvl4pPr>
                      <a:lvl5pPr>
                        <a:lnSpc>
                          <a:spcPct val="105000"/>
                        </a:lnSpc>
                        <a:spcBef>
                          <a:spcPct val="20000"/>
                        </a:spcBef>
                        <a:buSzPct val="100000"/>
                        <a:defRPr sz="1400">
                          <a:solidFill>
                            <a:srgbClr val="000000"/>
                          </a:solidFill>
                          <a:latin typeface="Arial" panose="020B0604020202020204" pitchFamily="34" charset="0"/>
                        </a:defRPr>
                      </a:lvl5pPr>
                      <a:lvl6pPr fontAlgn="base">
                        <a:lnSpc>
                          <a:spcPct val="105000"/>
                        </a:lnSpc>
                        <a:spcBef>
                          <a:spcPct val="20000"/>
                        </a:spcBef>
                        <a:spcAft>
                          <a:spcPct val="0"/>
                        </a:spcAft>
                        <a:buSzPct val="100000"/>
                        <a:defRPr sz="1400">
                          <a:solidFill>
                            <a:srgbClr val="000000"/>
                          </a:solidFill>
                          <a:latin typeface="Arial" panose="020B0604020202020204" pitchFamily="34" charset="0"/>
                        </a:defRPr>
                      </a:lvl6pPr>
                      <a:lvl7pPr fontAlgn="base">
                        <a:lnSpc>
                          <a:spcPct val="105000"/>
                        </a:lnSpc>
                        <a:spcBef>
                          <a:spcPct val="20000"/>
                        </a:spcBef>
                        <a:spcAft>
                          <a:spcPct val="0"/>
                        </a:spcAft>
                        <a:buSzPct val="100000"/>
                        <a:defRPr sz="1400">
                          <a:solidFill>
                            <a:srgbClr val="000000"/>
                          </a:solidFill>
                          <a:latin typeface="Arial" panose="020B0604020202020204" pitchFamily="34" charset="0"/>
                        </a:defRPr>
                      </a:lvl7pPr>
                      <a:lvl8pPr fontAlgn="base">
                        <a:lnSpc>
                          <a:spcPct val="105000"/>
                        </a:lnSpc>
                        <a:spcBef>
                          <a:spcPct val="20000"/>
                        </a:spcBef>
                        <a:spcAft>
                          <a:spcPct val="0"/>
                        </a:spcAft>
                        <a:buSzPct val="100000"/>
                        <a:defRPr sz="1400">
                          <a:solidFill>
                            <a:srgbClr val="000000"/>
                          </a:solidFill>
                          <a:latin typeface="Arial" panose="020B0604020202020204" pitchFamily="34" charset="0"/>
                        </a:defRPr>
                      </a:lvl8pPr>
                      <a:lvl9pPr fontAlgn="base">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5000"/>
                        </a:lnSpc>
                        <a:spcBef>
                          <a:spcPct val="20000"/>
                        </a:spcBef>
                        <a:spcAft>
                          <a:spcPct val="0"/>
                        </a:spcAft>
                        <a:buClrTx/>
                        <a:buSzPct val="100000"/>
                        <a:buFontTx/>
                        <a:buNone/>
                        <a:tabLst/>
                      </a:pPr>
                      <a:r>
                        <a:rPr kumimoji="0" lang="en-US" altLang="nl-NL" sz="1100" b="0" i="0" u="none" strike="noStrike" cap="none" normalizeH="0" baseline="0">
                          <a:ln>
                            <a:noFill/>
                          </a:ln>
                          <a:solidFill>
                            <a:srgbClr val="000000"/>
                          </a:solidFill>
                          <a:effectLst/>
                          <a:latin typeface="Arial" panose="020B0604020202020204" pitchFamily="34" charset="0"/>
                        </a:rPr>
                        <a:t>5</a:t>
                      </a:r>
                      <a:r>
                        <a:rPr kumimoji="0" lang="en-US" altLang="nl-NL" sz="1100" b="0" i="0" u="none" strike="noStrike" cap="none" normalizeH="0" baseline="0">
                          <a:ln>
                            <a:noFill/>
                          </a:ln>
                          <a:solidFill>
                            <a:srgbClr val="000000"/>
                          </a:solidFill>
                          <a:effectLst/>
                          <a:latin typeface="Arial" panose="020B0604020202020204" pitchFamily="34" charset="0"/>
                          <a:sym typeface="Symbol" panose="05050102010706020507" pitchFamily="18" charset="2"/>
                        </a:rPr>
                        <a:t>10</a:t>
                      </a:r>
                      <a:r>
                        <a:rPr kumimoji="0" lang="en-US" altLang="nl-NL" sz="1100" b="0" i="0" u="none" strike="noStrike" cap="none" normalizeH="0" baseline="30000">
                          <a:ln>
                            <a:noFill/>
                          </a:ln>
                          <a:solidFill>
                            <a:srgbClr val="000000"/>
                          </a:solidFill>
                          <a:effectLst/>
                          <a:latin typeface="Arial" panose="020B0604020202020204" pitchFamily="34" charset="0"/>
                          <a:sym typeface="Symbol" panose="05050102010706020507" pitchFamily="18" charset="2"/>
                        </a:rPr>
                        <a:t>3</a:t>
                      </a:r>
                      <a:endParaRPr kumimoji="0" lang="en-US" altLang="nl-NL" sz="1100" b="0" i="0" u="none" strike="noStrike" cap="none" normalizeH="0" baseline="0">
                        <a:ln>
                          <a:noFill/>
                        </a:ln>
                        <a:solidFill>
                          <a:srgbClr val="000000"/>
                        </a:solidFill>
                        <a:effectLst/>
                        <a:latin typeface="Arial" panose="020B0604020202020204" pitchFamily="34" charset="0"/>
                      </a:endParaRPr>
                    </a:p>
                  </a:txBody>
                  <a:tcPr marL="0" marR="0" marT="0" marB="0" anchor="ctr" horzOverflow="overflow">
                    <a:lnL w="0" cap="flat" cmpd="sng" algn="ctr">
                      <a:solidFill>
                        <a:schemeClr val="tx1"/>
                      </a:solidFill>
                      <a:prstDash val="solid"/>
                      <a:round/>
                      <a:headEnd type="none" w="med" len="med"/>
                      <a:tailEnd type="none" w="med" len="med"/>
                    </a:lnL>
                    <a:lnR w="0" cap="flat" cmpd="sng" algn="ctr">
                      <a:solidFill>
                        <a:schemeClr val="tx1"/>
                      </a:solidFill>
                      <a:prstDash val="solid"/>
                      <a:round/>
                      <a:headEnd type="none" w="med" len="med"/>
                      <a:tailEnd type="none" w="med" len="med"/>
                    </a:lnR>
                    <a:lnT w="0" cap="flat" cmpd="sng" algn="ctr">
                      <a:solidFill>
                        <a:schemeClr val="tx1"/>
                      </a:solidFill>
                      <a:prstDash val="solid"/>
                      <a:round/>
                      <a:headEnd type="none" w="med" len="med"/>
                      <a:tailEnd type="none" w="med" len="med"/>
                    </a:lnT>
                    <a:lnB w="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a:lnSpc>
                          <a:spcPct val="105000"/>
                        </a:lnSpc>
                        <a:spcBef>
                          <a:spcPct val="20000"/>
                        </a:spcBef>
                        <a:buSzPct val="100000"/>
                        <a:defRPr>
                          <a:solidFill>
                            <a:srgbClr val="000000"/>
                          </a:solidFill>
                          <a:latin typeface="Arial" panose="020B0604020202020204" pitchFamily="34" charset="0"/>
                        </a:defRPr>
                      </a:lvl2pPr>
                      <a:lvl3pPr>
                        <a:lnSpc>
                          <a:spcPct val="105000"/>
                        </a:lnSpc>
                        <a:spcBef>
                          <a:spcPct val="20000"/>
                        </a:spcBef>
                        <a:buSzPct val="100000"/>
                        <a:defRPr sz="1600">
                          <a:solidFill>
                            <a:srgbClr val="000000"/>
                          </a:solidFill>
                          <a:latin typeface="Arial" panose="020B0604020202020204" pitchFamily="34" charset="0"/>
                        </a:defRPr>
                      </a:lvl3pPr>
                      <a:lvl4pPr>
                        <a:lnSpc>
                          <a:spcPct val="105000"/>
                        </a:lnSpc>
                        <a:spcBef>
                          <a:spcPct val="20000"/>
                        </a:spcBef>
                        <a:buSzPct val="100000"/>
                        <a:defRPr sz="1400">
                          <a:solidFill>
                            <a:srgbClr val="000000"/>
                          </a:solidFill>
                          <a:latin typeface="Arial" panose="020B0604020202020204" pitchFamily="34" charset="0"/>
                        </a:defRPr>
                      </a:lvl4pPr>
                      <a:lvl5pPr>
                        <a:lnSpc>
                          <a:spcPct val="105000"/>
                        </a:lnSpc>
                        <a:spcBef>
                          <a:spcPct val="20000"/>
                        </a:spcBef>
                        <a:buSzPct val="100000"/>
                        <a:defRPr sz="1400">
                          <a:solidFill>
                            <a:srgbClr val="000000"/>
                          </a:solidFill>
                          <a:latin typeface="Arial" panose="020B0604020202020204" pitchFamily="34" charset="0"/>
                        </a:defRPr>
                      </a:lvl5pPr>
                      <a:lvl6pPr fontAlgn="base">
                        <a:lnSpc>
                          <a:spcPct val="105000"/>
                        </a:lnSpc>
                        <a:spcBef>
                          <a:spcPct val="20000"/>
                        </a:spcBef>
                        <a:spcAft>
                          <a:spcPct val="0"/>
                        </a:spcAft>
                        <a:buSzPct val="100000"/>
                        <a:defRPr sz="1400">
                          <a:solidFill>
                            <a:srgbClr val="000000"/>
                          </a:solidFill>
                          <a:latin typeface="Arial" panose="020B0604020202020204" pitchFamily="34" charset="0"/>
                        </a:defRPr>
                      </a:lvl6pPr>
                      <a:lvl7pPr fontAlgn="base">
                        <a:lnSpc>
                          <a:spcPct val="105000"/>
                        </a:lnSpc>
                        <a:spcBef>
                          <a:spcPct val="20000"/>
                        </a:spcBef>
                        <a:spcAft>
                          <a:spcPct val="0"/>
                        </a:spcAft>
                        <a:buSzPct val="100000"/>
                        <a:defRPr sz="1400">
                          <a:solidFill>
                            <a:srgbClr val="000000"/>
                          </a:solidFill>
                          <a:latin typeface="Arial" panose="020B0604020202020204" pitchFamily="34" charset="0"/>
                        </a:defRPr>
                      </a:lvl7pPr>
                      <a:lvl8pPr fontAlgn="base">
                        <a:lnSpc>
                          <a:spcPct val="105000"/>
                        </a:lnSpc>
                        <a:spcBef>
                          <a:spcPct val="20000"/>
                        </a:spcBef>
                        <a:spcAft>
                          <a:spcPct val="0"/>
                        </a:spcAft>
                        <a:buSzPct val="100000"/>
                        <a:defRPr sz="1400">
                          <a:solidFill>
                            <a:srgbClr val="000000"/>
                          </a:solidFill>
                          <a:latin typeface="Arial" panose="020B0604020202020204" pitchFamily="34" charset="0"/>
                        </a:defRPr>
                      </a:lvl8pPr>
                      <a:lvl9pPr fontAlgn="base">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5000"/>
                        </a:lnSpc>
                        <a:spcBef>
                          <a:spcPct val="20000"/>
                        </a:spcBef>
                        <a:spcAft>
                          <a:spcPct val="0"/>
                        </a:spcAft>
                        <a:buClrTx/>
                        <a:buSzPct val="100000"/>
                        <a:buFontTx/>
                        <a:buNone/>
                        <a:tabLst/>
                      </a:pPr>
                      <a:r>
                        <a:rPr kumimoji="0" lang="en-US" altLang="nl-NL" sz="1100" b="0" i="0" u="none" strike="noStrike" cap="none" normalizeH="0" baseline="0">
                          <a:ln>
                            <a:noFill/>
                          </a:ln>
                          <a:solidFill>
                            <a:srgbClr val="000000"/>
                          </a:solidFill>
                          <a:effectLst/>
                          <a:latin typeface="Arial" panose="020B0604020202020204" pitchFamily="34" charset="0"/>
                        </a:rPr>
                        <a:t>11</a:t>
                      </a:r>
                      <a:r>
                        <a:rPr kumimoji="0" lang="en-US" altLang="nl-NL" sz="1100" b="0" i="0" u="none" strike="noStrike" cap="none" normalizeH="0" baseline="0">
                          <a:ln>
                            <a:noFill/>
                          </a:ln>
                          <a:solidFill>
                            <a:srgbClr val="000000"/>
                          </a:solidFill>
                          <a:effectLst/>
                          <a:latin typeface="Arial" panose="020B0604020202020204" pitchFamily="34" charset="0"/>
                          <a:sym typeface="Symbol" panose="05050102010706020507" pitchFamily="18" charset="2"/>
                        </a:rPr>
                        <a:t>10</a:t>
                      </a:r>
                      <a:r>
                        <a:rPr kumimoji="0" lang="en-US" altLang="nl-NL" sz="1100" b="0" i="0" u="none" strike="noStrike" cap="none" normalizeH="0" baseline="30000">
                          <a:ln>
                            <a:noFill/>
                          </a:ln>
                          <a:solidFill>
                            <a:srgbClr val="000000"/>
                          </a:solidFill>
                          <a:effectLst/>
                          <a:latin typeface="Arial" panose="020B0604020202020204" pitchFamily="34" charset="0"/>
                          <a:sym typeface="Symbol" panose="05050102010706020507" pitchFamily="18" charset="2"/>
                        </a:rPr>
                        <a:t>3</a:t>
                      </a:r>
                      <a:endParaRPr kumimoji="0" lang="en-US" altLang="nl-NL" sz="1100" b="0" i="0" u="none" strike="noStrike" cap="none" normalizeH="0" baseline="0">
                        <a:ln>
                          <a:noFill/>
                        </a:ln>
                        <a:solidFill>
                          <a:srgbClr val="000000"/>
                        </a:solidFill>
                        <a:effectLst/>
                        <a:latin typeface="Arial" panose="020B0604020202020204" pitchFamily="34" charset="0"/>
                      </a:endParaRPr>
                    </a:p>
                  </a:txBody>
                  <a:tcPr marL="0" marR="0" marT="0" marB="0" anchor="ctr" horzOverflow="overflow">
                    <a:lnL w="0" cap="flat" cmpd="sng" algn="ctr">
                      <a:solidFill>
                        <a:schemeClr val="tx1"/>
                      </a:solidFill>
                      <a:prstDash val="solid"/>
                      <a:round/>
                      <a:headEnd type="none" w="med" len="med"/>
                      <a:tailEnd type="none" w="med" len="med"/>
                    </a:lnL>
                    <a:lnR w="0" cap="flat" cmpd="sng" algn="ctr">
                      <a:solidFill>
                        <a:schemeClr val="tx1"/>
                      </a:solidFill>
                      <a:prstDash val="solid"/>
                      <a:round/>
                      <a:headEnd type="none" w="med" len="med"/>
                      <a:tailEnd type="none" w="med" len="med"/>
                    </a:lnR>
                    <a:lnT w="0" cap="flat" cmpd="sng" algn="ctr">
                      <a:solidFill>
                        <a:schemeClr val="tx1"/>
                      </a:solidFill>
                      <a:prstDash val="solid"/>
                      <a:round/>
                      <a:headEnd type="none" w="med" len="med"/>
                      <a:tailEnd type="none" w="med" len="med"/>
                    </a:lnT>
                    <a:lnB w="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a:lnSpc>
                          <a:spcPct val="105000"/>
                        </a:lnSpc>
                        <a:spcBef>
                          <a:spcPct val="20000"/>
                        </a:spcBef>
                        <a:buSzPct val="100000"/>
                        <a:defRPr>
                          <a:solidFill>
                            <a:srgbClr val="000000"/>
                          </a:solidFill>
                          <a:latin typeface="Arial" panose="020B0604020202020204" pitchFamily="34" charset="0"/>
                        </a:defRPr>
                      </a:lvl2pPr>
                      <a:lvl3pPr>
                        <a:lnSpc>
                          <a:spcPct val="105000"/>
                        </a:lnSpc>
                        <a:spcBef>
                          <a:spcPct val="20000"/>
                        </a:spcBef>
                        <a:buSzPct val="100000"/>
                        <a:defRPr sz="1600">
                          <a:solidFill>
                            <a:srgbClr val="000000"/>
                          </a:solidFill>
                          <a:latin typeface="Arial" panose="020B0604020202020204" pitchFamily="34" charset="0"/>
                        </a:defRPr>
                      </a:lvl3pPr>
                      <a:lvl4pPr>
                        <a:lnSpc>
                          <a:spcPct val="105000"/>
                        </a:lnSpc>
                        <a:spcBef>
                          <a:spcPct val="20000"/>
                        </a:spcBef>
                        <a:buSzPct val="100000"/>
                        <a:defRPr sz="1400">
                          <a:solidFill>
                            <a:srgbClr val="000000"/>
                          </a:solidFill>
                          <a:latin typeface="Arial" panose="020B0604020202020204" pitchFamily="34" charset="0"/>
                        </a:defRPr>
                      </a:lvl4pPr>
                      <a:lvl5pPr>
                        <a:lnSpc>
                          <a:spcPct val="105000"/>
                        </a:lnSpc>
                        <a:spcBef>
                          <a:spcPct val="20000"/>
                        </a:spcBef>
                        <a:buSzPct val="100000"/>
                        <a:defRPr sz="1400">
                          <a:solidFill>
                            <a:srgbClr val="000000"/>
                          </a:solidFill>
                          <a:latin typeface="Arial" panose="020B0604020202020204" pitchFamily="34" charset="0"/>
                        </a:defRPr>
                      </a:lvl5pPr>
                      <a:lvl6pPr fontAlgn="base">
                        <a:lnSpc>
                          <a:spcPct val="105000"/>
                        </a:lnSpc>
                        <a:spcBef>
                          <a:spcPct val="20000"/>
                        </a:spcBef>
                        <a:spcAft>
                          <a:spcPct val="0"/>
                        </a:spcAft>
                        <a:buSzPct val="100000"/>
                        <a:defRPr sz="1400">
                          <a:solidFill>
                            <a:srgbClr val="000000"/>
                          </a:solidFill>
                          <a:latin typeface="Arial" panose="020B0604020202020204" pitchFamily="34" charset="0"/>
                        </a:defRPr>
                      </a:lvl6pPr>
                      <a:lvl7pPr fontAlgn="base">
                        <a:lnSpc>
                          <a:spcPct val="105000"/>
                        </a:lnSpc>
                        <a:spcBef>
                          <a:spcPct val="20000"/>
                        </a:spcBef>
                        <a:spcAft>
                          <a:spcPct val="0"/>
                        </a:spcAft>
                        <a:buSzPct val="100000"/>
                        <a:defRPr sz="1400">
                          <a:solidFill>
                            <a:srgbClr val="000000"/>
                          </a:solidFill>
                          <a:latin typeface="Arial" panose="020B0604020202020204" pitchFamily="34" charset="0"/>
                        </a:defRPr>
                      </a:lvl7pPr>
                      <a:lvl8pPr fontAlgn="base">
                        <a:lnSpc>
                          <a:spcPct val="105000"/>
                        </a:lnSpc>
                        <a:spcBef>
                          <a:spcPct val="20000"/>
                        </a:spcBef>
                        <a:spcAft>
                          <a:spcPct val="0"/>
                        </a:spcAft>
                        <a:buSzPct val="100000"/>
                        <a:defRPr sz="1400">
                          <a:solidFill>
                            <a:srgbClr val="000000"/>
                          </a:solidFill>
                          <a:latin typeface="Arial" panose="020B0604020202020204" pitchFamily="34" charset="0"/>
                        </a:defRPr>
                      </a:lvl8pPr>
                      <a:lvl9pPr fontAlgn="base">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5000"/>
                        </a:lnSpc>
                        <a:spcBef>
                          <a:spcPct val="20000"/>
                        </a:spcBef>
                        <a:spcAft>
                          <a:spcPct val="0"/>
                        </a:spcAft>
                        <a:buClrTx/>
                        <a:buSzPct val="100000"/>
                        <a:buFontTx/>
                        <a:buNone/>
                        <a:tabLst/>
                      </a:pPr>
                      <a:r>
                        <a:rPr kumimoji="0" lang="en-US" altLang="nl-NL" sz="1100" b="0" i="0" u="none" strike="noStrike" cap="none" normalizeH="0" baseline="0">
                          <a:ln>
                            <a:noFill/>
                          </a:ln>
                          <a:solidFill>
                            <a:srgbClr val="000000"/>
                          </a:solidFill>
                          <a:effectLst/>
                          <a:latin typeface="Arial" panose="020B0604020202020204" pitchFamily="34" charset="0"/>
                        </a:rPr>
                        <a:t>…</a:t>
                      </a:r>
                    </a:p>
                  </a:txBody>
                  <a:tcPr marL="0" marR="0" marT="0" marB="0" anchor="ctr" horzOverflow="overflow">
                    <a:lnL w="0" cap="flat" cmpd="sng" algn="ctr">
                      <a:solidFill>
                        <a:schemeClr val="tx1"/>
                      </a:solidFill>
                      <a:prstDash val="solid"/>
                      <a:round/>
                      <a:headEnd type="none" w="med" len="med"/>
                      <a:tailEnd type="none" w="med" len="med"/>
                    </a:lnL>
                    <a:lnR w="0" cap="flat" cmpd="sng" algn="ctr">
                      <a:solidFill>
                        <a:schemeClr val="tx1"/>
                      </a:solidFill>
                      <a:prstDash val="solid"/>
                      <a:round/>
                      <a:headEnd type="none" w="med" len="med"/>
                      <a:tailEnd type="none" w="med" len="med"/>
                    </a:lnR>
                    <a:lnT w="0" cap="flat" cmpd="sng" algn="ctr">
                      <a:solidFill>
                        <a:schemeClr val="tx1"/>
                      </a:solidFill>
                      <a:prstDash val="solid"/>
                      <a:round/>
                      <a:headEnd type="none" w="med" len="med"/>
                      <a:tailEnd type="none" w="med" len="med"/>
                    </a:lnT>
                    <a:lnB w="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05000"/>
                        </a:lnSpc>
                        <a:spcBef>
                          <a:spcPct val="20000"/>
                        </a:spcBef>
                        <a:buSzPct val="100000"/>
                        <a:defRPr>
                          <a:solidFill>
                            <a:srgbClr val="000000"/>
                          </a:solidFill>
                          <a:latin typeface="Arial" panose="020B0604020202020204" pitchFamily="34" charset="0"/>
                        </a:defRPr>
                      </a:lvl1pPr>
                      <a:lvl2pPr>
                        <a:lnSpc>
                          <a:spcPct val="105000"/>
                        </a:lnSpc>
                        <a:spcBef>
                          <a:spcPct val="20000"/>
                        </a:spcBef>
                        <a:buSzPct val="100000"/>
                        <a:defRPr>
                          <a:solidFill>
                            <a:srgbClr val="000000"/>
                          </a:solidFill>
                          <a:latin typeface="Arial" panose="020B0604020202020204" pitchFamily="34" charset="0"/>
                        </a:defRPr>
                      </a:lvl2pPr>
                      <a:lvl3pPr>
                        <a:lnSpc>
                          <a:spcPct val="105000"/>
                        </a:lnSpc>
                        <a:spcBef>
                          <a:spcPct val="20000"/>
                        </a:spcBef>
                        <a:buSzPct val="100000"/>
                        <a:defRPr sz="1600">
                          <a:solidFill>
                            <a:srgbClr val="000000"/>
                          </a:solidFill>
                          <a:latin typeface="Arial" panose="020B0604020202020204" pitchFamily="34" charset="0"/>
                        </a:defRPr>
                      </a:lvl3pPr>
                      <a:lvl4pPr>
                        <a:lnSpc>
                          <a:spcPct val="105000"/>
                        </a:lnSpc>
                        <a:spcBef>
                          <a:spcPct val="20000"/>
                        </a:spcBef>
                        <a:buSzPct val="100000"/>
                        <a:defRPr sz="1400">
                          <a:solidFill>
                            <a:srgbClr val="000000"/>
                          </a:solidFill>
                          <a:latin typeface="Arial" panose="020B0604020202020204" pitchFamily="34" charset="0"/>
                        </a:defRPr>
                      </a:lvl4pPr>
                      <a:lvl5pPr>
                        <a:lnSpc>
                          <a:spcPct val="105000"/>
                        </a:lnSpc>
                        <a:spcBef>
                          <a:spcPct val="20000"/>
                        </a:spcBef>
                        <a:buSzPct val="100000"/>
                        <a:defRPr sz="1400">
                          <a:solidFill>
                            <a:srgbClr val="000000"/>
                          </a:solidFill>
                          <a:latin typeface="Arial" panose="020B0604020202020204" pitchFamily="34" charset="0"/>
                        </a:defRPr>
                      </a:lvl5pPr>
                      <a:lvl6pPr fontAlgn="base">
                        <a:lnSpc>
                          <a:spcPct val="105000"/>
                        </a:lnSpc>
                        <a:spcBef>
                          <a:spcPct val="20000"/>
                        </a:spcBef>
                        <a:spcAft>
                          <a:spcPct val="0"/>
                        </a:spcAft>
                        <a:buSzPct val="100000"/>
                        <a:defRPr sz="1400">
                          <a:solidFill>
                            <a:srgbClr val="000000"/>
                          </a:solidFill>
                          <a:latin typeface="Arial" panose="020B0604020202020204" pitchFamily="34" charset="0"/>
                        </a:defRPr>
                      </a:lvl6pPr>
                      <a:lvl7pPr fontAlgn="base">
                        <a:lnSpc>
                          <a:spcPct val="105000"/>
                        </a:lnSpc>
                        <a:spcBef>
                          <a:spcPct val="20000"/>
                        </a:spcBef>
                        <a:spcAft>
                          <a:spcPct val="0"/>
                        </a:spcAft>
                        <a:buSzPct val="100000"/>
                        <a:defRPr sz="1400">
                          <a:solidFill>
                            <a:srgbClr val="000000"/>
                          </a:solidFill>
                          <a:latin typeface="Arial" panose="020B0604020202020204" pitchFamily="34" charset="0"/>
                        </a:defRPr>
                      </a:lvl7pPr>
                      <a:lvl8pPr fontAlgn="base">
                        <a:lnSpc>
                          <a:spcPct val="105000"/>
                        </a:lnSpc>
                        <a:spcBef>
                          <a:spcPct val="20000"/>
                        </a:spcBef>
                        <a:spcAft>
                          <a:spcPct val="0"/>
                        </a:spcAft>
                        <a:buSzPct val="100000"/>
                        <a:defRPr sz="1400">
                          <a:solidFill>
                            <a:srgbClr val="000000"/>
                          </a:solidFill>
                          <a:latin typeface="Arial" panose="020B0604020202020204" pitchFamily="34" charset="0"/>
                        </a:defRPr>
                      </a:lvl8pPr>
                      <a:lvl9pPr fontAlgn="base">
                        <a:lnSpc>
                          <a:spcPct val="105000"/>
                        </a:lnSpc>
                        <a:spcBef>
                          <a:spcPct val="20000"/>
                        </a:spcBef>
                        <a:spcAft>
                          <a:spcPct val="0"/>
                        </a:spcAft>
                        <a:buSzPct val="100000"/>
                        <a:defRPr sz="1400">
                          <a:solidFill>
                            <a:srgbClr val="000000"/>
                          </a:solidFill>
                          <a:latin typeface="Arial" panose="020B0604020202020204" pitchFamily="34" charset="0"/>
                        </a:defRPr>
                      </a:lvl9pPr>
                    </a:lstStyle>
                    <a:p>
                      <a:pPr marL="0" marR="0" lvl="0" indent="0" algn="ctr" defTabSz="914400" rtl="0" eaLnBrk="1" fontAlgn="base" latinLnBrk="0" hangingPunct="1">
                        <a:lnSpc>
                          <a:spcPct val="105000"/>
                        </a:lnSpc>
                        <a:spcBef>
                          <a:spcPct val="20000"/>
                        </a:spcBef>
                        <a:spcAft>
                          <a:spcPct val="0"/>
                        </a:spcAft>
                        <a:buClrTx/>
                        <a:buSzPct val="100000"/>
                        <a:buFontTx/>
                        <a:buNone/>
                        <a:tabLst/>
                      </a:pPr>
                      <a:r>
                        <a:rPr kumimoji="0" lang="en-US" altLang="nl-NL" sz="1100" b="1" i="0" u="none" strike="noStrike" cap="none" normalizeH="0" baseline="0" dirty="0">
                          <a:ln>
                            <a:noFill/>
                          </a:ln>
                          <a:solidFill>
                            <a:srgbClr val="000000"/>
                          </a:solidFill>
                          <a:effectLst/>
                          <a:latin typeface="Arial" panose="020B0604020202020204" pitchFamily="34" charset="0"/>
                        </a:rPr>
                        <a:t>32</a:t>
                      </a:r>
                      <a:r>
                        <a:rPr kumimoji="0" lang="en-US" altLang="nl-NL" sz="1100" b="1" i="0" u="none" strike="noStrike" cap="none" normalizeH="0" baseline="0" dirty="0">
                          <a:ln>
                            <a:noFill/>
                          </a:ln>
                          <a:solidFill>
                            <a:srgbClr val="000000"/>
                          </a:solidFill>
                          <a:effectLst/>
                          <a:latin typeface="Arial" panose="020B0604020202020204" pitchFamily="34" charset="0"/>
                          <a:sym typeface="Symbol" panose="05050102010706020507" pitchFamily="18" charset="2"/>
                        </a:rPr>
                        <a:t></a:t>
                      </a:r>
                      <a:r>
                        <a:rPr kumimoji="0" lang="en-US" altLang="nl-NL" sz="1100" b="1" i="0" u="none" strike="noStrike" cap="none" normalizeH="0" baseline="0" dirty="0">
                          <a:ln>
                            <a:noFill/>
                          </a:ln>
                          <a:solidFill>
                            <a:srgbClr val="000000"/>
                          </a:solidFill>
                          <a:effectLst/>
                          <a:latin typeface="Arial" panose="020B0604020202020204" pitchFamily="34" charset="0"/>
                        </a:rPr>
                        <a:t>10</a:t>
                      </a:r>
                      <a:r>
                        <a:rPr kumimoji="0" lang="en-US" altLang="nl-NL" sz="1100" b="1" i="0" u="none" strike="noStrike" cap="none" normalizeH="0" baseline="30000" dirty="0">
                          <a:ln>
                            <a:noFill/>
                          </a:ln>
                          <a:solidFill>
                            <a:srgbClr val="000000"/>
                          </a:solidFill>
                          <a:effectLst/>
                          <a:latin typeface="Arial" panose="020B0604020202020204" pitchFamily="34" charset="0"/>
                        </a:rPr>
                        <a:t>6</a:t>
                      </a:r>
                    </a:p>
                  </a:txBody>
                  <a:tcPr marL="0" marR="0" marT="0" marB="0" anchor="ctr" horzOverflow="overflow">
                    <a:lnL w="0" cap="flat" cmpd="sng" algn="ctr">
                      <a:solidFill>
                        <a:schemeClr val="tx1"/>
                      </a:solidFill>
                      <a:prstDash val="solid"/>
                      <a:round/>
                      <a:headEnd type="none" w="med" len="med"/>
                      <a:tailEnd type="none" w="med" len="med"/>
                    </a:lnL>
                    <a:lnR w="0" cap="flat" cmpd="sng" algn="ctr">
                      <a:solidFill>
                        <a:schemeClr val="tx1"/>
                      </a:solidFill>
                      <a:prstDash val="solid"/>
                      <a:round/>
                      <a:headEnd type="none" w="med" len="med"/>
                      <a:tailEnd type="none" w="med" len="med"/>
                    </a:lnR>
                    <a:lnT w="0" cap="flat" cmpd="sng" algn="ctr">
                      <a:solidFill>
                        <a:schemeClr val="tx1"/>
                      </a:solidFill>
                      <a:prstDash val="solid"/>
                      <a:round/>
                      <a:headEnd type="none" w="med" len="med"/>
                      <a:tailEnd type="none" w="med" len="med"/>
                    </a:lnT>
                    <a:lnB w="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pic>
        <p:nvPicPr>
          <p:cNvPr id="25670" name="Picture 69" descr="graph">
            <a:extLst>
              <a:ext uri="{FF2B5EF4-FFF2-40B4-BE49-F238E27FC236}">
                <a16:creationId xmlns:a16="http://schemas.microsoft.com/office/drawing/2014/main" id="{055E8773-459F-BA07-41DC-CFEC28E04548}"/>
              </a:ext>
            </a:extLst>
          </p:cNvPr>
          <p:cNvPicPr>
            <a:picLocks noChangeAspect="1" noChangeArrowheads="1"/>
          </p:cNvPicPr>
          <p:nvPr>
            <p:custDataLst>
              <p:tags r:id="rId6"/>
            </p:custDataLst>
          </p:nvPr>
        </p:nvPicPr>
        <p:blipFill>
          <a:blip r:embed="rId12">
            <a:extLst>
              <a:ext uri="{28A0092B-C50C-407E-A947-70E740481C1C}">
                <a14:useLocalDpi xmlns:a14="http://schemas.microsoft.com/office/drawing/2010/main" val="0"/>
              </a:ext>
            </a:extLst>
          </a:blip>
          <a:srcRect/>
          <a:stretch>
            <a:fillRect/>
          </a:stretch>
        </p:blipFill>
        <p:spPr bwMode="auto">
          <a:xfrm>
            <a:off x="8628976" y="1217936"/>
            <a:ext cx="3433536" cy="2564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68">
            <a:extLst>
              <a:ext uri="{FF2B5EF4-FFF2-40B4-BE49-F238E27FC236}">
                <a16:creationId xmlns:a16="http://schemas.microsoft.com/office/drawing/2014/main" id="{A6D829B9-4C03-5333-4861-71AA0FD57E38}"/>
              </a:ext>
            </a:extLst>
          </p:cNvPr>
          <p:cNvSpPr txBox="1">
            <a:spLocks noChangeArrowheads="1"/>
          </p:cNvSpPr>
          <p:nvPr>
            <p:custDataLst>
              <p:tags r:id="rId7"/>
            </p:custDataLst>
          </p:nvPr>
        </p:nvSpPr>
        <p:spPr>
          <a:xfrm>
            <a:off x="498776" y="4462667"/>
            <a:ext cx="10258909" cy="2153444"/>
          </a:xfrm>
          <a:noFill/>
        </p:spPr>
        <p:txBody>
          <a:bodyPr/>
          <a:lstStyle>
            <a:lvl1pPr marL="228600" indent="-228600" algn="l" defTabSz="914400" rtl="0" eaLnBrk="1" latinLnBrk="0" hangingPunct="1">
              <a:lnSpc>
                <a:spcPct val="100000"/>
              </a:lnSpc>
              <a:spcBef>
                <a:spcPts val="0"/>
              </a:spcBef>
              <a:spcAft>
                <a:spcPts val="1800"/>
              </a:spcAft>
              <a:buClr>
                <a:srgbClr val="2B91C5"/>
              </a:buClr>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spcAft>
                <a:spcPts val="1800"/>
              </a:spcAft>
              <a:buClr>
                <a:srgbClr val="2B91C5"/>
              </a:buClr>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spcAft>
                <a:spcPts val="1800"/>
              </a:spcAft>
              <a:buClr>
                <a:srgbClr val="2B91C5"/>
              </a:buClr>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spcAft>
                <a:spcPts val="1800"/>
              </a:spcAft>
              <a:buClr>
                <a:srgbClr val="2B91C5"/>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spcAft>
                <a:spcPts val="1800"/>
              </a:spcAft>
              <a:buClr>
                <a:srgbClr val="2B91C5"/>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57300" lvl="2" indent="-342900">
              <a:buFontTx/>
              <a:buChar char="–"/>
            </a:pPr>
            <a:endParaRPr lang="en-US" altLang="nl-NL" dirty="0"/>
          </a:p>
          <a:p>
            <a:pPr marL="457200" lvl="1" indent="0">
              <a:spcBef>
                <a:spcPct val="0"/>
              </a:spcBef>
              <a:buNone/>
            </a:pPr>
            <a:r>
              <a:rPr lang="en-US" altLang="nl-NL" dirty="0"/>
              <a:t>2. Given a </a:t>
            </a:r>
            <a:r>
              <a:rPr lang="en-US" altLang="nl-NL" i="1" dirty="0"/>
              <a:t>distance matrix</a:t>
            </a:r>
            <a:r>
              <a:rPr lang="en-US" altLang="nl-NL" dirty="0"/>
              <a:t> with </a:t>
            </a:r>
            <a:r>
              <a:rPr lang="en-US" altLang="nl-NL" i="1" dirty="0"/>
              <a:t>n</a:t>
            </a:r>
            <a:r>
              <a:rPr lang="en-US" altLang="nl-NL" dirty="0"/>
              <a:t> elements, for each different </a:t>
            </a:r>
            <a:r>
              <a:rPr lang="en-US" altLang="nl-NL" i="1" dirty="0"/>
              <a:t>full binary tree</a:t>
            </a:r>
            <a:r>
              <a:rPr lang="en-US" altLang="nl-NL" dirty="0"/>
              <a:t>, considering all the possible </a:t>
            </a:r>
            <a:r>
              <a:rPr lang="en-US" altLang="nl-NL" b="1" dirty="0"/>
              <a:t>permutations</a:t>
            </a:r>
            <a:r>
              <a:rPr lang="en-US" altLang="nl-NL" dirty="0"/>
              <a:t> of its leaves (elements in the matrix), is it possible to find the best solution obtained by the considered binary tree?</a:t>
            </a:r>
          </a:p>
          <a:p>
            <a:pPr marL="1257300" lvl="2" indent="-342900">
              <a:buFontTx/>
              <a:buChar char="–"/>
            </a:pPr>
            <a:r>
              <a:rPr lang="en-US" altLang="nl-NL" dirty="0"/>
              <a:t>Factorial growth:</a:t>
            </a:r>
          </a:p>
          <a:p>
            <a:pPr marL="838200" lvl="1" indent="-381000">
              <a:buFont typeface="Arial" panose="020B0604020202020204" pitchFamily="34" charset="0"/>
              <a:buNone/>
            </a:pPr>
            <a:endParaRPr lang="en-US" altLang="nl-NL" sz="1800" dirty="0"/>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62C67325-0967-F7E4-68FE-0CB684D17167}"/>
              </a:ext>
            </a:extLst>
          </p:cNvPr>
          <p:cNvSpPr>
            <a:spLocks noGrp="1" noChangeArrowheads="1"/>
          </p:cNvSpPr>
          <p:nvPr>
            <p:ph type="title"/>
            <p:custDataLst>
              <p:tags r:id="rId2"/>
            </p:custDataLst>
          </p:nvPr>
        </p:nvSpPr>
        <p:spPr>
          <a:xfrm>
            <a:off x="964053" y="85072"/>
            <a:ext cx="10263893" cy="782357"/>
          </a:xfrm>
          <a:noFill/>
        </p:spPr>
        <p:txBody>
          <a:bodyPr/>
          <a:lstStyle/>
          <a:p>
            <a:pPr algn="ctr" eaLnBrk="1" hangingPunct="1"/>
            <a:r>
              <a:rPr lang="en-US" altLang="nl-NL" dirty="0"/>
              <a:t>Normalization of the cost function</a:t>
            </a:r>
          </a:p>
        </p:txBody>
      </p:sp>
      <p:sp>
        <p:nvSpPr>
          <p:cNvPr id="44035" name="Rectangle 3">
            <a:extLst>
              <a:ext uri="{FF2B5EF4-FFF2-40B4-BE49-F238E27FC236}">
                <a16:creationId xmlns:a16="http://schemas.microsoft.com/office/drawing/2014/main" id="{94B89D83-8F11-1F7D-1CBA-2A606E292AA2}"/>
              </a:ext>
            </a:extLst>
          </p:cNvPr>
          <p:cNvSpPr>
            <a:spLocks noGrp="1" noChangeArrowheads="1"/>
          </p:cNvSpPr>
          <p:nvPr>
            <p:ph type="body" idx="1"/>
            <p:custDataLst>
              <p:tags r:id="rId3"/>
            </p:custDataLst>
          </p:nvPr>
        </p:nvSpPr>
        <p:spPr>
          <a:xfrm>
            <a:off x="1145626" y="1128712"/>
            <a:ext cx="10263893" cy="4954588"/>
          </a:xfrm>
          <a:noFill/>
        </p:spPr>
        <p:txBody>
          <a:bodyPr/>
          <a:lstStyle/>
          <a:p>
            <a:pPr eaLnBrk="1" hangingPunct="1">
              <a:spcAft>
                <a:spcPts val="600"/>
              </a:spcAft>
            </a:pPr>
            <a:r>
              <a:rPr lang="en-US" altLang="nl-NL" dirty="0"/>
              <a:t>Calculate the worst (maximal) cost </a:t>
            </a:r>
            <a:r>
              <a:rPr lang="en-US" altLang="nl-NL" i="1" dirty="0"/>
              <a:t>M</a:t>
            </a:r>
            <a:r>
              <a:rPr lang="en-US" altLang="nl-NL" dirty="0"/>
              <a:t>: </a:t>
            </a:r>
          </a:p>
          <a:p>
            <a:pPr eaLnBrk="1" hangingPunct="1">
              <a:spcAft>
                <a:spcPts val="600"/>
              </a:spcAft>
            </a:pPr>
            <a:endParaRPr lang="en-US" altLang="nl-NL" dirty="0"/>
          </a:p>
          <a:p>
            <a:pPr eaLnBrk="1" hangingPunct="1">
              <a:spcAft>
                <a:spcPts val="600"/>
              </a:spcAft>
            </a:pPr>
            <a:endParaRPr lang="en-US" altLang="nl-NL" dirty="0"/>
          </a:p>
          <a:p>
            <a:pPr eaLnBrk="1" hangingPunct="1">
              <a:spcAft>
                <a:spcPts val="600"/>
              </a:spcAft>
            </a:pPr>
            <a:r>
              <a:rPr lang="en-US" altLang="nl-NL" dirty="0"/>
              <a:t>Calculate the best (minimal) cost </a:t>
            </a:r>
            <a:r>
              <a:rPr lang="en-US" altLang="nl-NL" i="1" dirty="0"/>
              <a:t>m</a:t>
            </a:r>
            <a:r>
              <a:rPr lang="en-US" altLang="nl-NL" dirty="0"/>
              <a:t>: </a:t>
            </a:r>
          </a:p>
          <a:p>
            <a:pPr eaLnBrk="1" hangingPunct="1">
              <a:spcAft>
                <a:spcPts val="600"/>
              </a:spcAft>
            </a:pPr>
            <a:endParaRPr lang="en-US" altLang="nl-NL" dirty="0"/>
          </a:p>
          <a:p>
            <a:pPr eaLnBrk="1" hangingPunct="1">
              <a:spcAft>
                <a:spcPts val="600"/>
              </a:spcAft>
            </a:pPr>
            <a:endParaRPr lang="en-US" altLang="nl-NL" dirty="0"/>
          </a:p>
          <a:p>
            <a:pPr eaLnBrk="1" hangingPunct="1">
              <a:spcAft>
                <a:spcPts val="600"/>
              </a:spcAft>
            </a:pPr>
            <a:r>
              <a:rPr lang="en-US" altLang="nl-NL" i="1" dirty="0"/>
              <a:t>M </a:t>
            </a:r>
            <a:r>
              <a:rPr lang="en-US" altLang="nl-NL" dirty="0"/>
              <a:t>upper bound, </a:t>
            </a:r>
            <a:r>
              <a:rPr lang="en-US" altLang="nl-NL" i="1" dirty="0"/>
              <a:t>m</a:t>
            </a:r>
            <a:r>
              <a:rPr lang="en-US" altLang="nl-NL" dirty="0"/>
              <a:t> lower bound for </a:t>
            </a:r>
            <a:r>
              <a:rPr lang="en-US" altLang="nl-NL" i="1" dirty="0"/>
              <a:t>C</a:t>
            </a:r>
            <a:r>
              <a:rPr lang="en-US" altLang="nl-NL" i="1" baseline="-25000" dirty="0"/>
              <a:t>t </a:t>
            </a:r>
            <a:r>
              <a:rPr lang="en-US" altLang="nl-NL" dirty="0"/>
              <a:t>: </a:t>
            </a:r>
          </a:p>
          <a:p>
            <a:pPr eaLnBrk="1" hangingPunct="1">
              <a:spcAft>
                <a:spcPts val="600"/>
              </a:spcAft>
            </a:pPr>
            <a:endParaRPr lang="en-US" altLang="nl-NL" dirty="0"/>
          </a:p>
          <a:p>
            <a:pPr eaLnBrk="1" hangingPunct="1">
              <a:spcAft>
                <a:spcPts val="600"/>
              </a:spcAft>
            </a:pPr>
            <a:r>
              <a:rPr lang="en-US" altLang="nl-NL" dirty="0"/>
              <a:t>In most of cases, the best cost </a:t>
            </a:r>
            <a:r>
              <a:rPr lang="en-US" altLang="nl-NL" i="1" dirty="0"/>
              <a:t>m</a:t>
            </a:r>
            <a:r>
              <a:rPr lang="en-US" altLang="nl-NL" dirty="0"/>
              <a:t> cannot be really attained by any boron tree </a:t>
            </a:r>
            <a:r>
              <a:rPr lang="en-US" altLang="nl-NL" i="1" dirty="0"/>
              <a:t>t, </a:t>
            </a:r>
            <a:r>
              <a:rPr lang="en-US" altLang="nl-NL" dirty="0"/>
              <a:t>especially for a large number of elements </a:t>
            </a:r>
            <a:r>
              <a:rPr lang="en-US" altLang="nl-NL" i="1" dirty="0"/>
              <a:t>n </a:t>
            </a:r>
            <a:r>
              <a:rPr lang="en-US" altLang="nl-NL" dirty="0">
                <a:sym typeface="Wingdings" panose="05000000000000000000" pitchFamily="2" charset="2"/>
              </a:rPr>
              <a:t></a:t>
            </a:r>
            <a:r>
              <a:rPr lang="en-US" altLang="nl-NL" i="1" dirty="0">
                <a:sym typeface="Wingdings" panose="05000000000000000000" pitchFamily="2" charset="2"/>
              </a:rPr>
              <a:t> </a:t>
            </a:r>
            <a:r>
              <a:rPr lang="en-US" altLang="nl-NL" b="1" dirty="0"/>
              <a:t>INCONSISTENCY</a:t>
            </a:r>
            <a:endParaRPr lang="en-US" altLang="nl-NL" dirty="0"/>
          </a:p>
          <a:p>
            <a:pPr lvl="1" eaLnBrk="1" hangingPunct="1">
              <a:spcAft>
                <a:spcPts val="600"/>
              </a:spcAft>
              <a:buFontTx/>
              <a:buNone/>
            </a:pPr>
            <a:endParaRPr lang="en-US" altLang="nl-NL" dirty="0"/>
          </a:p>
          <a:p>
            <a:pPr eaLnBrk="1" hangingPunct="1">
              <a:spcAft>
                <a:spcPts val="600"/>
              </a:spcAft>
            </a:pPr>
            <a:r>
              <a:rPr lang="en-US" altLang="nl-NL" b="1" i="1" dirty="0"/>
              <a:t>Normalized tree score</a:t>
            </a:r>
            <a:r>
              <a:rPr lang="en-US" altLang="nl-NL" i="1" dirty="0"/>
              <a:t> S(t):</a:t>
            </a:r>
            <a:r>
              <a:rPr lang="en-US" altLang="nl-NL" dirty="0"/>
              <a:t> </a:t>
            </a:r>
          </a:p>
          <a:p>
            <a:pPr eaLnBrk="1" hangingPunct="1">
              <a:spcAft>
                <a:spcPts val="600"/>
              </a:spcAft>
            </a:pPr>
            <a:endParaRPr lang="en-US" altLang="nl-NL" dirty="0"/>
          </a:p>
        </p:txBody>
      </p:sp>
      <p:graphicFrame>
        <p:nvGraphicFramePr>
          <p:cNvPr id="44036" name="Object 4">
            <a:extLst>
              <a:ext uri="{FF2B5EF4-FFF2-40B4-BE49-F238E27FC236}">
                <a16:creationId xmlns:a16="http://schemas.microsoft.com/office/drawing/2014/main" id="{B767D900-DF0A-12A0-C4CE-2F44CD382DCB}"/>
              </a:ext>
            </a:extLst>
          </p:cNvPr>
          <p:cNvGraphicFramePr>
            <a:graphicFrameLocks noChangeAspect="1"/>
          </p:cNvGraphicFramePr>
          <p:nvPr>
            <p:custDataLst>
              <p:tags r:id="rId4"/>
            </p:custDataLst>
          </p:nvPr>
        </p:nvGraphicFramePr>
        <p:xfrm>
          <a:off x="2855914" y="1846264"/>
          <a:ext cx="6569075" cy="503237"/>
        </p:xfrm>
        <a:graphic>
          <a:graphicData uri="http://schemas.openxmlformats.org/presentationml/2006/ole">
            <mc:AlternateContent xmlns:mc="http://schemas.openxmlformats.org/markup-compatibility/2006">
              <mc:Choice xmlns:v="urn:schemas-microsoft-com:vml" Requires="v">
                <p:oleObj name="Equation" r:id="rId10" imgW="3365500" imgH="279400" progId="Equation.3">
                  <p:embed/>
                </p:oleObj>
              </mc:Choice>
              <mc:Fallback>
                <p:oleObj name="Equation" r:id="rId10" imgW="3365500" imgH="279400" progId="Equation.3">
                  <p:embed/>
                  <p:pic>
                    <p:nvPicPr>
                      <p:cNvPr id="44036" name="Object 4">
                        <a:extLst>
                          <a:ext uri="{FF2B5EF4-FFF2-40B4-BE49-F238E27FC236}">
                            <a16:creationId xmlns:a16="http://schemas.microsoft.com/office/drawing/2014/main" id="{B767D900-DF0A-12A0-C4CE-2F44CD382DCB}"/>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855914" y="1846264"/>
                        <a:ext cx="6569075" cy="503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037" name="Object 5">
            <a:extLst>
              <a:ext uri="{FF2B5EF4-FFF2-40B4-BE49-F238E27FC236}">
                <a16:creationId xmlns:a16="http://schemas.microsoft.com/office/drawing/2014/main" id="{064B3A51-8844-A187-291C-5DFA77964C5B}"/>
              </a:ext>
            </a:extLst>
          </p:cNvPr>
          <p:cNvGraphicFramePr>
            <a:graphicFrameLocks noChangeAspect="1"/>
          </p:cNvGraphicFramePr>
          <p:nvPr>
            <p:custDataLst>
              <p:tags r:id="rId5"/>
            </p:custDataLst>
          </p:nvPr>
        </p:nvGraphicFramePr>
        <p:xfrm>
          <a:off x="2927351" y="2997200"/>
          <a:ext cx="6423025" cy="503238"/>
        </p:xfrm>
        <a:graphic>
          <a:graphicData uri="http://schemas.openxmlformats.org/presentationml/2006/ole">
            <mc:AlternateContent xmlns:mc="http://schemas.openxmlformats.org/markup-compatibility/2006">
              <mc:Choice xmlns:v="urn:schemas-microsoft-com:vml" Requires="v">
                <p:oleObj name="Equation" r:id="rId12" imgW="3289300" imgH="279400" progId="Equation.3">
                  <p:embed/>
                </p:oleObj>
              </mc:Choice>
              <mc:Fallback>
                <p:oleObj name="Equation" r:id="rId12" imgW="3289300" imgH="279400" progId="Equation.3">
                  <p:embed/>
                  <p:pic>
                    <p:nvPicPr>
                      <p:cNvPr id="44037" name="Object 5">
                        <a:extLst>
                          <a:ext uri="{FF2B5EF4-FFF2-40B4-BE49-F238E27FC236}">
                            <a16:creationId xmlns:a16="http://schemas.microsoft.com/office/drawing/2014/main" id="{064B3A51-8844-A187-291C-5DFA77964C5B}"/>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927351" y="2997200"/>
                        <a:ext cx="6423025" cy="503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038" name="Object 6">
            <a:extLst>
              <a:ext uri="{FF2B5EF4-FFF2-40B4-BE49-F238E27FC236}">
                <a16:creationId xmlns:a16="http://schemas.microsoft.com/office/drawing/2014/main" id="{DBA9B501-2761-557F-2C25-A6974990E8A5}"/>
              </a:ext>
            </a:extLst>
          </p:cNvPr>
          <p:cNvGraphicFramePr>
            <a:graphicFrameLocks noChangeAspect="1"/>
          </p:cNvGraphicFramePr>
          <p:nvPr>
            <p:custDataLst>
              <p:tags r:id="rId6"/>
            </p:custDataLst>
            <p:extLst>
              <p:ext uri="{D42A27DB-BD31-4B8C-83A1-F6EECF244321}">
                <p14:modId xmlns:p14="http://schemas.microsoft.com/office/powerpoint/2010/main" val="1664217200"/>
              </p:ext>
            </p:extLst>
          </p:nvPr>
        </p:nvGraphicFramePr>
        <p:xfrm>
          <a:off x="6590315" y="3820318"/>
          <a:ext cx="2354263" cy="411163"/>
        </p:xfrm>
        <a:graphic>
          <a:graphicData uri="http://schemas.openxmlformats.org/presentationml/2006/ole">
            <mc:AlternateContent xmlns:mc="http://schemas.openxmlformats.org/markup-compatibility/2006">
              <mc:Choice xmlns:v="urn:schemas-microsoft-com:vml" Requires="v">
                <p:oleObj name="Equation" r:id="rId14" imgW="1206500" imgH="228600" progId="Equation.3">
                  <p:embed/>
                </p:oleObj>
              </mc:Choice>
              <mc:Fallback>
                <p:oleObj name="Equation" r:id="rId14" imgW="1206500" imgH="228600" progId="Equation.3">
                  <p:embed/>
                  <p:pic>
                    <p:nvPicPr>
                      <p:cNvPr id="44038" name="Object 6">
                        <a:extLst>
                          <a:ext uri="{FF2B5EF4-FFF2-40B4-BE49-F238E27FC236}">
                            <a16:creationId xmlns:a16="http://schemas.microsoft.com/office/drawing/2014/main" id="{DBA9B501-2761-557F-2C25-A6974990E8A5}"/>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590315" y="3820318"/>
                        <a:ext cx="2354263" cy="411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039" name="Object 7">
            <a:extLst>
              <a:ext uri="{FF2B5EF4-FFF2-40B4-BE49-F238E27FC236}">
                <a16:creationId xmlns:a16="http://schemas.microsoft.com/office/drawing/2014/main" id="{4BD5D8C7-75F0-B09D-97B1-7281A03308BA}"/>
              </a:ext>
            </a:extLst>
          </p:cNvPr>
          <p:cNvGraphicFramePr>
            <a:graphicFrameLocks noChangeAspect="1"/>
          </p:cNvGraphicFramePr>
          <p:nvPr>
            <p:custDataLst>
              <p:tags r:id="rId7"/>
            </p:custDataLst>
            <p:extLst>
              <p:ext uri="{D42A27DB-BD31-4B8C-83A1-F6EECF244321}">
                <p14:modId xmlns:p14="http://schemas.microsoft.com/office/powerpoint/2010/main" val="2330167274"/>
              </p:ext>
            </p:extLst>
          </p:nvPr>
        </p:nvGraphicFramePr>
        <p:xfrm>
          <a:off x="5379983" y="5888434"/>
          <a:ext cx="3448050" cy="709612"/>
        </p:xfrm>
        <a:graphic>
          <a:graphicData uri="http://schemas.openxmlformats.org/presentationml/2006/ole">
            <mc:AlternateContent xmlns:mc="http://schemas.openxmlformats.org/markup-compatibility/2006">
              <mc:Choice xmlns:v="urn:schemas-microsoft-com:vml" Requires="v">
                <p:oleObj name="Equation" r:id="rId16" imgW="1765300" imgH="393700" progId="Equation.3">
                  <p:embed/>
                </p:oleObj>
              </mc:Choice>
              <mc:Fallback>
                <p:oleObj name="Equation" r:id="rId16" imgW="1765300" imgH="393700" progId="Equation.3">
                  <p:embed/>
                  <p:pic>
                    <p:nvPicPr>
                      <p:cNvPr id="44039" name="Object 7">
                        <a:extLst>
                          <a:ext uri="{FF2B5EF4-FFF2-40B4-BE49-F238E27FC236}">
                            <a16:creationId xmlns:a16="http://schemas.microsoft.com/office/drawing/2014/main" id="{4BD5D8C7-75F0-B09D-97B1-7281A03308BA}"/>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379983" y="5888434"/>
                        <a:ext cx="3448050" cy="709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EF6F4E3-333C-042F-3CFA-B9BCAD31767D}"/>
              </a:ext>
            </a:extLst>
          </p:cNvPr>
          <p:cNvPicPr>
            <a:picLocks noChangeAspect="1"/>
          </p:cNvPicPr>
          <p:nvPr/>
        </p:nvPicPr>
        <p:blipFill>
          <a:blip r:embed="rId6"/>
          <a:stretch>
            <a:fillRect/>
          </a:stretch>
        </p:blipFill>
        <p:spPr>
          <a:xfrm>
            <a:off x="1089169" y="2150852"/>
            <a:ext cx="3463759" cy="1976673"/>
          </a:xfrm>
          <a:prstGeom prst="rect">
            <a:avLst/>
          </a:prstGeom>
          <a:ln>
            <a:solidFill>
              <a:schemeClr val="tx1"/>
            </a:solidFill>
          </a:ln>
        </p:spPr>
      </p:pic>
      <p:sp>
        <p:nvSpPr>
          <p:cNvPr id="26626" name="Rectangle 2">
            <a:extLst>
              <a:ext uri="{FF2B5EF4-FFF2-40B4-BE49-F238E27FC236}">
                <a16:creationId xmlns:a16="http://schemas.microsoft.com/office/drawing/2014/main" id="{06CF72CE-51AF-3D2D-3E69-E0764D60D41A}"/>
              </a:ext>
            </a:extLst>
          </p:cNvPr>
          <p:cNvSpPr>
            <a:spLocks noGrp="1" noChangeArrowheads="1"/>
          </p:cNvSpPr>
          <p:nvPr>
            <p:ph type="title"/>
            <p:custDataLst>
              <p:tags r:id="rId2"/>
            </p:custDataLst>
          </p:nvPr>
        </p:nvSpPr>
        <p:spPr>
          <a:xfrm>
            <a:off x="273268" y="380298"/>
            <a:ext cx="11146367" cy="914400"/>
          </a:xfrm>
          <a:noFill/>
        </p:spPr>
        <p:txBody>
          <a:bodyPr/>
          <a:lstStyle/>
          <a:p>
            <a:pPr algn="ctr" eaLnBrk="1" hangingPunct="1"/>
            <a:r>
              <a:rPr lang="en-US" altLang="nl-NL" dirty="0"/>
              <a:t>MQTC approximate optimization routines</a:t>
            </a:r>
          </a:p>
        </p:txBody>
      </p:sp>
      <p:sp>
        <p:nvSpPr>
          <p:cNvPr id="26627" name="Rectangle 3">
            <a:extLst>
              <a:ext uri="{FF2B5EF4-FFF2-40B4-BE49-F238E27FC236}">
                <a16:creationId xmlns:a16="http://schemas.microsoft.com/office/drawing/2014/main" id="{D9B2FE97-5602-6191-7F9A-EEE2066A5FB2}"/>
              </a:ext>
            </a:extLst>
          </p:cNvPr>
          <p:cNvSpPr>
            <a:spLocks noGrp="1" noChangeArrowheads="1"/>
          </p:cNvSpPr>
          <p:nvPr>
            <p:ph type="body" sz="half" idx="1"/>
            <p:custDataLst>
              <p:tags r:id="rId3"/>
            </p:custDataLst>
          </p:nvPr>
        </p:nvSpPr>
        <p:spPr>
          <a:xfrm>
            <a:off x="273268" y="1294698"/>
            <a:ext cx="11322345" cy="914400"/>
          </a:xfrm>
          <a:noFill/>
        </p:spPr>
        <p:txBody>
          <a:bodyPr/>
          <a:lstStyle/>
          <a:p>
            <a:pPr lvl="1">
              <a:lnSpc>
                <a:spcPct val="95000"/>
              </a:lnSpc>
            </a:pPr>
            <a:r>
              <a:rPr lang="en-US" altLang="nl-NL" sz="1800" dirty="0"/>
              <a:t>Randomized Hill-Climbing, Greedy Randomized Adaptive Search Procedure, Genetic Programming, Particle Swarm Optimization, Simulated Annealing, </a:t>
            </a:r>
            <a:r>
              <a:rPr lang="en-US" altLang="nl-NL" sz="1800" u="sng" dirty="0"/>
              <a:t>Variable Neighborhood Search</a:t>
            </a:r>
            <a:endParaRPr lang="en-US" altLang="nl-NL" sz="1800" dirty="0"/>
          </a:p>
          <a:p>
            <a:pPr marL="914400" lvl="2" indent="0">
              <a:buNone/>
            </a:pPr>
            <a:endParaRPr lang="en-US" altLang="nl-NL" dirty="0"/>
          </a:p>
          <a:p>
            <a:pPr eaLnBrk="1" hangingPunct="1">
              <a:lnSpc>
                <a:spcPct val="95000"/>
              </a:lnSpc>
            </a:pPr>
            <a:endParaRPr lang="en-US" altLang="nl-NL" sz="1800" dirty="0"/>
          </a:p>
          <a:p>
            <a:pPr eaLnBrk="1" hangingPunct="1">
              <a:lnSpc>
                <a:spcPct val="95000"/>
              </a:lnSpc>
              <a:buFontTx/>
              <a:buNone/>
            </a:pPr>
            <a:r>
              <a:rPr lang="en-US" altLang="nl-NL" sz="1800" dirty="0"/>
              <a:t>	</a:t>
            </a:r>
          </a:p>
        </p:txBody>
      </p:sp>
      <p:sp>
        <p:nvSpPr>
          <p:cNvPr id="3" name="TextBox 2">
            <a:extLst>
              <a:ext uri="{FF2B5EF4-FFF2-40B4-BE49-F238E27FC236}">
                <a16:creationId xmlns:a16="http://schemas.microsoft.com/office/drawing/2014/main" id="{09D30C9B-E338-CB60-168C-5DA6AC6C9E51}"/>
              </a:ext>
            </a:extLst>
          </p:cNvPr>
          <p:cNvSpPr txBox="1"/>
          <p:nvPr/>
        </p:nvSpPr>
        <p:spPr>
          <a:xfrm>
            <a:off x="273268" y="5573110"/>
            <a:ext cx="9606456" cy="1200329"/>
          </a:xfrm>
          <a:prstGeom prst="rect">
            <a:avLst/>
          </a:prstGeom>
          <a:noFill/>
        </p:spPr>
        <p:txBody>
          <a:bodyPr wrap="square">
            <a:spAutoFit/>
          </a:bodyPr>
          <a:lstStyle/>
          <a:p>
            <a:pPr marL="1200150" lvl="2" indent="-285750">
              <a:buFont typeface="Arial" panose="020B0604020202020204" pitchFamily="34" charset="0"/>
              <a:buChar char="•"/>
            </a:pPr>
            <a:r>
              <a:rPr lang="en-US" altLang="nl-NL" sz="1200" i="1" dirty="0"/>
              <a:t>S. Consoli, J. Korst, S. </a:t>
            </a:r>
            <a:r>
              <a:rPr lang="en-US" altLang="nl-NL" sz="1200" i="1" dirty="0" err="1"/>
              <a:t>Pauws</a:t>
            </a:r>
            <a:r>
              <a:rPr lang="en-US" altLang="nl-NL" sz="1200" i="1" dirty="0"/>
              <a:t>, and G. Geleijnse, 2020. Improved metaheuristics for the quartet method of hierarchical clustering. Journal of Global Optimization, 78(2), 241-270</a:t>
            </a:r>
          </a:p>
          <a:p>
            <a:pPr marL="1200150" lvl="2" indent="-285750">
              <a:buFont typeface="Arial" panose="020B0604020202020204" pitchFamily="34" charset="0"/>
              <a:buChar char="•"/>
            </a:pPr>
            <a:r>
              <a:rPr lang="en-US" altLang="nl-NL" sz="1200" i="1" dirty="0"/>
              <a:t>S. Consoli and N. I. </a:t>
            </a:r>
            <a:r>
              <a:rPr lang="en-US" altLang="nl-NL" sz="1200" i="1" dirty="0" err="1"/>
              <a:t>Stilianakis</a:t>
            </a:r>
            <a:r>
              <a:rPr lang="en-US" altLang="nl-NL" sz="1200" i="1" dirty="0"/>
              <a:t>, 2017. A quartet method based on variable </a:t>
            </a:r>
            <a:r>
              <a:rPr lang="en-US" altLang="nl-NL" sz="1200" i="1" dirty="0" err="1"/>
              <a:t>neighbourhood</a:t>
            </a:r>
            <a:r>
              <a:rPr lang="en-US" altLang="nl-NL" sz="1200" i="1" dirty="0"/>
              <a:t> search for biomedical literature extraction and clustering. International Transactions in Operational Research,24(3), 537-558</a:t>
            </a:r>
          </a:p>
          <a:p>
            <a:pPr marL="1200150" lvl="2" indent="-285750">
              <a:buFont typeface="Arial" panose="020B0604020202020204" pitchFamily="34" charset="0"/>
              <a:buChar char="•"/>
            </a:pPr>
            <a:r>
              <a:rPr lang="en-US" altLang="nl-NL" sz="1200" i="1" dirty="0"/>
              <a:t>Consoli S, Darby-Dowman K, Geleijnse G, Korst J, </a:t>
            </a:r>
            <a:r>
              <a:rPr lang="en-US" altLang="nl-NL" sz="1200" i="1" dirty="0" err="1"/>
              <a:t>Pauws</a:t>
            </a:r>
            <a:r>
              <a:rPr lang="en-US" altLang="nl-NL" sz="1200" i="1" dirty="0"/>
              <a:t> S (2010) Heuristic approaches for the quartet method of hierarchical clustering. IEEE Transactions on Knowledge and Data Engineering 22(10):1428– 1443 </a:t>
            </a:r>
          </a:p>
        </p:txBody>
      </p:sp>
      <p:pic>
        <p:nvPicPr>
          <p:cNvPr id="13" name="Picture 12">
            <a:extLst>
              <a:ext uri="{FF2B5EF4-FFF2-40B4-BE49-F238E27FC236}">
                <a16:creationId xmlns:a16="http://schemas.microsoft.com/office/drawing/2014/main" id="{8E27B1FC-F662-8938-46C2-64CA0D3BF89B}"/>
              </a:ext>
            </a:extLst>
          </p:cNvPr>
          <p:cNvPicPr>
            <a:picLocks noChangeAspect="1"/>
          </p:cNvPicPr>
          <p:nvPr/>
        </p:nvPicPr>
        <p:blipFill>
          <a:blip r:embed="rId7"/>
          <a:stretch>
            <a:fillRect/>
          </a:stretch>
        </p:blipFill>
        <p:spPr>
          <a:xfrm>
            <a:off x="3216320" y="2782323"/>
            <a:ext cx="4414029" cy="1525404"/>
          </a:xfrm>
          <a:prstGeom prst="rect">
            <a:avLst/>
          </a:prstGeom>
          <a:ln>
            <a:solidFill>
              <a:schemeClr val="tx1"/>
            </a:solidFill>
          </a:ln>
        </p:spPr>
      </p:pic>
      <p:pic>
        <p:nvPicPr>
          <p:cNvPr id="11" name="Picture 10">
            <a:extLst>
              <a:ext uri="{FF2B5EF4-FFF2-40B4-BE49-F238E27FC236}">
                <a16:creationId xmlns:a16="http://schemas.microsoft.com/office/drawing/2014/main" id="{1A468F76-4250-6F0F-91AE-B1E65498F25E}"/>
              </a:ext>
            </a:extLst>
          </p:cNvPr>
          <p:cNvPicPr>
            <a:picLocks noChangeAspect="1"/>
          </p:cNvPicPr>
          <p:nvPr/>
        </p:nvPicPr>
        <p:blipFill>
          <a:blip r:embed="rId8"/>
          <a:stretch>
            <a:fillRect/>
          </a:stretch>
        </p:blipFill>
        <p:spPr>
          <a:xfrm>
            <a:off x="7147034" y="3260428"/>
            <a:ext cx="3695737" cy="1947454"/>
          </a:xfrm>
          <a:prstGeom prst="rect">
            <a:avLst/>
          </a:prstGeom>
          <a:ln>
            <a:solidFill>
              <a:schemeClr val="tx1"/>
            </a:solidFill>
          </a:ln>
        </p:spPr>
      </p:pic>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A215854A-8F03-1005-F7F1-B3ED10AFBC7C}"/>
              </a:ext>
            </a:extLst>
          </p:cNvPr>
          <p:cNvSpPr>
            <a:spLocks noGrp="1" noChangeArrowheads="1"/>
          </p:cNvSpPr>
          <p:nvPr>
            <p:ph type="title"/>
            <p:custDataLst>
              <p:tags r:id="rId2"/>
            </p:custDataLst>
          </p:nvPr>
        </p:nvSpPr>
        <p:spPr>
          <a:xfrm>
            <a:off x="970722" y="18173"/>
            <a:ext cx="10263893" cy="782357"/>
          </a:xfrm>
          <a:noFill/>
        </p:spPr>
        <p:txBody>
          <a:bodyPr/>
          <a:lstStyle/>
          <a:p>
            <a:pPr algn="ctr" eaLnBrk="1" hangingPunct="1"/>
            <a:r>
              <a:rPr lang="en-GB" altLang="nl-NL" dirty="0"/>
              <a:t>Variable Neighbourhood Search (VNS)</a:t>
            </a:r>
            <a:endParaRPr lang="en-US" altLang="nl-NL" dirty="0"/>
          </a:p>
        </p:txBody>
      </p:sp>
      <p:sp>
        <p:nvSpPr>
          <p:cNvPr id="27651" name="Rectangle 3">
            <a:extLst>
              <a:ext uri="{FF2B5EF4-FFF2-40B4-BE49-F238E27FC236}">
                <a16:creationId xmlns:a16="http://schemas.microsoft.com/office/drawing/2014/main" id="{C78E4D94-999C-AEE2-69AE-163BD9602532}"/>
              </a:ext>
            </a:extLst>
          </p:cNvPr>
          <p:cNvSpPr>
            <a:spLocks noGrp="1" noChangeArrowheads="1"/>
          </p:cNvSpPr>
          <p:nvPr>
            <p:ph type="body" idx="1"/>
            <p:custDataLst>
              <p:tags r:id="rId3"/>
            </p:custDataLst>
          </p:nvPr>
        </p:nvSpPr>
        <p:spPr>
          <a:xfrm>
            <a:off x="690858" y="1047313"/>
            <a:ext cx="9707788" cy="2001838"/>
          </a:xfrm>
          <a:noFill/>
        </p:spPr>
        <p:txBody>
          <a:bodyPr/>
          <a:lstStyle/>
          <a:p>
            <a:pPr marL="742950" lvl="1" indent="-285750" algn="just">
              <a:buClr>
                <a:schemeClr val="tx1"/>
              </a:buClr>
              <a:buBlip>
                <a:blip>
                  <a:extLst>
                    <a:ext uri="{96DAC541-7B7A-43D3-8B79-37D633B846F1}">
                      <asvg:svgBlip xmlns:asvg="http://schemas.microsoft.com/office/drawing/2016/SVG/main" r:embed="rId5"/>
                    </a:ext>
                  </a:extLst>
                </a:blip>
              </a:buBlip>
            </a:pPr>
            <a:r>
              <a:rPr lang="en-GB" altLang="nl-NL" sz="1800" dirty="0"/>
              <a:t>VNS is based on dynamically changes neighbourhood structures during the search process (Hansen and </a:t>
            </a:r>
            <a:r>
              <a:rPr lang="en-GB" altLang="nl-NL" sz="1800" dirty="0" err="1"/>
              <a:t>Mladenović</a:t>
            </a:r>
            <a:r>
              <a:rPr lang="en-GB" altLang="nl-NL" sz="1800" dirty="0"/>
              <a:t>, 2001)</a:t>
            </a:r>
          </a:p>
          <a:p>
            <a:pPr marL="742950" lvl="1" indent="-285750" algn="just" eaLnBrk="1" hangingPunct="1">
              <a:buClr>
                <a:schemeClr val="tx1"/>
              </a:buClr>
              <a:buBlip>
                <a:blip>
                  <a:extLst>
                    <a:ext uri="{96DAC541-7B7A-43D3-8B79-37D633B846F1}">
                      <asvg:svgBlip xmlns:asvg="http://schemas.microsoft.com/office/drawing/2016/SVG/main" r:embed="rId5"/>
                    </a:ext>
                  </a:extLst>
                </a:blip>
              </a:buBlip>
            </a:pPr>
            <a:r>
              <a:rPr lang="en-US" altLang="nl-NL" sz="1800" dirty="0"/>
              <a:t>Search for new solutions in increasingly distant </a:t>
            </a:r>
            <a:r>
              <a:rPr lang="en-US" altLang="nl-NL" sz="1800" dirty="0" err="1"/>
              <a:t>neighbourhoods</a:t>
            </a:r>
            <a:r>
              <a:rPr lang="en-US" altLang="nl-NL" sz="1800" dirty="0"/>
              <a:t> of the current solution, jumping only if a better solution is found</a:t>
            </a:r>
          </a:p>
          <a:p>
            <a:pPr marL="742950" lvl="1" indent="-285750" algn="just" eaLnBrk="1" hangingPunct="1">
              <a:buClr>
                <a:schemeClr val="tx1"/>
              </a:buClr>
              <a:buBlip>
                <a:blip>
                  <a:extLst>
                    <a:ext uri="{96DAC541-7B7A-43D3-8B79-37D633B846F1}">
                      <asvg:svgBlip xmlns:asvg="http://schemas.microsoft.com/office/drawing/2016/SVG/main" r:embed="rId5"/>
                    </a:ext>
                  </a:extLst>
                </a:blip>
              </a:buBlip>
            </a:pPr>
            <a:r>
              <a:rPr lang="en-GB" altLang="nl-NL" sz="1800" dirty="0"/>
              <a:t>DEF.  </a:t>
            </a:r>
            <a:r>
              <a:rPr lang="en-GB" altLang="nl-NL" sz="1800" b="1" dirty="0" err="1"/>
              <a:t>N</a:t>
            </a:r>
            <a:r>
              <a:rPr lang="en-GB" altLang="nl-NL" sz="1800" b="1" baseline="-25000" dirty="0" err="1"/>
              <a:t>k</a:t>
            </a:r>
            <a:r>
              <a:rPr lang="en-GB" altLang="nl-NL" sz="1800" b="1" dirty="0"/>
              <a:t>(x)</a:t>
            </a:r>
            <a:r>
              <a:rPr lang="en-GB" altLang="nl-NL" sz="1800" dirty="0"/>
              <a:t> </a:t>
            </a:r>
            <a:r>
              <a:rPr lang="en-GB" altLang="nl-NL" sz="1800" dirty="0">
                <a:sym typeface="Wingdings" panose="05000000000000000000" pitchFamily="2" charset="2"/>
              </a:rPr>
              <a:t> set of solutions in the k</a:t>
            </a:r>
            <a:r>
              <a:rPr lang="en-GB" altLang="nl-NL" sz="1800" baseline="30000" dirty="0">
                <a:sym typeface="Wingdings" panose="05000000000000000000" pitchFamily="2" charset="2"/>
              </a:rPr>
              <a:t>th</a:t>
            </a:r>
            <a:r>
              <a:rPr lang="en-GB" altLang="nl-NL" sz="1800" dirty="0">
                <a:sym typeface="Wingdings" panose="05000000000000000000" pitchFamily="2" charset="2"/>
              </a:rPr>
              <a:t> neighbourhood of x</a:t>
            </a:r>
            <a:endParaRPr lang="en-US" altLang="nl-NL" sz="1800" dirty="0">
              <a:sym typeface="Wingdings" panose="05000000000000000000" pitchFamily="2" charset="2"/>
            </a:endParaRPr>
          </a:p>
          <a:p>
            <a:pPr marL="838200" lvl="1" indent="-381000">
              <a:spcBef>
                <a:spcPts val="0"/>
              </a:spcBef>
              <a:spcAft>
                <a:spcPts val="600"/>
              </a:spcAft>
              <a:buBlip>
                <a:blip>
                  <a:extLst>
                    <a:ext uri="{96DAC541-7B7A-43D3-8B79-37D633B846F1}">
                      <asvg:svgBlip xmlns:asvg="http://schemas.microsoft.com/office/drawing/2016/SVG/main" r:embed="rId5"/>
                    </a:ext>
                  </a:extLst>
                </a:blip>
              </a:buBlip>
              <a:defRPr/>
            </a:pPr>
            <a:r>
              <a:rPr lang="en-US" altLang="nl-NL" sz="1800" i="1" dirty="0"/>
              <a:t>Shaking phase</a:t>
            </a:r>
          </a:p>
          <a:p>
            <a:pPr marL="1295400" lvl="2" indent="-381000">
              <a:spcBef>
                <a:spcPts val="0"/>
              </a:spcBef>
              <a:spcAft>
                <a:spcPts val="600"/>
              </a:spcAft>
              <a:buBlip>
                <a:blip>
                  <a:extLst>
                    <a:ext uri="{96DAC541-7B7A-43D3-8B79-37D633B846F1}">
                      <asvg:svgBlip xmlns:asvg="http://schemas.microsoft.com/office/drawing/2016/SVG/main" r:embed="rId5"/>
                    </a:ext>
                  </a:extLst>
                </a:blip>
              </a:buBlip>
              <a:defRPr/>
            </a:pPr>
            <a:r>
              <a:rPr lang="en-US" altLang="nl-NL" dirty="0"/>
              <a:t>Apply </a:t>
            </a:r>
            <a:r>
              <a:rPr lang="en-US" altLang="nl-NL" i="1" dirty="0"/>
              <a:t>k</a:t>
            </a:r>
            <a:r>
              <a:rPr lang="en-US" altLang="nl-NL" dirty="0"/>
              <a:t> consecutive base moves</a:t>
            </a:r>
          </a:p>
          <a:p>
            <a:pPr marL="1752600" lvl="3" indent="-381000">
              <a:spcBef>
                <a:spcPts val="0"/>
              </a:spcBef>
              <a:spcAft>
                <a:spcPts val="600"/>
              </a:spcAft>
              <a:buBlip>
                <a:blip>
                  <a:extLst>
                    <a:ext uri="{96DAC541-7B7A-43D3-8B79-37D633B846F1}">
                      <asvg:svgBlip xmlns:asvg="http://schemas.microsoft.com/office/drawing/2016/SVG/main" r:embed="rId5"/>
                    </a:ext>
                  </a:extLst>
                </a:blip>
              </a:buBlip>
              <a:defRPr/>
            </a:pPr>
            <a:r>
              <a:rPr lang="en-US" altLang="nl-NL" sz="1800" dirty="0"/>
              <a:t>Base move: change the physical structure of the full binary tree </a:t>
            </a:r>
          </a:p>
          <a:p>
            <a:pPr marL="1295400" lvl="2" indent="-381000">
              <a:spcBef>
                <a:spcPts val="0"/>
              </a:spcBef>
              <a:spcAft>
                <a:spcPts val="600"/>
              </a:spcAft>
              <a:buBlip>
                <a:blip>
                  <a:extLst>
                    <a:ext uri="{96DAC541-7B7A-43D3-8B79-37D633B846F1}">
                      <asvg:svgBlip xmlns:asvg="http://schemas.microsoft.com/office/drawing/2016/SVG/main" r:embed="rId5"/>
                    </a:ext>
                  </a:extLst>
                </a:blip>
              </a:buBlip>
              <a:defRPr/>
            </a:pPr>
            <a:r>
              <a:rPr lang="en-GB" altLang="nl-NL" dirty="0" err="1"/>
              <a:t>k</a:t>
            </a:r>
            <a:r>
              <a:rPr lang="en-GB" altLang="nl-NL" baseline="-25000" dirty="0" err="1"/>
              <a:t>max</a:t>
            </a:r>
            <a:r>
              <a:rPr lang="en-GB" altLang="nl-NL" dirty="0"/>
              <a:t> = maximum size of the shaking phase </a:t>
            </a:r>
            <a:r>
              <a:rPr lang="en-GB" altLang="nl-NL" dirty="0">
                <a:sym typeface="Wingdings" panose="05000000000000000000" pitchFamily="2" charset="2"/>
              </a:rPr>
              <a:t></a:t>
            </a:r>
          </a:p>
          <a:p>
            <a:pPr marL="1657350" lvl="3" indent="-285750">
              <a:spcBef>
                <a:spcPts val="0"/>
              </a:spcBef>
              <a:spcAft>
                <a:spcPts val="600"/>
              </a:spcAft>
              <a:buBlip>
                <a:blip>
                  <a:extLst>
                    <a:ext uri="{96DAC541-7B7A-43D3-8B79-37D633B846F1}">
                      <asvg:svgBlip xmlns:asvg="http://schemas.microsoft.com/office/drawing/2016/SVG/main" r:embed="rId5"/>
                    </a:ext>
                  </a:extLst>
                </a:blip>
              </a:buBlip>
              <a:defRPr/>
            </a:pPr>
            <a:r>
              <a:rPr lang="en-GB" altLang="nl-NL" sz="1800" dirty="0"/>
              <a:t>maximum number of consecutive base moves</a:t>
            </a:r>
          </a:p>
          <a:p>
            <a:pPr marL="838200" lvl="1" indent="-381000">
              <a:spcBef>
                <a:spcPts val="0"/>
              </a:spcBef>
              <a:spcAft>
                <a:spcPts val="600"/>
              </a:spcAft>
              <a:buBlip>
                <a:blip>
                  <a:extLst>
                    <a:ext uri="{96DAC541-7B7A-43D3-8B79-37D633B846F1}">
                      <asvg:svgBlip xmlns:asvg="http://schemas.microsoft.com/office/drawing/2016/SVG/main" r:embed="rId5"/>
                    </a:ext>
                  </a:extLst>
                </a:blip>
              </a:buBlip>
              <a:defRPr/>
            </a:pPr>
            <a:r>
              <a:rPr lang="en-GB" altLang="nl-NL" sz="1800" i="1" dirty="0"/>
              <a:t>Local search phase</a:t>
            </a:r>
          </a:p>
          <a:p>
            <a:pPr marL="1295400" lvl="2" indent="-381000">
              <a:spcBef>
                <a:spcPts val="0"/>
              </a:spcBef>
              <a:spcAft>
                <a:spcPts val="600"/>
              </a:spcAft>
              <a:buBlip>
                <a:blip>
                  <a:extLst>
                    <a:ext uri="{96DAC541-7B7A-43D3-8B79-37D633B846F1}">
                      <asvg:svgBlip xmlns:asvg="http://schemas.microsoft.com/office/drawing/2016/SVG/main" r:embed="rId5"/>
                    </a:ext>
                  </a:extLst>
                </a:blip>
              </a:buBlip>
              <a:defRPr/>
            </a:pPr>
            <a:r>
              <a:rPr lang="en-GB" altLang="nl-NL" dirty="0"/>
              <a:t>First-improvement strategy</a:t>
            </a:r>
          </a:p>
          <a:p>
            <a:pPr marL="1295400" lvl="2" indent="-381000">
              <a:spcBef>
                <a:spcPts val="0"/>
              </a:spcBef>
              <a:spcAft>
                <a:spcPts val="600"/>
              </a:spcAft>
              <a:buBlip>
                <a:blip>
                  <a:extLst>
                    <a:ext uri="{96DAC541-7B7A-43D3-8B79-37D633B846F1}">
                      <asvg:svgBlip xmlns:asvg="http://schemas.microsoft.com/office/drawing/2016/SVG/main" r:embed="rId5"/>
                    </a:ext>
                  </a:extLst>
                </a:blip>
              </a:buBlip>
              <a:defRPr/>
            </a:pPr>
            <a:r>
              <a:rPr lang="en-US" altLang="nl-NL" dirty="0"/>
              <a:t>One-</a:t>
            </a:r>
            <a:r>
              <a:rPr lang="en-US" altLang="nl-NL" dirty="0" err="1"/>
              <a:t>neighbourhood</a:t>
            </a:r>
            <a:r>
              <a:rPr lang="en-US" altLang="nl-NL" dirty="0"/>
              <a:t> structure:</a:t>
            </a:r>
          </a:p>
          <a:p>
            <a:pPr marL="1714500" lvl="3" indent="-342900">
              <a:spcBef>
                <a:spcPts val="0"/>
              </a:spcBef>
              <a:spcAft>
                <a:spcPts val="600"/>
              </a:spcAft>
              <a:buBlip>
                <a:blip>
                  <a:extLst>
                    <a:ext uri="{96DAC541-7B7A-43D3-8B79-37D633B846F1}">
                      <asvg:svgBlip xmlns:asvg="http://schemas.microsoft.com/office/drawing/2016/SVG/main" r:embed="rId5"/>
                    </a:ext>
                  </a:extLst>
                </a:blip>
              </a:buBlip>
              <a:defRPr/>
            </a:pPr>
            <a:r>
              <a:rPr lang="en-US" altLang="nl-NL" sz="1800" dirty="0"/>
              <a:t>Considers internal nodes with Manhattan distance = 1</a:t>
            </a:r>
          </a:p>
          <a:p>
            <a:pPr marL="1714500" lvl="3" indent="-342900">
              <a:spcBef>
                <a:spcPts val="0"/>
              </a:spcBef>
              <a:spcAft>
                <a:spcPts val="600"/>
              </a:spcAft>
              <a:buBlip>
                <a:blip>
                  <a:extLst>
                    <a:ext uri="{96DAC541-7B7A-43D3-8B79-37D633B846F1}">
                      <asvg:svgBlip xmlns:asvg="http://schemas.microsoft.com/office/drawing/2016/SVG/main" r:embed="rId5"/>
                    </a:ext>
                  </a:extLst>
                </a:blip>
              </a:buBlip>
              <a:defRPr/>
            </a:pPr>
            <a:r>
              <a:rPr lang="en-GB" altLang="nl-NL" sz="1800" dirty="0"/>
              <a:t>Performs a basic move among the two selected internal nodes</a:t>
            </a:r>
            <a:endParaRPr lang="en-US" altLang="nl-NL" sz="1800" dirty="0"/>
          </a:p>
          <a:p>
            <a:pPr lvl="1" algn="just" eaLnBrk="1" hangingPunct="1">
              <a:buClr>
                <a:schemeClr val="tx1"/>
              </a:buClr>
            </a:pPr>
            <a:endParaRPr lang="en-GB" altLang="nl-NL" sz="1800" dirty="0">
              <a:sym typeface="Wingdings" panose="05000000000000000000" pitchFamily="2" charset="2"/>
            </a:endParaRPr>
          </a:p>
        </p:txBody>
      </p:sp>
      <p:grpSp>
        <p:nvGrpSpPr>
          <p:cNvPr id="27652" name="Group 20">
            <a:extLst>
              <a:ext uri="{FF2B5EF4-FFF2-40B4-BE49-F238E27FC236}">
                <a16:creationId xmlns:a16="http://schemas.microsoft.com/office/drawing/2014/main" id="{80415EE9-A3C9-949E-DB1E-C8A6614CDD06}"/>
              </a:ext>
            </a:extLst>
          </p:cNvPr>
          <p:cNvGrpSpPr>
            <a:grpSpLocks/>
          </p:cNvGrpSpPr>
          <p:nvPr/>
        </p:nvGrpSpPr>
        <p:grpSpPr bwMode="auto">
          <a:xfrm>
            <a:off x="9231286" y="2240675"/>
            <a:ext cx="3567112" cy="2638425"/>
            <a:chOff x="2033" y="2267"/>
            <a:chExt cx="2247" cy="1662"/>
          </a:xfrm>
        </p:grpSpPr>
        <p:sp>
          <p:nvSpPr>
            <p:cNvPr id="27654" name="Oval 8">
              <a:extLst>
                <a:ext uri="{FF2B5EF4-FFF2-40B4-BE49-F238E27FC236}">
                  <a16:creationId xmlns:a16="http://schemas.microsoft.com/office/drawing/2014/main" id="{94916B7C-32AA-B8C8-6B9B-767A7FCAC1D0}"/>
                </a:ext>
              </a:extLst>
            </p:cNvPr>
            <p:cNvSpPr>
              <a:spLocks noChangeArrowheads="1"/>
            </p:cNvSpPr>
            <p:nvPr/>
          </p:nvSpPr>
          <p:spPr bwMode="auto">
            <a:xfrm>
              <a:off x="2033" y="2267"/>
              <a:ext cx="1721" cy="1662"/>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05000"/>
                </a:lnSpc>
                <a:spcBef>
                  <a:spcPct val="20000"/>
                </a:spcBef>
                <a:buSzPct val="100000"/>
                <a:buChar char="•"/>
                <a:defRPr sz="2000">
                  <a:solidFill>
                    <a:srgbClr val="000000"/>
                  </a:solidFill>
                  <a:latin typeface="Arial" panose="020B0604020202020204" pitchFamily="34" charset="0"/>
                </a:defRPr>
              </a:lvl1pPr>
              <a:lvl2pPr marL="742950" indent="-285750">
                <a:lnSpc>
                  <a:spcPct val="105000"/>
                </a:lnSpc>
                <a:spcBef>
                  <a:spcPct val="20000"/>
                </a:spcBef>
                <a:buSzPct val="100000"/>
                <a:buChar char="–"/>
                <a:defRPr sz="2000">
                  <a:solidFill>
                    <a:srgbClr val="000000"/>
                  </a:solidFill>
                  <a:latin typeface="Arial" panose="020B0604020202020204" pitchFamily="34" charset="0"/>
                </a:defRPr>
              </a:lvl2pPr>
              <a:lvl3pPr marL="1143000" indent="-228600">
                <a:lnSpc>
                  <a:spcPct val="105000"/>
                </a:lnSpc>
                <a:spcBef>
                  <a:spcPct val="20000"/>
                </a:spcBef>
                <a:buSzPct val="100000"/>
                <a:buChar char="•"/>
                <a:defRPr>
                  <a:solidFill>
                    <a:srgbClr val="000000"/>
                  </a:solidFill>
                  <a:latin typeface="Arial" panose="020B0604020202020204" pitchFamily="34" charset="0"/>
                </a:defRPr>
              </a:lvl3pPr>
              <a:lvl4pPr marL="1600200" indent="-228600">
                <a:lnSpc>
                  <a:spcPct val="105000"/>
                </a:lnSpc>
                <a:spcBef>
                  <a:spcPct val="20000"/>
                </a:spcBef>
                <a:buSzPct val="100000"/>
                <a:buChar char="–"/>
                <a:defRPr sz="1600">
                  <a:solidFill>
                    <a:srgbClr val="000000"/>
                  </a:solidFill>
                  <a:latin typeface="Arial" panose="020B0604020202020204" pitchFamily="34" charset="0"/>
                </a:defRPr>
              </a:lvl4pPr>
              <a:lvl5pPr marL="2057400" indent="-228600">
                <a:lnSpc>
                  <a:spcPct val="105000"/>
                </a:lnSpc>
                <a:spcBef>
                  <a:spcPct val="20000"/>
                </a:spcBef>
                <a:buSzPct val="100000"/>
                <a:buChar char="–"/>
                <a:defRPr sz="16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algn="just" eaLnBrk="1" hangingPunct="1">
                <a:lnSpc>
                  <a:spcPct val="130000"/>
                </a:lnSpc>
                <a:spcBef>
                  <a:spcPct val="0"/>
                </a:spcBef>
                <a:buClr>
                  <a:srgbClr val="FF0000"/>
                </a:buClr>
                <a:buSzTx/>
              </a:pPr>
              <a:endParaRPr lang="en-GB" altLang="nl-NL" sz="1800">
                <a:solidFill>
                  <a:schemeClr val="tx1"/>
                </a:solidFill>
              </a:endParaRPr>
            </a:p>
          </p:txBody>
        </p:sp>
        <p:sp>
          <p:nvSpPr>
            <p:cNvPr id="27655" name="Text Box 13">
              <a:extLst>
                <a:ext uri="{FF2B5EF4-FFF2-40B4-BE49-F238E27FC236}">
                  <a16:creationId xmlns:a16="http://schemas.microsoft.com/office/drawing/2014/main" id="{A3DC366F-39D4-B80B-9D0E-E9DC827E6D05}"/>
                </a:ext>
              </a:extLst>
            </p:cNvPr>
            <p:cNvSpPr txBox="1">
              <a:spLocks noChangeArrowheads="1"/>
            </p:cNvSpPr>
            <p:nvPr/>
          </p:nvSpPr>
          <p:spPr bwMode="auto">
            <a:xfrm>
              <a:off x="3470" y="2365"/>
              <a:ext cx="81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20000"/>
                </a:spcBef>
                <a:buSzPct val="100000"/>
                <a:buChar char="•"/>
                <a:defRPr sz="2000">
                  <a:solidFill>
                    <a:srgbClr val="000000"/>
                  </a:solidFill>
                  <a:latin typeface="Arial" panose="020B0604020202020204" pitchFamily="34" charset="0"/>
                </a:defRPr>
              </a:lvl1pPr>
              <a:lvl2pPr marL="742950" indent="-285750">
                <a:lnSpc>
                  <a:spcPct val="105000"/>
                </a:lnSpc>
                <a:spcBef>
                  <a:spcPct val="20000"/>
                </a:spcBef>
                <a:buSzPct val="100000"/>
                <a:buChar char="–"/>
                <a:defRPr sz="2000">
                  <a:solidFill>
                    <a:srgbClr val="000000"/>
                  </a:solidFill>
                  <a:latin typeface="Arial" panose="020B0604020202020204" pitchFamily="34" charset="0"/>
                </a:defRPr>
              </a:lvl2pPr>
              <a:lvl3pPr marL="1143000" indent="-228600">
                <a:lnSpc>
                  <a:spcPct val="105000"/>
                </a:lnSpc>
                <a:spcBef>
                  <a:spcPct val="20000"/>
                </a:spcBef>
                <a:buSzPct val="100000"/>
                <a:buChar char="•"/>
                <a:defRPr>
                  <a:solidFill>
                    <a:srgbClr val="000000"/>
                  </a:solidFill>
                  <a:latin typeface="Arial" panose="020B0604020202020204" pitchFamily="34" charset="0"/>
                </a:defRPr>
              </a:lvl3pPr>
              <a:lvl4pPr marL="1600200" indent="-228600">
                <a:lnSpc>
                  <a:spcPct val="105000"/>
                </a:lnSpc>
                <a:spcBef>
                  <a:spcPct val="20000"/>
                </a:spcBef>
                <a:buSzPct val="100000"/>
                <a:buChar char="–"/>
                <a:defRPr sz="1600">
                  <a:solidFill>
                    <a:srgbClr val="000000"/>
                  </a:solidFill>
                  <a:latin typeface="Arial" panose="020B0604020202020204" pitchFamily="34" charset="0"/>
                </a:defRPr>
              </a:lvl4pPr>
              <a:lvl5pPr marL="2057400" indent="-228600">
                <a:lnSpc>
                  <a:spcPct val="105000"/>
                </a:lnSpc>
                <a:spcBef>
                  <a:spcPct val="20000"/>
                </a:spcBef>
                <a:buSzPct val="100000"/>
                <a:buChar char="–"/>
                <a:defRPr sz="16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eaLnBrk="1" hangingPunct="1">
                <a:lnSpc>
                  <a:spcPct val="100000"/>
                </a:lnSpc>
                <a:spcBef>
                  <a:spcPct val="50000"/>
                </a:spcBef>
                <a:buSzTx/>
                <a:buFontTx/>
                <a:buNone/>
              </a:pPr>
              <a:r>
                <a:rPr lang="es-ES" altLang="nl-NL" sz="1400">
                  <a:solidFill>
                    <a:schemeClr val="tx1"/>
                  </a:solidFill>
                  <a:latin typeface="Tahoma" panose="020B0604030504040204" pitchFamily="34" charset="0"/>
                </a:rPr>
                <a:t>N</a:t>
              </a:r>
              <a:r>
                <a:rPr lang="es-ES" altLang="nl-NL" sz="1400" baseline="-25000">
                  <a:solidFill>
                    <a:schemeClr val="tx1"/>
                  </a:solidFill>
                  <a:latin typeface="Tahoma" panose="020B0604030504040204" pitchFamily="34" charset="0"/>
                </a:rPr>
                <a:t>k</a:t>
              </a:r>
              <a:endParaRPr lang="en-US" altLang="nl-NL" sz="1400">
                <a:solidFill>
                  <a:schemeClr val="tx1"/>
                </a:solidFill>
                <a:latin typeface="Tahoma" panose="020B0604030504040204" pitchFamily="34" charset="0"/>
              </a:endParaRPr>
            </a:p>
          </p:txBody>
        </p:sp>
        <p:grpSp>
          <p:nvGrpSpPr>
            <p:cNvPr id="27656" name="Group 19">
              <a:extLst>
                <a:ext uri="{FF2B5EF4-FFF2-40B4-BE49-F238E27FC236}">
                  <a16:creationId xmlns:a16="http://schemas.microsoft.com/office/drawing/2014/main" id="{8F124DE4-5580-ADA8-DB62-6DEC45AF1FF0}"/>
                </a:ext>
              </a:extLst>
            </p:cNvPr>
            <p:cNvGrpSpPr>
              <a:grpSpLocks/>
            </p:cNvGrpSpPr>
            <p:nvPr/>
          </p:nvGrpSpPr>
          <p:grpSpPr bwMode="auto">
            <a:xfrm>
              <a:off x="2438" y="2559"/>
              <a:ext cx="1392" cy="1165"/>
              <a:chOff x="2438" y="2559"/>
              <a:chExt cx="1392" cy="1165"/>
            </a:xfrm>
          </p:grpSpPr>
          <p:sp>
            <p:nvSpPr>
              <p:cNvPr id="27657" name="Freeform 2">
                <a:extLst>
                  <a:ext uri="{FF2B5EF4-FFF2-40B4-BE49-F238E27FC236}">
                    <a16:creationId xmlns:a16="http://schemas.microsoft.com/office/drawing/2014/main" id="{EABCFBD4-2A0B-4228-8965-45374C837AD4}"/>
                  </a:ext>
                </a:extLst>
              </p:cNvPr>
              <p:cNvSpPr>
                <a:spLocks/>
              </p:cNvSpPr>
              <p:nvPr/>
            </p:nvSpPr>
            <p:spPr bwMode="auto">
              <a:xfrm>
                <a:off x="2648" y="3065"/>
                <a:ext cx="240" cy="96"/>
              </a:xfrm>
              <a:custGeom>
                <a:avLst/>
                <a:gdLst>
                  <a:gd name="T0" fmla="*/ 240 w 240"/>
                  <a:gd name="T1" fmla="*/ 48 h 96"/>
                  <a:gd name="T2" fmla="*/ 96 w 240"/>
                  <a:gd name="T3" fmla="*/ 0 h 96"/>
                  <a:gd name="T4" fmla="*/ 144 w 240"/>
                  <a:gd name="T5" fmla="*/ 96 h 96"/>
                  <a:gd name="T6" fmla="*/ 0 w 240"/>
                  <a:gd name="T7" fmla="*/ 48 h 96"/>
                  <a:gd name="T8" fmla="*/ 0 60000 65536"/>
                  <a:gd name="T9" fmla="*/ 0 60000 65536"/>
                  <a:gd name="T10" fmla="*/ 0 60000 65536"/>
                  <a:gd name="T11" fmla="*/ 0 60000 65536"/>
                  <a:gd name="T12" fmla="*/ 0 w 240"/>
                  <a:gd name="T13" fmla="*/ 0 h 96"/>
                  <a:gd name="T14" fmla="*/ 240 w 240"/>
                  <a:gd name="T15" fmla="*/ 96 h 96"/>
                </a:gdLst>
                <a:ahLst/>
                <a:cxnLst>
                  <a:cxn ang="T8">
                    <a:pos x="T0" y="T1"/>
                  </a:cxn>
                  <a:cxn ang="T9">
                    <a:pos x="T2" y="T3"/>
                  </a:cxn>
                  <a:cxn ang="T10">
                    <a:pos x="T4" y="T5"/>
                  </a:cxn>
                  <a:cxn ang="T11">
                    <a:pos x="T6" y="T7"/>
                  </a:cxn>
                </a:cxnLst>
                <a:rect l="T12" t="T13" r="T14" b="T15"/>
                <a:pathLst>
                  <a:path w="240" h="96">
                    <a:moveTo>
                      <a:pt x="240" y="48"/>
                    </a:moveTo>
                    <a:lnTo>
                      <a:pt x="96" y="0"/>
                    </a:lnTo>
                    <a:lnTo>
                      <a:pt x="144" y="96"/>
                    </a:lnTo>
                    <a:lnTo>
                      <a:pt x="0" y="48"/>
                    </a:lnTo>
                  </a:path>
                </a:pathLst>
              </a:custGeom>
              <a:noFill/>
              <a:ln w="9525">
                <a:solidFill>
                  <a:schemeClr val="tx1"/>
                </a:solidFill>
                <a:miter lim="800000"/>
                <a:headEn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it-IT"/>
              </a:p>
            </p:txBody>
          </p:sp>
          <p:sp>
            <p:nvSpPr>
              <p:cNvPr id="27658" name="Oval 6">
                <a:extLst>
                  <a:ext uri="{FF2B5EF4-FFF2-40B4-BE49-F238E27FC236}">
                    <a16:creationId xmlns:a16="http://schemas.microsoft.com/office/drawing/2014/main" id="{BA358CE5-1D00-378C-A3BC-9E8F5DFC194D}"/>
                  </a:ext>
                </a:extLst>
              </p:cNvPr>
              <p:cNvSpPr>
                <a:spLocks noChangeArrowheads="1"/>
              </p:cNvSpPr>
              <p:nvPr/>
            </p:nvSpPr>
            <p:spPr bwMode="auto">
              <a:xfrm>
                <a:off x="2640" y="2854"/>
                <a:ext cx="506" cy="489"/>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05000"/>
                  </a:lnSpc>
                  <a:spcBef>
                    <a:spcPct val="20000"/>
                  </a:spcBef>
                  <a:buSzPct val="100000"/>
                  <a:buChar char="•"/>
                  <a:defRPr sz="2000">
                    <a:solidFill>
                      <a:srgbClr val="000000"/>
                    </a:solidFill>
                    <a:latin typeface="Arial" panose="020B0604020202020204" pitchFamily="34" charset="0"/>
                  </a:defRPr>
                </a:lvl1pPr>
                <a:lvl2pPr marL="742950" indent="-285750">
                  <a:lnSpc>
                    <a:spcPct val="105000"/>
                  </a:lnSpc>
                  <a:spcBef>
                    <a:spcPct val="20000"/>
                  </a:spcBef>
                  <a:buSzPct val="100000"/>
                  <a:buChar char="–"/>
                  <a:defRPr sz="2000">
                    <a:solidFill>
                      <a:srgbClr val="000000"/>
                    </a:solidFill>
                    <a:latin typeface="Arial" panose="020B0604020202020204" pitchFamily="34" charset="0"/>
                  </a:defRPr>
                </a:lvl2pPr>
                <a:lvl3pPr marL="1143000" indent="-228600">
                  <a:lnSpc>
                    <a:spcPct val="105000"/>
                  </a:lnSpc>
                  <a:spcBef>
                    <a:spcPct val="20000"/>
                  </a:spcBef>
                  <a:buSzPct val="100000"/>
                  <a:buChar char="•"/>
                  <a:defRPr>
                    <a:solidFill>
                      <a:srgbClr val="000000"/>
                    </a:solidFill>
                    <a:latin typeface="Arial" panose="020B0604020202020204" pitchFamily="34" charset="0"/>
                  </a:defRPr>
                </a:lvl3pPr>
                <a:lvl4pPr marL="1600200" indent="-228600">
                  <a:lnSpc>
                    <a:spcPct val="105000"/>
                  </a:lnSpc>
                  <a:spcBef>
                    <a:spcPct val="20000"/>
                  </a:spcBef>
                  <a:buSzPct val="100000"/>
                  <a:buChar char="–"/>
                  <a:defRPr sz="1600">
                    <a:solidFill>
                      <a:srgbClr val="000000"/>
                    </a:solidFill>
                    <a:latin typeface="Arial" panose="020B0604020202020204" pitchFamily="34" charset="0"/>
                  </a:defRPr>
                </a:lvl4pPr>
                <a:lvl5pPr marL="2057400" indent="-228600">
                  <a:lnSpc>
                    <a:spcPct val="105000"/>
                  </a:lnSpc>
                  <a:spcBef>
                    <a:spcPct val="20000"/>
                  </a:spcBef>
                  <a:buSzPct val="100000"/>
                  <a:buChar char="–"/>
                  <a:defRPr sz="16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algn="just" eaLnBrk="1" hangingPunct="1">
                  <a:lnSpc>
                    <a:spcPct val="130000"/>
                  </a:lnSpc>
                  <a:spcBef>
                    <a:spcPct val="0"/>
                  </a:spcBef>
                  <a:buClr>
                    <a:srgbClr val="FF0000"/>
                  </a:buClr>
                  <a:buSzTx/>
                </a:pPr>
                <a:endParaRPr lang="en-GB" altLang="nl-NL" sz="1800">
                  <a:solidFill>
                    <a:schemeClr val="tx1"/>
                  </a:solidFill>
                </a:endParaRPr>
              </a:p>
            </p:txBody>
          </p:sp>
          <p:sp>
            <p:nvSpPr>
              <p:cNvPr id="27659" name="Oval 7">
                <a:extLst>
                  <a:ext uri="{FF2B5EF4-FFF2-40B4-BE49-F238E27FC236}">
                    <a16:creationId xmlns:a16="http://schemas.microsoft.com/office/drawing/2014/main" id="{BB2C831E-2D21-2FC4-9801-74167F66A96C}"/>
                  </a:ext>
                </a:extLst>
              </p:cNvPr>
              <p:cNvSpPr>
                <a:spLocks noChangeArrowheads="1"/>
              </p:cNvSpPr>
              <p:nvPr/>
            </p:nvSpPr>
            <p:spPr bwMode="auto">
              <a:xfrm>
                <a:off x="2438" y="2658"/>
                <a:ext cx="911" cy="88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05000"/>
                  </a:lnSpc>
                  <a:spcBef>
                    <a:spcPct val="20000"/>
                  </a:spcBef>
                  <a:buSzPct val="100000"/>
                  <a:buChar char="•"/>
                  <a:defRPr sz="2000">
                    <a:solidFill>
                      <a:srgbClr val="000000"/>
                    </a:solidFill>
                    <a:latin typeface="Arial" panose="020B0604020202020204" pitchFamily="34" charset="0"/>
                  </a:defRPr>
                </a:lvl1pPr>
                <a:lvl2pPr marL="742950" indent="-285750">
                  <a:lnSpc>
                    <a:spcPct val="105000"/>
                  </a:lnSpc>
                  <a:spcBef>
                    <a:spcPct val="20000"/>
                  </a:spcBef>
                  <a:buSzPct val="100000"/>
                  <a:buChar char="–"/>
                  <a:defRPr sz="2000">
                    <a:solidFill>
                      <a:srgbClr val="000000"/>
                    </a:solidFill>
                    <a:latin typeface="Arial" panose="020B0604020202020204" pitchFamily="34" charset="0"/>
                  </a:defRPr>
                </a:lvl2pPr>
                <a:lvl3pPr marL="1143000" indent="-228600">
                  <a:lnSpc>
                    <a:spcPct val="105000"/>
                  </a:lnSpc>
                  <a:spcBef>
                    <a:spcPct val="20000"/>
                  </a:spcBef>
                  <a:buSzPct val="100000"/>
                  <a:buChar char="•"/>
                  <a:defRPr>
                    <a:solidFill>
                      <a:srgbClr val="000000"/>
                    </a:solidFill>
                    <a:latin typeface="Arial" panose="020B0604020202020204" pitchFamily="34" charset="0"/>
                  </a:defRPr>
                </a:lvl3pPr>
                <a:lvl4pPr marL="1600200" indent="-228600">
                  <a:lnSpc>
                    <a:spcPct val="105000"/>
                  </a:lnSpc>
                  <a:spcBef>
                    <a:spcPct val="20000"/>
                  </a:spcBef>
                  <a:buSzPct val="100000"/>
                  <a:buChar char="–"/>
                  <a:defRPr sz="1600">
                    <a:solidFill>
                      <a:srgbClr val="000000"/>
                    </a:solidFill>
                    <a:latin typeface="Arial" panose="020B0604020202020204" pitchFamily="34" charset="0"/>
                  </a:defRPr>
                </a:lvl4pPr>
                <a:lvl5pPr marL="2057400" indent="-228600">
                  <a:lnSpc>
                    <a:spcPct val="105000"/>
                  </a:lnSpc>
                  <a:spcBef>
                    <a:spcPct val="20000"/>
                  </a:spcBef>
                  <a:buSzPct val="100000"/>
                  <a:buChar char="–"/>
                  <a:defRPr sz="16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algn="just" eaLnBrk="1" hangingPunct="1">
                  <a:lnSpc>
                    <a:spcPct val="130000"/>
                  </a:lnSpc>
                  <a:spcBef>
                    <a:spcPct val="0"/>
                  </a:spcBef>
                  <a:buClr>
                    <a:srgbClr val="FF0000"/>
                  </a:buClr>
                  <a:buSzTx/>
                </a:pPr>
                <a:endParaRPr lang="en-GB" altLang="nl-NL" sz="1800">
                  <a:solidFill>
                    <a:schemeClr val="tx1"/>
                  </a:solidFill>
                </a:endParaRPr>
              </a:p>
            </p:txBody>
          </p:sp>
          <p:sp>
            <p:nvSpPr>
              <p:cNvPr id="27660" name="Oval 9">
                <a:extLst>
                  <a:ext uri="{FF2B5EF4-FFF2-40B4-BE49-F238E27FC236}">
                    <a16:creationId xmlns:a16="http://schemas.microsoft.com/office/drawing/2014/main" id="{3AD881D4-0D5C-AFD1-7753-4F4290DCC185}"/>
                  </a:ext>
                </a:extLst>
              </p:cNvPr>
              <p:cNvSpPr>
                <a:spLocks noChangeArrowheads="1"/>
              </p:cNvSpPr>
              <p:nvPr/>
            </p:nvSpPr>
            <p:spPr bwMode="auto">
              <a:xfrm>
                <a:off x="2843" y="3049"/>
                <a:ext cx="101" cy="98"/>
              </a:xfrm>
              <a:prstGeom prst="ellipse">
                <a:avLst/>
              </a:prstGeom>
              <a:solidFill>
                <a:schemeClr val="accent1"/>
              </a:solidFill>
              <a:ln w="9525">
                <a:solidFill>
                  <a:schemeClr val="tx1"/>
                </a:solidFill>
                <a:miter lim="800000"/>
                <a:headEnd/>
                <a:tailEnd/>
              </a:ln>
            </p:spPr>
            <p:txBody>
              <a:bodyPr wrap="none" anchor="ctr"/>
              <a:lstStyle>
                <a:lvl1pPr>
                  <a:lnSpc>
                    <a:spcPct val="105000"/>
                  </a:lnSpc>
                  <a:spcBef>
                    <a:spcPct val="20000"/>
                  </a:spcBef>
                  <a:buSzPct val="100000"/>
                  <a:buChar char="•"/>
                  <a:defRPr sz="2000">
                    <a:solidFill>
                      <a:srgbClr val="000000"/>
                    </a:solidFill>
                    <a:latin typeface="Arial" panose="020B0604020202020204" pitchFamily="34" charset="0"/>
                  </a:defRPr>
                </a:lvl1pPr>
                <a:lvl2pPr marL="742950" indent="-285750">
                  <a:lnSpc>
                    <a:spcPct val="105000"/>
                  </a:lnSpc>
                  <a:spcBef>
                    <a:spcPct val="20000"/>
                  </a:spcBef>
                  <a:buSzPct val="100000"/>
                  <a:buChar char="–"/>
                  <a:defRPr sz="2000">
                    <a:solidFill>
                      <a:srgbClr val="000000"/>
                    </a:solidFill>
                    <a:latin typeface="Arial" panose="020B0604020202020204" pitchFamily="34" charset="0"/>
                  </a:defRPr>
                </a:lvl2pPr>
                <a:lvl3pPr marL="1143000" indent="-228600">
                  <a:lnSpc>
                    <a:spcPct val="105000"/>
                  </a:lnSpc>
                  <a:spcBef>
                    <a:spcPct val="20000"/>
                  </a:spcBef>
                  <a:buSzPct val="100000"/>
                  <a:buChar char="•"/>
                  <a:defRPr>
                    <a:solidFill>
                      <a:srgbClr val="000000"/>
                    </a:solidFill>
                    <a:latin typeface="Arial" panose="020B0604020202020204" pitchFamily="34" charset="0"/>
                  </a:defRPr>
                </a:lvl3pPr>
                <a:lvl4pPr marL="1600200" indent="-228600">
                  <a:lnSpc>
                    <a:spcPct val="105000"/>
                  </a:lnSpc>
                  <a:spcBef>
                    <a:spcPct val="20000"/>
                  </a:spcBef>
                  <a:buSzPct val="100000"/>
                  <a:buChar char="–"/>
                  <a:defRPr sz="1600">
                    <a:solidFill>
                      <a:srgbClr val="000000"/>
                    </a:solidFill>
                    <a:latin typeface="Arial" panose="020B0604020202020204" pitchFamily="34" charset="0"/>
                  </a:defRPr>
                </a:lvl4pPr>
                <a:lvl5pPr marL="2057400" indent="-228600">
                  <a:lnSpc>
                    <a:spcPct val="105000"/>
                  </a:lnSpc>
                  <a:spcBef>
                    <a:spcPct val="20000"/>
                  </a:spcBef>
                  <a:buSzPct val="100000"/>
                  <a:buChar char="–"/>
                  <a:defRPr sz="16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algn="just" eaLnBrk="1" hangingPunct="1">
                  <a:lnSpc>
                    <a:spcPct val="130000"/>
                  </a:lnSpc>
                  <a:spcBef>
                    <a:spcPct val="0"/>
                  </a:spcBef>
                  <a:buClr>
                    <a:srgbClr val="FF0000"/>
                  </a:buClr>
                  <a:buSzTx/>
                </a:pPr>
                <a:endParaRPr lang="en-GB" altLang="nl-NL" sz="1800">
                  <a:solidFill>
                    <a:schemeClr val="tx1"/>
                  </a:solidFill>
                </a:endParaRPr>
              </a:p>
            </p:txBody>
          </p:sp>
          <p:sp>
            <p:nvSpPr>
              <p:cNvPr id="27661" name="Text Box 10">
                <a:extLst>
                  <a:ext uri="{FF2B5EF4-FFF2-40B4-BE49-F238E27FC236}">
                    <a16:creationId xmlns:a16="http://schemas.microsoft.com/office/drawing/2014/main" id="{4720FD60-0BAE-D046-E9F8-2B5DA59A1CEB}"/>
                  </a:ext>
                </a:extLst>
              </p:cNvPr>
              <p:cNvSpPr txBox="1">
                <a:spLocks noChangeArrowheads="1"/>
              </p:cNvSpPr>
              <p:nvPr/>
            </p:nvSpPr>
            <p:spPr bwMode="auto">
              <a:xfrm>
                <a:off x="3324" y="2842"/>
                <a:ext cx="50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20000"/>
                  </a:spcBef>
                  <a:buSzPct val="100000"/>
                  <a:buChar char="•"/>
                  <a:defRPr sz="2000">
                    <a:solidFill>
                      <a:srgbClr val="000000"/>
                    </a:solidFill>
                    <a:latin typeface="Arial" panose="020B0604020202020204" pitchFamily="34" charset="0"/>
                  </a:defRPr>
                </a:lvl1pPr>
                <a:lvl2pPr marL="742950" indent="-285750">
                  <a:lnSpc>
                    <a:spcPct val="105000"/>
                  </a:lnSpc>
                  <a:spcBef>
                    <a:spcPct val="20000"/>
                  </a:spcBef>
                  <a:buSzPct val="100000"/>
                  <a:buChar char="–"/>
                  <a:defRPr sz="2000">
                    <a:solidFill>
                      <a:srgbClr val="000000"/>
                    </a:solidFill>
                    <a:latin typeface="Arial" panose="020B0604020202020204" pitchFamily="34" charset="0"/>
                  </a:defRPr>
                </a:lvl2pPr>
                <a:lvl3pPr marL="1143000" indent="-228600">
                  <a:lnSpc>
                    <a:spcPct val="105000"/>
                  </a:lnSpc>
                  <a:spcBef>
                    <a:spcPct val="20000"/>
                  </a:spcBef>
                  <a:buSzPct val="100000"/>
                  <a:buChar char="•"/>
                  <a:defRPr>
                    <a:solidFill>
                      <a:srgbClr val="000000"/>
                    </a:solidFill>
                    <a:latin typeface="Arial" panose="020B0604020202020204" pitchFamily="34" charset="0"/>
                  </a:defRPr>
                </a:lvl3pPr>
                <a:lvl4pPr marL="1600200" indent="-228600">
                  <a:lnSpc>
                    <a:spcPct val="105000"/>
                  </a:lnSpc>
                  <a:spcBef>
                    <a:spcPct val="20000"/>
                  </a:spcBef>
                  <a:buSzPct val="100000"/>
                  <a:buChar char="–"/>
                  <a:defRPr sz="1600">
                    <a:solidFill>
                      <a:srgbClr val="000000"/>
                    </a:solidFill>
                    <a:latin typeface="Arial" panose="020B0604020202020204" pitchFamily="34" charset="0"/>
                  </a:defRPr>
                </a:lvl4pPr>
                <a:lvl5pPr marL="2057400" indent="-228600">
                  <a:lnSpc>
                    <a:spcPct val="105000"/>
                  </a:lnSpc>
                  <a:spcBef>
                    <a:spcPct val="20000"/>
                  </a:spcBef>
                  <a:buSzPct val="100000"/>
                  <a:buChar char="–"/>
                  <a:defRPr sz="16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eaLnBrk="1" hangingPunct="1">
                  <a:lnSpc>
                    <a:spcPct val="100000"/>
                  </a:lnSpc>
                  <a:spcBef>
                    <a:spcPct val="50000"/>
                  </a:spcBef>
                  <a:buSzTx/>
                  <a:buFontTx/>
                  <a:buNone/>
                </a:pPr>
                <a:r>
                  <a:rPr lang="es-ES" altLang="nl-NL" sz="1400">
                    <a:solidFill>
                      <a:schemeClr val="tx1"/>
                    </a:solidFill>
                    <a:latin typeface="Tahoma" panose="020B0604030504040204" pitchFamily="34" charset="0"/>
                  </a:rPr>
                  <a:t>...</a:t>
                </a:r>
                <a:endParaRPr lang="en-US" altLang="nl-NL" sz="1400">
                  <a:solidFill>
                    <a:schemeClr val="tx1"/>
                  </a:solidFill>
                  <a:latin typeface="Tahoma" panose="020B0604030504040204" pitchFamily="34" charset="0"/>
                </a:endParaRPr>
              </a:p>
            </p:txBody>
          </p:sp>
          <p:sp>
            <p:nvSpPr>
              <p:cNvPr id="27662" name="Text Box 11">
                <a:extLst>
                  <a:ext uri="{FF2B5EF4-FFF2-40B4-BE49-F238E27FC236}">
                    <a16:creationId xmlns:a16="http://schemas.microsoft.com/office/drawing/2014/main" id="{C46970DE-0DD1-77A3-326F-12A9A5ADBB9A}"/>
                  </a:ext>
                </a:extLst>
              </p:cNvPr>
              <p:cNvSpPr txBox="1">
                <a:spLocks noChangeArrowheads="1"/>
              </p:cNvSpPr>
              <p:nvPr/>
            </p:nvSpPr>
            <p:spPr bwMode="auto">
              <a:xfrm>
                <a:off x="2859" y="2695"/>
                <a:ext cx="50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20000"/>
                  </a:spcBef>
                  <a:buSzPct val="100000"/>
                  <a:buChar char="•"/>
                  <a:defRPr sz="2000">
                    <a:solidFill>
                      <a:srgbClr val="000000"/>
                    </a:solidFill>
                    <a:latin typeface="Arial" panose="020B0604020202020204" pitchFamily="34" charset="0"/>
                  </a:defRPr>
                </a:lvl1pPr>
                <a:lvl2pPr marL="742950" indent="-285750">
                  <a:lnSpc>
                    <a:spcPct val="105000"/>
                  </a:lnSpc>
                  <a:spcBef>
                    <a:spcPct val="20000"/>
                  </a:spcBef>
                  <a:buSzPct val="100000"/>
                  <a:buChar char="–"/>
                  <a:defRPr sz="2000">
                    <a:solidFill>
                      <a:srgbClr val="000000"/>
                    </a:solidFill>
                    <a:latin typeface="Arial" panose="020B0604020202020204" pitchFamily="34" charset="0"/>
                  </a:defRPr>
                </a:lvl2pPr>
                <a:lvl3pPr marL="1143000" indent="-228600">
                  <a:lnSpc>
                    <a:spcPct val="105000"/>
                  </a:lnSpc>
                  <a:spcBef>
                    <a:spcPct val="20000"/>
                  </a:spcBef>
                  <a:buSzPct val="100000"/>
                  <a:buChar char="•"/>
                  <a:defRPr>
                    <a:solidFill>
                      <a:srgbClr val="000000"/>
                    </a:solidFill>
                    <a:latin typeface="Arial" panose="020B0604020202020204" pitchFamily="34" charset="0"/>
                  </a:defRPr>
                </a:lvl3pPr>
                <a:lvl4pPr marL="1600200" indent="-228600">
                  <a:lnSpc>
                    <a:spcPct val="105000"/>
                  </a:lnSpc>
                  <a:spcBef>
                    <a:spcPct val="20000"/>
                  </a:spcBef>
                  <a:buSzPct val="100000"/>
                  <a:buChar char="–"/>
                  <a:defRPr sz="1600">
                    <a:solidFill>
                      <a:srgbClr val="000000"/>
                    </a:solidFill>
                    <a:latin typeface="Arial" panose="020B0604020202020204" pitchFamily="34" charset="0"/>
                  </a:defRPr>
                </a:lvl4pPr>
                <a:lvl5pPr marL="2057400" indent="-228600">
                  <a:lnSpc>
                    <a:spcPct val="105000"/>
                  </a:lnSpc>
                  <a:spcBef>
                    <a:spcPct val="20000"/>
                  </a:spcBef>
                  <a:buSzPct val="100000"/>
                  <a:buChar char="–"/>
                  <a:defRPr sz="16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eaLnBrk="1" hangingPunct="1">
                  <a:lnSpc>
                    <a:spcPct val="100000"/>
                  </a:lnSpc>
                  <a:spcBef>
                    <a:spcPct val="50000"/>
                  </a:spcBef>
                  <a:buSzTx/>
                  <a:buFontTx/>
                  <a:buNone/>
                </a:pPr>
                <a:r>
                  <a:rPr lang="es-ES" altLang="nl-NL" sz="1400">
                    <a:solidFill>
                      <a:schemeClr val="tx1"/>
                    </a:solidFill>
                    <a:latin typeface="Tahoma" panose="020B0604030504040204" pitchFamily="34" charset="0"/>
                  </a:rPr>
                  <a:t>N</a:t>
                </a:r>
                <a:r>
                  <a:rPr lang="es-ES" altLang="nl-NL" sz="1400" baseline="-25000">
                    <a:solidFill>
                      <a:schemeClr val="tx1"/>
                    </a:solidFill>
                    <a:latin typeface="Tahoma" panose="020B0604030504040204" pitchFamily="34" charset="0"/>
                  </a:rPr>
                  <a:t>1</a:t>
                </a:r>
                <a:endParaRPr lang="en-US" altLang="nl-NL" sz="1400">
                  <a:solidFill>
                    <a:schemeClr val="tx1"/>
                  </a:solidFill>
                  <a:latin typeface="Tahoma" panose="020B0604030504040204" pitchFamily="34" charset="0"/>
                </a:endParaRPr>
              </a:p>
            </p:txBody>
          </p:sp>
          <p:sp>
            <p:nvSpPr>
              <p:cNvPr id="27663" name="Text Box 12">
                <a:extLst>
                  <a:ext uri="{FF2B5EF4-FFF2-40B4-BE49-F238E27FC236}">
                    <a16:creationId xmlns:a16="http://schemas.microsoft.com/office/drawing/2014/main" id="{3E955F1E-342A-8795-A07B-FBEF423FD98F}"/>
                  </a:ext>
                </a:extLst>
              </p:cNvPr>
              <p:cNvSpPr txBox="1">
                <a:spLocks noChangeArrowheads="1"/>
              </p:cNvSpPr>
              <p:nvPr/>
            </p:nvSpPr>
            <p:spPr bwMode="auto">
              <a:xfrm>
                <a:off x="3071" y="2559"/>
                <a:ext cx="50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20000"/>
                  </a:spcBef>
                  <a:buSzPct val="100000"/>
                  <a:buChar char="•"/>
                  <a:defRPr sz="2000">
                    <a:solidFill>
                      <a:srgbClr val="000000"/>
                    </a:solidFill>
                    <a:latin typeface="Arial" panose="020B0604020202020204" pitchFamily="34" charset="0"/>
                  </a:defRPr>
                </a:lvl1pPr>
                <a:lvl2pPr marL="742950" indent="-285750">
                  <a:lnSpc>
                    <a:spcPct val="105000"/>
                  </a:lnSpc>
                  <a:spcBef>
                    <a:spcPct val="20000"/>
                  </a:spcBef>
                  <a:buSzPct val="100000"/>
                  <a:buChar char="–"/>
                  <a:defRPr sz="2000">
                    <a:solidFill>
                      <a:srgbClr val="000000"/>
                    </a:solidFill>
                    <a:latin typeface="Arial" panose="020B0604020202020204" pitchFamily="34" charset="0"/>
                  </a:defRPr>
                </a:lvl2pPr>
                <a:lvl3pPr marL="1143000" indent="-228600">
                  <a:lnSpc>
                    <a:spcPct val="105000"/>
                  </a:lnSpc>
                  <a:spcBef>
                    <a:spcPct val="20000"/>
                  </a:spcBef>
                  <a:buSzPct val="100000"/>
                  <a:buChar char="•"/>
                  <a:defRPr>
                    <a:solidFill>
                      <a:srgbClr val="000000"/>
                    </a:solidFill>
                    <a:latin typeface="Arial" panose="020B0604020202020204" pitchFamily="34" charset="0"/>
                  </a:defRPr>
                </a:lvl3pPr>
                <a:lvl4pPr marL="1600200" indent="-228600">
                  <a:lnSpc>
                    <a:spcPct val="105000"/>
                  </a:lnSpc>
                  <a:spcBef>
                    <a:spcPct val="20000"/>
                  </a:spcBef>
                  <a:buSzPct val="100000"/>
                  <a:buChar char="–"/>
                  <a:defRPr sz="1600">
                    <a:solidFill>
                      <a:srgbClr val="000000"/>
                    </a:solidFill>
                    <a:latin typeface="Arial" panose="020B0604020202020204" pitchFamily="34" charset="0"/>
                  </a:defRPr>
                </a:lvl4pPr>
                <a:lvl5pPr marL="2057400" indent="-228600">
                  <a:lnSpc>
                    <a:spcPct val="105000"/>
                  </a:lnSpc>
                  <a:spcBef>
                    <a:spcPct val="20000"/>
                  </a:spcBef>
                  <a:buSzPct val="100000"/>
                  <a:buChar char="–"/>
                  <a:defRPr sz="16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eaLnBrk="1" hangingPunct="1">
                  <a:lnSpc>
                    <a:spcPct val="100000"/>
                  </a:lnSpc>
                  <a:spcBef>
                    <a:spcPct val="50000"/>
                  </a:spcBef>
                  <a:buSzTx/>
                  <a:buFontTx/>
                  <a:buNone/>
                </a:pPr>
                <a:r>
                  <a:rPr lang="es-ES" altLang="nl-NL" sz="1400">
                    <a:solidFill>
                      <a:schemeClr val="tx1"/>
                    </a:solidFill>
                    <a:latin typeface="Tahoma" panose="020B0604030504040204" pitchFamily="34" charset="0"/>
                  </a:rPr>
                  <a:t>N</a:t>
                </a:r>
                <a:r>
                  <a:rPr lang="es-ES" altLang="nl-NL" sz="1400" baseline="-25000">
                    <a:solidFill>
                      <a:schemeClr val="tx1"/>
                    </a:solidFill>
                    <a:latin typeface="Tahoma" panose="020B0604030504040204" pitchFamily="34" charset="0"/>
                  </a:rPr>
                  <a:t>2</a:t>
                </a:r>
                <a:endParaRPr lang="en-US" altLang="nl-NL" sz="1400">
                  <a:solidFill>
                    <a:schemeClr val="tx1"/>
                  </a:solidFill>
                  <a:latin typeface="Tahoma" panose="020B0604030504040204" pitchFamily="34" charset="0"/>
                </a:endParaRPr>
              </a:p>
            </p:txBody>
          </p:sp>
          <p:sp>
            <p:nvSpPr>
              <p:cNvPr id="27664" name="Freeform 14">
                <a:extLst>
                  <a:ext uri="{FF2B5EF4-FFF2-40B4-BE49-F238E27FC236}">
                    <a16:creationId xmlns:a16="http://schemas.microsoft.com/office/drawing/2014/main" id="{02EE5813-EF92-F4E1-B6D5-9907D2BF49AB}"/>
                  </a:ext>
                </a:extLst>
              </p:cNvPr>
              <p:cNvSpPr>
                <a:spLocks/>
              </p:cNvSpPr>
              <p:nvPr/>
            </p:nvSpPr>
            <p:spPr bwMode="auto">
              <a:xfrm>
                <a:off x="2945" y="3113"/>
                <a:ext cx="624" cy="528"/>
              </a:xfrm>
              <a:custGeom>
                <a:avLst/>
                <a:gdLst>
                  <a:gd name="T0" fmla="*/ 0 w 336"/>
                  <a:gd name="T1" fmla="*/ 0 h 288"/>
                  <a:gd name="T2" fmla="*/ 146465817 w 336"/>
                  <a:gd name="T3" fmla="*/ 163188779 h 288"/>
                  <a:gd name="T4" fmla="*/ 146465817 w 336"/>
                  <a:gd name="T5" fmla="*/ 54318990 h 288"/>
                  <a:gd name="T6" fmla="*/ 512636299 w 336"/>
                  <a:gd name="T7" fmla="*/ 326624227 h 288"/>
                  <a:gd name="T8" fmla="*/ 0 60000 65536"/>
                  <a:gd name="T9" fmla="*/ 0 60000 65536"/>
                  <a:gd name="T10" fmla="*/ 0 60000 65536"/>
                  <a:gd name="T11" fmla="*/ 0 60000 65536"/>
                  <a:gd name="T12" fmla="*/ 0 w 336"/>
                  <a:gd name="T13" fmla="*/ 0 h 288"/>
                  <a:gd name="T14" fmla="*/ 336 w 336"/>
                  <a:gd name="T15" fmla="*/ 288 h 288"/>
                </a:gdLst>
                <a:ahLst/>
                <a:cxnLst>
                  <a:cxn ang="T8">
                    <a:pos x="T0" y="T1"/>
                  </a:cxn>
                  <a:cxn ang="T9">
                    <a:pos x="T2" y="T3"/>
                  </a:cxn>
                  <a:cxn ang="T10">
                    <a:pos x="T4" y="T5"/>
                  </a:cxn>
                  <a:cxn ang="T11">
                    <a:pos x="T6" y="T7"/>
                  </a:cxn>
                </a:cxnLst>
                <a:rect l="T12" t="T13" r="T14" b="T15"/>
                <a:pathLst>
                  <a:path w="336" h="288">
                    <a:moveTo>
                      <a:pt x="0" y="0"/>
                    </a:moveTo>
                    <a:lnTo>
                      <a:pt x="96" y="144"/>
                    </a:lnTo>
                    <a:lnTo>
                      <a:pt x="96" y="48"/>
                    </a:lnTo>
                    <a:lnTo>
                      <a:pt x="336" y="288"/>
                    </a:lnTo>
                  </a:path>
                </a:pathLst>
              </a:custGeom>
              <a:noFill/>
              <a:ln w="9525">
                <a:solidFill>
                  <a:schemeClr val="tx1"/>
                </a:solidFill>
                <a:miter lim="800000"/>
                <a:headEn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it-IT"/>
              </a:p>
            </p:txBody>
          </p:sp>
          <p:sp>
            <p:nvSpPr>
              <p:cNvPr id="27665" name="Text Box 15">
                <a:extLst>
                  <a:ext uri="{FF2B5EF4-FFF2-40B4-BE49-F238E27FC236}">
                    <a16:creationId xmlns:a16="http://schemas.microsoft.com/office/drawing/2014/main" id="{E1624AF6-36D8-F43A-175A-DCB43B272AF8}"/>
                  </a:ext>
                </a:extLst>
              </p:cNvPr>
              <p:cNvSpPr txBox="1">
                <a:spLocks noChangeArrowheads="1"/>
              </p:cNvSpPr>
              <p:nvPr/>
            </p:nvSpPr>
            <p:spPr bwMode="auto">
              <a:xfrm>
                <a:off x="3569" y="3512"/>
                <a:ext cx="11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05000"/>
                  </a:lnSpc>
                  <a:spcBef>
                    <a:spcPct val="20000"/>
                  </a:spcBef>
                  <a:buSzPct val="100000"/>
                  <a:buChar char="•"/>
                  <a:defRPr sz="2000">
                    <a:solidFill>
                      <a:srgbClr val="000000"/>
                    </a:solidFill>
                    <a:latin typeface="Arial" panose="020B0604020202020204" pitchFamily="34" charset="0"/>
                  </a:defRPr>
                </a:lvl1pPr>
                <a:lvl2pPr marL="742950" indent="-285750">
                  <a:lnSpc>
                    <a:spcPct val="105000"/>
                  </a:lnSpc>
                  <a:spcBef>
                    <a:spcPct val="20000"/>
                  </a:spcBef>
                  <a:buSzPct val="100000"/>
                  <a:buChar char="–"/>
                  <a:defRPr sz="2000">
                    <a:solidFill>
                      <a:srgbClr val="000000"/>
                    </a:solidFill>
                    <a:latin typeface="Arial" panose="020B0604020202020204" pitchFamily="34" charset="0"/>
                  </a:defRPr>
                </a:lvl2pPr>
                <a:lvl3pPr marL="1143000" indent="-228600">
                  <a:lnSpc>
                    <a:spcPct val="105000"/>
                  </a:lnSpc>
                  <a:spcBef>
                    <a:spcPct val="20000"/>
                  </a:spcBef>
                  <a:buSzPct val="100000"/>
                  <a:buChar char="•"/>
                  <a:defRPr>
                    <a:solidFill>
                      <a:srgbClr val="000000"/>
                    </a:solidFill>
                    <a:latin typeface="Arial" panose="020B0604020202020204" pitchFamily="34" charset="0"/>
                  </a:defRPr>
                </a:lvl3pPr>
                <a:lvl4pPr marL="1600200" indent="-228600">
                  <a:lnSpc>
                    <a:spcPct val="105000"/>
                  </a:lnSpc>
                  <a:spcBef>
                    <a:spcPct val="20000"/>
                  </a:spcBef>
                  <a:buSzPct val="100000"/>
                  <a:buChar char="–"/>
                  <a:defRPr sz="1600">
                    <a:solidFill>
                      <a:srgbClr val="000000"/>
                    </a:solidFill>
                    <a:latin typeface="Arial" panose="020B0604020202020204" pitchFamily="34" charset="0"/>
                  </a:defRPr>
                </a:lvl4pPr>
                <a:lvl5pPr marL="2057400" indent="-228600">
                  <a:lnSpc>
                    <a:spcPct val="105000"/>
                  </a:lnSpc>
                  <a:spcBef>
                    <a:spcPct val="20000"/>
                  </a:spcBef>
                  <a:buSzPct val="100000"/>
                  <a:buChar char="–"/>
                  <a:defRPr sz="16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eaLnBrk="1" hangingPunct="1">
                  <a:lnSpc>
                    <a:spcPct val="100000"/>
                  </a:lnSpc>
                  <a:spcBef>
                    <a:spcPct val="0"/>
                  </a:spcBef>
                  <a:buSzTx/>
                  <a:buFontTx/>
                  <a:buNone/>
                </a:pPr>
                <a:endParaRPr lang="en-GB" altLang="nl-NL" sz="1600">
                  <a:solidFill>
                    <a:schemeClr val="tx1"/>
                  </a:solidFill>
                  <a:latin typeface="Tahoma" panose="020B0604030504040204" pitchFamily="34" charset="0"/>
                </a:endParaRPr>
              </a:p>
            </p:txBody>
          </p:sp>
        </p:grpSp>
      </p:grpSp>
      <p:sp>
        <p:nvSpPr>
          <p:cNvPr id="27653" name="Text Box 36">
            <a:extLst>
              <a:ext uri="{FF2B5EF4-FFF2-40B4-BE49-F238E27FC236}">
                <a16:creationId xmlns:a16="http://schemas.microsoft.com/office/drawing/2014/main" id="{A87C3E83-7F5B-A26B-A7A0-A7C830D2CD91}"/>
              </a:ext>
            </a:extLst>
          </p:cNvPr>
          <p:cNvSpPr txBox="1">
            <a:spLocks noChangeArrowheads="1"/>
          </p:cNvSpPr>
          <p:nvPr/>
        </p:nvSpPr>
        <p:spPr bwMode="auto">
          <a:xfrm>
            <a:off x="10629873" y="3264613"/>
            <a:ext cx="352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20000"/>
              </a:spcBef>
              <a:buSzPct val="100000"/>
              <a:buChar char="•"/>
              <a:defRPr sz="2000">
                <a:solidFill>
                  <a:srgbClr val="000000"/>
                </a:solidFill>
                <a:latin typeface="Arial" panose="020B0604020202020204" pitchFamily="34" charset="0"/>
              </a:defRPr>
            </a:lvl1pPr>
            <a:lvl2pPr marL="742950" indent="-285750">
              <a:lnSpc>
                <a:spcPct val="105000"/>
              </a:lnSpc>
              <a:spcBef>
                <a:spcPct val="20000"/>
              </a:spcBef>
              <a:buSzPct val="100000"/>
              <a:buChar char="–"/>
              <a:defRPr sz="2000">
                <a:solidFill>
                  <a:srgbClr val="000000"/>
                </a:solidFill>
                <a:latin typeface="Arial" panose="020B0604020202020204" pitchFamily="34" charset="0"/>
              </a:defRPr>
            </a:lvl2pPr>
            <a:lvl3pPr marL="1143000" indent="-228600">
              <a:lnSpc>
                <a:spcPct val="105000"/>
              </a:lnSpc>
              <a:spcBef>
                <a:spcPct val="20000"/>
              </a:spcBef>
              <a:buSzPct val="100000"/>
              <a:buChar char="•"/>
              <a:defRPr>
                <a:solidFill>
                  <a:srgbClr val="000000"/>
                </a:solidFill>
                <a:latin typeface="Arial" panose="020B0604020202020204" pitchFamily="34" charset="0"/>
              </a:defRPr>
            </a:lvl3pPr>
            <a:lvl4pPr marL="1600200" indent="-228600">
              <a:lnSpc>
                <a:spcPct val="105000"/>
              </a:lnSpc>
              <a:spcBef>
                <a:spcPct val="20000"/>
              </a:spcBef>
              <a:buSzPct val="100000"/>
              <a:buChar char="–"/>
              <a:defRPr sz="1600">
                <a:solidFill>
                  <a:srgbClr val="000000"/>
                </a:solidFill>
                <a:latin typeface="Arial" panose="020B0604020202020204" pitchFamily="34" charset="0"/>
              </a:defRPr>
            </a:lvl4pPr>
            <a:lvl5pPr marL="2057400" indent="-228600">
              <a:lnSpc>
                <a:spcPct val="105000"/>
              </a:lnSpc>
              <a:spcBef>
                <a:spcPct val="20000"/>
              </a:spcBef>
              <a:buSzPct val="100000"/>
              <a:buChar char="–"/>
              <a:defRPr sz="16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eaLnBrk="1" hangingPunct="1">
              <a:lnSpc>
                <a:spcPct val="100000"/>
              </a:lnSpc>
              <a:spcBef>
                <a:spcPct val="50000"/>
              </a:spcBef>
              <a:buSzTx/>
              <a:buFontTx/>
              <a:buNone/>
            </a:pPr>
            <a:r>
              <a:rPr lang="es-ES" altLang="nl-NL" sz="1400" dirty="0">
                <a:solidFill>
                  <a:schemeClr val="tx1"/>
                </a:solidFill>
                <a:latin typeface="Tahoma" panose="020B0604030504040204" pitchFamily="34" charset="0"/>
              </a:rPr>
              <a:t>x</a:t>
            </a:r>
            <a:endParaRPr lang="en-US" altLang="nl-NL" sz="1400" dirty="0">
              <a:solidFill>
                <a:schemeClr val="tx1"/>
              </a:solidFill>
              <a:latin typeface="Tahoma" panose="020B0604030504040204" pitchFamily="34" charset="0"/>
            </a:endParaRPr>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Oval 2" descr="Diagonal hacia arriba clara">
            <a:extLst>
              <a:ext uri="{FF2B5EF4-FFF2-40B4-BE49-F238E27FC236}">
                <a16:creationId xmlns:a16="http://schemas.microsoft.com/office/drawing/2014/main" id="{DCDACE11-14AC-FCEE-5DD4-17527D18A7E9}"/>
              </a:ext>
            </a:extLst>
          </p:cNvPr>
          <p:cNvSpPr>
            <a:spLocks noChangeArrowheads="1"/>
          </p:cNvSpPr>
          <p:nvPr/>
        </p:nvSpPr>
        <p:spPr bwMode="auto">
          <a:xfrm>
            <a:off x="8615363" y="4335463"/>
            <a:ext cx="381000" cy="381000"/>
          </a:xfrm>
          <a:prstGeom prst="ellipse">
            <a:avLst/>
          </a:prstGeom>
          <a:blipFill dpi="0" rotWithShape="0">
            <a:blip r:embed="rId6"/>
            <a:srcRect/>
            <a:tile tx="0" ty="0" sx="100000" sy="100000" flip="none" algn="tl"/>
          </a:blipFill>
          <a:ln w="9525">
            <a:solidFill>
              <a:schemeClr val="tx1"/>
            </a:solidFill>
            <a:miter lim="800000"/>
            <a:headEnd/>
            <a:tailEnd/>
          </a:ln>
        </p:spPr>
        <p:txBody>
          <a:bodyPr wrap="none" anchor="ctr"/>
          <a:lstStyle>
            <a:lvl1pPr>
              <a:lnSpc>
                <a:spcPct val="105000"/>
              </a:lnSpc>
              <a:spcBef>
                <a:spcPct val="20000"/>
              </a:spcBef>
              <a:buSzPct val="100000"/>
              <a:buChar char="•"/>
              <a:defRPr sz="2000">
                <a:solidFill>
                  <a:srgbClr val="000000"/>
                </a:solidFill>
                <a:latin typeface="Arial" panose="020B0604020202020204" pitchFamily="34" charset="0"/>
              </a:defRPr>
            </a:lvl1pPr>
            <a:lvl2pPr marL="742950" indent="-285750">
              <a:lnSpc>
                <a:spcPct val="105000"/>
              </a:lnSpc>
              <a:spcBef>
                <a:spcPct val="20000"/>
              </a:spcBef>
              <a:buSzPct val="100000"/>
              <a:buChar char="–"/>
              <a:defRPr sz="2000">
                <a:solidFill>
                  <a:srgbClr val="000000"/>
                </a:solidFill>
                <a:latin typeface="Arial" panose="020B0604020202020204" pitchFamily="34" charset="0"/>
              </a:defRPr>
            </a:lvl2pPr>
            <a:lvl3pPr marL="1143000" indent="-228600">
              <a:lnSpc>
                <a:spcPct val="105000"/>
              </a:lnSpc>
              <a:spcBef>
                <a:spcPct val="20000"/>
              </a:spcBef>
              <a:buSzPct val="100000"/>
              <a:buChar char="•"/>
              <a:defRPr>
                <a:solidFill>
                  <a:srgbClr val="000000"/>
                </a:solidFill>
                <a:latin typeface="Arial" panose="020B0604020202020204" pitchFamily="34" charset="0"/>
              </a:defRPr>
            </a:lvl3pPr>
            <a:lvl4pPr marL="1600200" indent="-228600">
              <a:lnSpc>
                <a:spcPct val="105000"/>
              </a:lnSpc>
              <a:spcBef>
                <a:spcPct val="20000"/>
              </a:spcBef>
              <a:buSzPct val="100000"/>
              <a:buChar char="–"/>
              <a:defRPr sz="1600">
                <a:solidFill>
                  <a:srgbClr val="000000"/>
                </a:solidFill>
                <a:latin typeface="Arial" panose="020B0604020202020204" pitchFamily="34" charset="0"/>
              </a:defRPr>
            </a:lvl4pPr>
            <a:lvl5pPr marL="2057400" indent="-228600">
              <a:lnSpc>
                <a:spcPct val="105000"/>
              </a:lnSpc>
              <a:spcBef>
                <a:spcPct val="20000"/>
              </a:spcBef>
              <a:buSzPct val="100000"/>
              <a:buChar char="–"/>
              <a:defRPr sz="16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algn="just" eaLnBrk="1" hangingPunct="1">
              <a:lnSpc>
                <a:spcPct val="130000"/>
              </a:lnSpc>
              <a:spcBef>
                <a:spcPct val="0"/>
              </a:spcBef>
              <a:buClr>
                <a:srgbClr val="FF0000"/>
              </a:buClr>
              <a:buSzTx/>
            </a:pPr>
            <a:endParaRPr lang="en-GB" altLang="nl-NL" sz="1800">
              <a:solidFill>
                <a:schemeClr val="tx1"/>
              </a:solidFill>
            </a:endParaRPr>
          </a:p>
        </p:txBody>
      </p:sp>
      <p:sp>
        <p:nvSpPr>
          <p:cNvPr id="33797" name="Oval 5">
            <a:extLst>
              <a:ext uri="{FF2B5EF4-FFF2-40B4-BE49-F238E27FC236}">
                <a16:creationId xmlns:a16="http://schemas.microsoft.com/office/drawing/2014/main" id="{4235747A-0405-09EC-4AD2-96F2EE6ADF2A}"/>
              </a:ext>
            </a:extLst>
          </p:cNvPr>
          <p:cNvSpPr>
            <a:spLocks noChangeArrowheads="1"/>
          </p:cNvSpPr>
          <p:nvPr/>
        </p:nvSpPr>
        <p:spPr bwMode="auto">
          <a:xfrm>
            <a:off x="8534400" y="1801813"/>
            <a:ext cx="381000" cy="3810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05000"/>
              </a:lnSpc>
              <a:spcBef>
                <a:spcPct val="20000"/>
              </a:spcBef>
              <a:buSzPct val="100000"/>
              <a:buChar char="•"/>
              <a:defRPr sz="2000">
                <a:solidFill>
                  <a:srgbClr val="000000"/>
                </a:solidFill>
                <a:latin typeface="Arial" panose="020B0604020202020204" pitchFamily="34" charset="0"/>
              </a:defRPr>
            </a:lvl1pPr>
            <a:lvl2pPr marL="742950" indent="-285750">
              <a:lnSpc>
                <a:spcPct val="105000"/>
              </a:lnSpc>
              <a:spcBef>
                <a:spcPct val="20000"/>
              </a:spcBef>
              <a:buSzPct val="100000"/>
              <a:buChar char="–"/>
              <a:defRPr sz="2000">
                <a:solidFill>
                  <a:srgbClr val="000000"/>
                </a:solidFill>
                <a:latin typeface="Arial" panose="020B0604020202020204" pitchFamily="34" charset="0"/>
              </a:defRPr>
            </a:lvl2pPr>
            <a:lvl3pPr marL="1143000" indent="-228600">
              <a:lnSpc>
                <a:spcPct val="105000"/>
              </a:lnSpc>
              <a:spcBef>
                <a:spcPct val="20000"/>
              </a:spcBef>
              <a:buSzPct val="100000"/>
              <a:buChar char="•"/>
              <a:defRPr>
                <a:solidFill>
                  <a:srgbClr val="000000"/>
                </a:solidFill>
                <a:latin typeface="Arial" panose="020B0604020202020204" pitchFamily="34" charset="0"/>
              </a:defRPr>
            </a:lvl3pPr>
            <a:lvl4pPr marL="1600200" indent="-228600">
              <a:lnSpc>
                <a:spcPct val="105000"/>
              </a:lnSpc>
              <a:spcBef>
                <a:spcPct val="20000"/>
              </a:spcBef>
              <a:buSzPct val="100000"/>
              <a:buChar char="–"/>
              <a:defRPr sz="1600">
                <a:solidFill>
                  <a:srgbClr val="000000"/>
                </a:solidFill>
                <a:latin typeface="Arial" panose="020B0604020202020204" pitchFamily="34" charset="0"/>
              </a:defRPr>
            </a:lvl4pPr>
            <a:lvl5pPr marL="2057400" indent="-228600">
              <a:lnSpc>
                <a:spcPct val="105000"/>
              </a:lnSpc>
              <a:spcBef>
                <a:spcPct val="20000"/>
              </a:spcBef>
              <a:buSzPct val="100000"/>
              <a:buChar char="–"/>
              <a:defRPr sz="16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algn="just" eaLnBrk="1" hangingPunct="1">
              <a:lnSpc>
                <a:spcPct val="130000"/>
              </a:lnSpc>
              <a:spcBef>
                <a:spcPct val="0"/>
              </a:spcBef>
              <a:buClr>
                <a:srgbClr val="FF0000"/>
              </a:buClr>
              <a:buSzTx/>
            </a:pPr>
            <a:endParaRPr lang="en-GB" altLang="nl-NL" sz="1800">
              <a:solidFill>
                <a:schemeClr val="tx1"/>
              </a:solidFill>
            </a:endParaRPr>
          </a:p>
        </p:txBody>
      </p:sp>
      <p:sp>
        <p:nvSpPr>
          <p:cNvPr id="33798" name="Oval 6">
            <a:extLst>
              <a:ext uri="{FF2B5EF4-FFF2-40B4-BE49-F238E27FC236}">
                <a16:creationId xmlns:a16="http://schemas.microsoft.com/office/drawing/2014/main" id="{2EB2A24A-0751-4C7B-D768-DED1B05FA1B5}"/>
              </a:ext>
            </a:extLst>
          </p:cNvPr>
          <p:cNvSpPr>
            <a:spLocks noChangeArrowheads="1"/>
          </p:cNvSpPr>
          <p:nvPr/>
        </p:nvSpPr>
        <p:spPr bwMode="auto">
          <a:xfrm>
            <a:off x="8382000" y="1649413"/>
            <a:ext cx="685800" cy="6858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05000"/>
              </a:lnSpc>
              <a:spcBef>
                <a:spcPct val="20000"/>
              </a:spcBef>
              <a:buSzPct val="100000"/>
              <a:buChar char="•"/>
              <a:defRPr sz="2000">
                <a:solidFill>
                  <a:srgbClr val="000000"/>
                </a:solidFill>
                <a:latin typeface="Arial" panose="020B0604020202020204" pitchFamily="34" charset="0"/>
              </a:defRPr>
            </a:lvl1pPr>
            <a:lvl2pPr marL="742950" indent="-285750">
              <a:lnSpc>
                <a:spcPct val="105000"/>
              </a:lnSpc>
              <a:spcBef>
                <a:spcPct val="20000"/>
              </a:spcBef>
              <a:buSzPct val="100000"/>
              <a:buChar char="–"/>
              <a:defRPr sz="2000">
                <a:solidFill>
                  <a:srgbClr val="000000"/>
                </a:solidFill>
                <a:latin typeface="Arial" panose="020B0604020202020204" pitchFamily="34" charset="0"/>
              </a:defRPr>
            </a:lvl2pPr>
            <a:lvl3pPr marL="1143000" indent="-228600">
              <a:lnSpc>
                <a:spcPct val="105000"/>
              </a:lnSpc>
              <a:spcBef>
                <a:spcPct val="20000"/>
              </a:spcBef>
              <a:buSzPct val="100000"/>
              <a:buChar char="•"/>
              <a:defRPr>
                <a:solidFill>
                  <a:srgbClr val="000000"/>
                </a:solidFill>
                <a:latin typeface="Arial" panose="020B0604020202020204" pitchFamily="34" charset="0"/>
              </a:defRPr>
            </a:lvl3pPr>
            <a:lvl4pPr marL="1600200" indent="-228600">
              <a:lnSpc>
                <a:spcPct val="105000"/>
              </a:lnSpc>
              <a:spcBef>
                <a:spcPct val="20000"/>
              </a:spcBef>
              <a:buSzPct val="100000"/>
              <a:buChar char="–"/>
              <a:defRPr sz="1600">
                <a:solidFill>
                  <a:srgbClr val="000000"/>
                </a:solidFill>
                <a:latin typeface="Arial" panose="020B0604020202020204" pitchFamily="34" charset="0"/>
              </a:defRPr>
            </a:lvl4pPr>
            <a:lvl5pPr marL="2057400" indent="-228600">
              <a:lnSpc>
                <a:spcPct val="105000"/>
              </a:lnSpc>
              <a:spcBef>
                <a:spcPct val="20000"/>
              </a:spcBef>
              <a:buSzPct val="100000"/>
              <a:buChar char="–"/>
              <a:defRPr sz="16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algn="just" eaLnBrk="1" hangingPunct="1">
              <a:lnSpc>
                <a:spcPct val="130000"/>
              </a:lnSpc>
              <a:spcBef>
                <a:spcPct val="0"/>
              </a:spcBef>
              <a:buClr>
                <a:srgbClr val="FF0000"/>
              </a:buClr>
              <a:buSzTx/>
            </a:pPr>
            <a:endParaRPr lang="en-GB" altLang="nl-NL" sz="1800">
              <a:solidFill>
                <a:schemeClr val="tx1"/>
              </a:solidFill>
            </a:endParaRPr>
          </a:p>
        </p:txBody>
      </p:sp>
      <p:sp>
        <p:nvSpPr>
          <p:cNvPr id="33799" name="Oval 7">
            <a:extLst>
              <a:ext uri="{FF2B5EF4-FFF2-40B4-BE49-F238E27FC236}">
                <a16:creationId xmlns:a16="http://schemas.microsoft.com/office/drawing/2014/main" id="{C0949D5F-54B6-2B55-2AE8-5F5B3011C17E}"/>
              </a:ext>
            </a:extLst>
          </p:cNvPr>
          <p:cNvSpPr>
            <a:spLocks noChangeArrowheads="1"/>
          </p:cNvSpPr>
          <p:nvPr/>
        </p:nvSpPr>
        <p:spPr bwMode="auto">
          <a:xfrm>
            <a:off x="8077200" y="1344613"/>
            <a:ext cx="1295400" cy="12954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05000"/>
              </a:lnSpc>
              <a:spcBef>
                <a:spcPct val="20000"/>
              </a:spcBef>
              <a:buSzPct val="100000"/>
              <a:buChar char="•"/>
              <a:defRPr sz="2000">
                <a:solidFill>
                  <a:srgbClr val="000000"/>
                </a:solidFill>
                <a:latin typeface="Arial" panose="020B0604020202020204" pitchFamily="34" charset="0"/>
              </a:defRPr>
            </a:lvl1pPr>
            <a:lvl2pPr marL="742950" indent="-285750">
              <a:lnSpc>
                <a:spcPct val="105000"/>
              </a:lnSpc>
              <a:spcBef>
                <a:spcPct val="20000"/>
              </a:spcBef>
              <a:buSzPct val="100000"/>
              <a:buChar char="–"/>
              <a:defRPr sz="2000">
                <a:solidFill>
                  <a:srgbClr val="000000"/>
                </a:solidFill>
                <a:latin typeface="Arial" panose="020B0604020202020204" pitchFamily="34" charset="0"/>
              </a:defRPr>
            </a:lvl2pPr>
            <a:lvl3pPr marL="1143000" indent="-228600">
              <a:lnSpc>
                <a:spcPct val="105000"/>
              </a:lnSpc>
              <a:spcBef>
                <a:spcPct val="20000"/>
              </a:spcBef>
              <a:buSzPct val="100000"/>
              <a:buChar char="•"/>
              <a:defRPr>
                <a:solidFill>
                  <a:srgbClr val="000000"/>
                </a:solidFill>
                <a:latin typeface="Arial" panose="020B0604020202020204" pitchFamily="34" charset="0"/>
              </a:defRPr>
            </a:lvl3pPr>
            <a:lvl4pPr marL="1600200" indent="-228600">
              <a:lnSpc>
                <a:spcPct val="105000"/>
              </a:lnSpc>
              <a:spcBef>
                <a:spcPct val="20000"/>
              </a:spcBef>
              <a:buSzPct val="100000"/>
              <a:buChar char="–"/>
              <a:defRPr sz="1600">
                <a:solidFill>
                  <a:srgbClr val="000000"/>
                </a:solidFill>
                <a:latin typeface="Arial" panose="020B0604020202020204" pitchFamily="34" charset="0"/>
              </a:defRPr>
            </a:lvl4pPr>
            <a:lvl5pPr marL="2057400" indent="-228600">
              <a:lnSpc>
                <a:spcPct val="105000"/>
              </a:lnSpc>
              <a:spcBef>
                <a:spcPct val="20000"/>
              </a:spcBef>
              <a:buSzPct val="100000"/>
              <a:buChar char="–"/>
              <a:defRPr sz="16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algn="just" eaLnBrk="1" hangingPunct="1">
              <a:lnSpc>
                <a:spcPct val="130000"/>
              </a:lnSpc>
              <a:spcBef>
                <a:spcPct val="0"/>
              </a:spcBef>
              <a:buClr>
                <a:srgbClr val="FF0000"/>
              </a:buClr>
              <a:buSzTx/>
            </a:pPr>
            <a:endParaRPr lang="en-GB" altLang="nl-NL" sz="1800">
              <a:solidFill>
                <a:schemeClr val="tx1"/>
              </a:solidFill>
            </a:endParaRPr>
          </a:p>
        </p:txBody>
      </p:sp>
      <p:sp>
        <p:nvSpPr>
          <p:cNvPr id="33800" name="Oval 8">
            <a:extLst>
              <a:ext uri="{FF2B5EF4-FFF2-40B4-BE49-F238E27FC236}">
                <a16:creationId xmlns:a16="http://schemas.microsoft.com/office/drawing/2014/main" id="{14C8ED88-DDC7-41F8-40EF-17570827447E}"/>
              </a:ext>
            </a:extLst>
          </p:cNvPr>
          <p:cNvSpPr>
            <a:spLocks noChangeArrowheads="1"/>
          </p:cNvSpPr>
          <p:nvPr/>
        </p:nvSpPr>
        <p:spPr bwMode="auto">
          <a:xfrm>
            <a:off x="8686800" y="1954213"/>
            <a:ext cx="76200" cy="76200"/>
          </a:xfrm>
          <a:prstGeom prst="ellipse">
            <a:avLst/>
          </a:prstGeom>
          <a:solidFill>
            <a:schemeClr val="accent1"/>
          </a:solidFill>
          <a:ln w="9525">
            <a:solidFill>
              <a:schemeClr val="tx1"/>
            </a:solidFill>
            <a:miter lim="800000"/>
            <a:headEnd/>
            <a:tailEnd/>
          </a:ln>
        </p:spPr>
        <p:txBody>
          <a:bodyPr wrap="none" anchor="ctr"/>
          <a:lstStyle>
            <a:lvl1pPr>
              <a:lnSpc>
                <a:spcPct val="105000"/>
              </a:lnSpc>
              <a:spcBef>
                <a:spcPct val="20000"/>
              </a:spcBef>
              <a:buSzPct val="100000"/>
              <a:buChar char="•"/>
              <a:defRPr sz="2000">
                <a:solidFill>
                  <a:srgbClr val="000000"/>
                </a:solidFill>
                <a:latin typeface="Arial" panose="020B0604020202020204" pitchFamily="34" charset="0"/>
              </a:defRPr>
            </a:lvl1pPr>
            <a:lvl2pPr marL="742950" indent="-285750">
              <a:lnSpc>
                <a:spcPct val="105000"/>
              </a:lnSpc>
              <a:spcBef>
                <a:spcPct val="20000"/>
              </a:spcBef>
              <a:buSzPct val="100000"/>
              <a:buChar char="–"/>
              <a:defRPr sz="2000">
                <a:solidFill>
                  <a:srgbClr val="000000"/>
                </a:solidFill>
                <a:latin typeface="Arial" panose="020B0604020202020204" pitchFamily="34" charset="0"/>
              </a:defRPr>
            </a:lvl2pPr>
            <a:lvl3pPr marL="1143000" indent="-228600">
              <a:lnSpc>
                <a:spcPct val="105000"/>
              </a:lnSpc>
              <a:spcBef>
                <a:spcPct val="20000"/>
              </a:spcBef>
              <a:buSzPct val="100000"/>
              <a:buChar char="•"/>
              <a:defRPr>
                <a:solidFill>
                  <a:srgbClr val="000000"/>
                </a:solidFill>
                <a:latin typeface="Arial" panose="020B0604020202020204" pitchFamily="34" charset="0"/>
              </a:defRPr>
            </a:lvl3pPr>
            <a:lvl4pPr marL="1600200" indent="-228600">
              <a:lnSpc>
                <a:spcPct val="105000"/>
              </a:lnSpc>
              <a:spcBef>
                <a:spcPct val="20000"/>
              </a:spcBef>
              <a:buSzPct val="100000"/>
              <a:buChar char="–"/>
              <a:defRPr sz="1600">
                <a:solidFill>
                  <a:srgbClr val="000000"/>
                </a:solidFill>
                <a:latin typeface="Arial" panose="020B0604020202020204" pitchFamily="34" charset="0"/>
              </a:defRPr>
            </a:lvl4pPr>
            <a:lvl5pPr marL="2057400" indent="-228600">
              <a:lnSpc>
                <a:spcPct val="105000"/>
              </a:lnSpc>
              <a:spcBef>
                <a:spcPct val="20000"/>
              </a:spcBef>
              <a:buSzPct val="100000"/>
              <a:buChar char="–"/>
              <a:defRPr sz="16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algn="just" eaLnBrk="1" hangingPunct="1">
              <a:lnSpc>
                <a:spcPct val="130000"/>
              </a:lnSpc>
              <a:spcBef>
                <a:spcPct val="0"/>
              </a:spcBef>
              <a:buClr>
                <a:srgbClr val="FF0000"/>
              </a:buClr>
              <a:buSzTx/>
            </a:pPr>
            <a:endParaRPr lang="en-GB" altLang="nl-NL" sz="1800">
              <a:solidFill>
                <a:schemeClr val="tx1"/>
              </a:solidFill>
            </a:endParaRPr>
          </a:p>
        </p:txBody>
      </p:sp>
      <p:sp>
        <p:nvSpPr>
          <p:cNvPr id="33801" name="Text Box 9">
            <a:extLst>
              <a:ext uri="{FF2B5EF4-FFF2-40B4-BE49-F238E27FC236}">
                <a16:creationId xmlns:a16="http://schemas.microsoft.com/office/drawing/2014/main" id="{56B49B61-C04E-5D17-229D-9CCF083436B0}"/>
              </a:ext>
            </a:extLst>
          </p:cNvPr>
          <p:cNvSpPr txBox="1">
            <a:spLocks noChangeArrowheads="1"/>
          </p:cNvSpPr>
          <p:nvPr/>
        </p:nvSpPr>
        <p:spPr bwMode="auto">
          <a:xfrm>
            <a:off x="9048750" y="1792288"/>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20000"/>
              </a:spcBef>
              <a:buSzPct val="100000"/>
              <a:buChar char="•"/>
              <a:defRPr sz="2000">
                <a:solidFill>
                  <a:srgbClr val="000000"/>
                </a:solidFill>
                <a:latin typeface="Arial" panose="020B0604020202020204" pitchFamily="34" charset="0"/>
              </a:defRPr>
            </a:lvl1pPr>
            <a:lvl2pPr marL="742950" indent="-285750">
              <a:lnSpc>
                <a:spcPct val="105000"/>
              </a:lnSpc>
              <a:spcBef>
                <a:spcPct val="20000"/>
              </a:spcBef>
              <a:buSzPct val="100000"/>
              <a:buChar char="–"/>
              <a:defRPr sz="2000">
                <a:solidFill>
                  <a:srgbClr val="000000"/>
                </a:solidFill>
                <a:latin typeface="Arial" panose="020B0604020202020204" pitchFamily="34" charset="0"/>
              </a:defRPr>
            </a:lvl2pPr>
            <a:lvl3pPr marL="1143000" indent="-228600">
              <a:lnSpc>
                <a:spcPct val="105000"/>
              </a:lnSpc>
              <a:spcBef>
                <a:spcPct val="20000"/>
              </a:spcBef>
              <a:buSzPct val="100000"/>
              <a:buChar char="•"/>
              <a:defRPr>
                <a:solidFill>
                  <a:srgbClr val="000000"/>
                </a:solidFill>
                <a:latin typeface="Arial" panose="020B0604020202020204" pitchFamily="34" charset="0"/>
              </a:defRPr>
            </a:lvl3pPr>
            <a:lvl4pPr marL="1600200" indent="-228600">
              <a:lnSpc>
                <a:spcPct val="105000"/>
              </a:lnSpc>
              <a:spcBef>
                <a:spcPct val="20000"/>
              </a:spcBef>
              <a:buSzPct val="100000"/>
              <a:buChar char="–"/>
              <a:defRPr sz="1600">
                <a:solidFill>
                  <a:srgbClr val="000000"/>
                </a:solidFill>
                <a:latin typeface="Arial" panose="020B0604020202020204" pitchFamily="34" charset="0"/>
              </a:defRPr>
            </a:lvl4pPr>
            <a:lvl5pPr marL="2057400" indent="-228600">
              <a:lnSpc>
                <a:spcPct val="105000"/>
              </a:lnSpc>
              <a:spcBef>
                <a:spcPct val="20000"/>
              </a:spcBef>
              <a:buSzPct val="100000"/>
              <a:buChar char="–"/>
              <a:defRPr sz="16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eaLnBrk="1" hangingPunct="1">
              <a:lnSpc>
                <a:spcPct val="100000"/>
              </a:lnSpc>
              <a:spcBef>
                <a:spcPct val="50000"/>
              </a:spcBef>
              <a:buSzTx/>
              <a:buFontTx/>
              <a:buNone/>
            </a:pPr>
            <a:r>
              <a:rPr lang="es-ES" altLang="nl-NL" sz="1400">
                <a:solidFill>
                  <a:schemeClr val="tx1"/>
                </a:solidFill>
                <a:latin typeface="Tahoma" panose="020B0604030504040204" pitchFamily="34" charset="0"/>
              </a:rPr>
              <a:t>...</a:t>
            </a:r>
            <a:endParaRPr lang="en-US" altLang="nl-NL" sz="1400">
              <a:solidFill>
                <a:schemeClr val="tx1"/>
              </a:solidFill>
              <a:latin typeface="Tahoma" panose="020B0604030504040204" pitchFamily="34" charset="0"/>
            </a:endParaRPr>
          </a:p>
        </p:txBody>
      </p:sp>
      <p:sp>
        <p:nvSpPr>
          <p:cNvPr id="33802" name="Text Box 10">
            <a:extLst>
              <a:ext uri="{FF2B5EF4-FFF2-40B4-BE49-F238E27FC236}">
                <a16:creationId xmlns:a16="http://schemas.microsoft.com/office/drawing/2014/main" id="{8A019B3C-50A7-5734-C5D3-2BB9E9D06F78}"/>
              </a:ext>
            </a:extLst>
          </p:cNvPr>
          <p:cNvSpPr txBox="1">
            <a:spLocks noChangeArrowheads="1"/>
          </p:cNvSpPr>
          <p:nvPr/>
        </p:nvSpPr>
        <p:spPr bwMode="auto">
          <a:xfrm>
            <a:off x="8596313" y="1587500"/>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20000"/>
              </a:spcBef>
              <a:buSzPct val="100000"/>
              <a:buChar char="•"/>
              <a:defRPr sz="2000">
                <a:solidFill>
                  <a:srgbClr val="000000"/>
                </a:solidFill>
                <a:latin typeface="Arial" panose="020B0604020202020204" pitchFamily="34" charset="0"/>
              </a:defRPr>
            </a:lvl1pPr>
            <a:lvl2pPr marL="742950" indent="-285750">
              <a:lnSpc>
                <a:spcPct val="105000"/>
              </a:lnSpc>
              <a:spcBef>
                <a:spcPct val="20000"/>
              </a:spcBef>
              <a:buSzPct val="100000"/>
              <a:buChar char="–"/>
              <a:defRPr sz="2000">
                <a:solidFill>
                  <a:srgbClr val="000000"/>
                </a:solidFill>
                <a:latin typeface="Arial" panose="020B0604020202020204" pitchFamily="34" charset="0"/>
              </a:defRPr>
            </a:lvl2pPr>
            <a:lvl3pPr marL="1143000" indent="-228600">
              <a:lnSpc>
                <a:spcPct val="105000"/>
              </a:lnSpc>
              <a:spcBef>
                <a:spcPct val="20000"/>
              </a:spcBef>
              <a:buSzPct val="100000"/>
              <a:buChar char="•"/>
              <a:defRPr>
                <a:solidFill>
                  <a:srgbClr val="000000"/>
                </a:solidFill>
                <a:latin typeface="Arial" panose="020B0604020202020204" pitchFamily="34" charset="0"/>
              </a:defRPr>
            </a:lvl3pPr>
            <a:lvl4pPr marL="1600200" indent="-228600">
              <a:lnSpc>
                <a:spcPct val="105000"/>
              </a:lnSpc>
              <a:spcBef>
                <a:spcPct val="20000"/>
              </a:spcBef>
              <a:buSzPct val="100000"/>
              <a:buChar char="–"/>
              <a:defRPr sz="1600">
                <a:solidFill>
                  <a:srgbClr val="000000"/>
                </a:solidFill>
                <a:latin typeface="Arial" panose="020B0604020202020204" pitchFamily="34" charset="0"/>
              </a:defRPr>
            </a:lvl4pPr>
            <a:lvl5pPr marL="2057400" indent="-228600">
              <a:lnSpc>
                <a:spcPct val="105000"/>
              </a:lnSpc>
              <a:spcBef>
                <a:spcPct val="20000"/>
              </a:spcBef>
              <a:buSzPct val="100000"/>
              <a:buChar char="–"/>
              <a:defRPr sz="16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eaLnBrk="1" hangingPunct="1">
              <a:lnSpc>
                <a:spcPct val="100000"/>
              </a:lnSpc>
              <a:spcBef>
                <a:spcPct val="50000"/>
              </a:spcBef>
              <a:buSzTx/>
              <a:buFontTx/>
              <a:buNone/>
            </a:pPr>
            <a:r>
              <a:rPr lang="es-ES" altLang="nl-NL" sz="1400">
                <a:solidFill>
                  <a:schemeClr val="tx1"/>
                </a:solidFill>
                <a:latin typeface="Tahoma" panose="020B0604030504040204" pitchFamily="34" charset="0"/>
              </a:rPr>
              <a:t>N</a:t>
            </a:r>
            <a:r>
              <a:rPr lang="es-ES" altLang="nl-NL" sz="1400" baseline="-25000">
                <a:solidFill>
                  <a:schemeClr val="tx1"/>
                </a:solidFill>
                <a:latin typeface="Tahoma" panose="020B0604030504040204" pitchFamily="34" charset="0"/>
              </a:rPr>
              <a:t>1</a:t>
            </a:r>
            <a:endParaRPr lang="en-US" altLang="nl-NL" sz="1400">
              <a:solidFill>
                <a:schemeClr val="tx1"/>
              </a:solidFill>
              <a:latin typeface="Tahoma" panose="020B0604030504040204" pitchFamily="34" charset="0"/>
            </a:endParaRPr>
          </a:p>
        </p:txBody>
      </p:sp>
      <p:sp>
        <p:nvSpPr>
          <p:cNvPr id="33803" name="Text Box 11">
            <a:extLst>
              <a:ext uri="{FF2B5EF4-FFF2-40B4-BE49-F238E27FC236}">
                <a16:creationId xmlns:a16="http://schemas.microsoft.com/office/drawing/2014/main" id="{16556837-3406-FE0F-8C63-D502C2E64199}"/>
              </a:ext>
            </a:extLst>
          </p:cNvPr>
          <p:cNvSpPr txBox="1">
            <a:spLocks noChangeArrowheads="1"/>
          </p:cNvSpPr>
          <p:nvPr/>
        </p:nvSpPr>
        <p:spPr bwMode="auto">
          <a:xfrm>
            <a:off x="8858250" y="1497013"/>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20000"/>
              </a:spcBef>
              <a:buSzPct val="100000"/>
              <a:buChar char="•"/>
              <a:defRPr sz="2000">
                <a:solidFill>
                  <a:srgbClr val="000000"/>
                </a:solidFill>
                <a:latin typeface="Arial" panose="020B0604020202020204" pitchFamily="34" charset="0"/>
              </a:defRPr>
            </a:lvl1pPr>
            <a:lvl2pPr marL="742950" indent="-285750">
              <a:lnSpc>
                <a:spcPct val="105000"/>
              </a:lnSpc>
              <a:spcBef>
                <a:spcPct val="20000"/>
              </a:spcBef>
              <a:buSzPct val="100000"/>
              <a:buChar char="–"/>
              <a:defRPr sz="2000">
                <a:solidFill>
                  <a:srgbClr val="000000"/>
                </a:solidFill>
                <a:latin typeface="Arial" panose="020B0604020202020204" pitchFamily="34" charset="0"/>
              </a:defRPr>
            </a:lvl2pPr>
            <a:lvl3pPr marL="1143000" indent="-228600">
              <a:lnSpc>
                <a:spcPct val="105000"/>
              </a:lnSpc>
              <a:spcBef>
                <a:spcPct val="20000"/>
              </a:spcBef>
              <a:buSzPct val="100000"/>
              <a:buChar char="•"/>
              <a:defRPr>
                <a:solidFill>
                  <a:srgbClr val="000000"/>
                </a:solidFill>
                <a:latin typeface="Arial" panose="020B0604020202020204" pitchFamily="34" charset="0"/>
              </a:defRPr>
            </a:lvl3pPr>
            <a:lvl4pPr marL="1600200" indent="-228600">
              <a:lnSpc>
                <a:spcPct val="105000"/>
              </a:lnSpc>
              <a:spcBef>
                <a:spcPct val="20000"/>
              </a:spcBef>
              <a:buSzPct val="100000"/>
              <a:buChar char="–"/>
              <a:defRPr sz="1600">
                <a:solidFill>
                  <a:srgbClr val="000000"/>
                </a:solidFill>
                <a:latin typeface="Arial" panose="020B0604020202020204" pitchFamily="34" charset="0"/>
              </a:defRPr>
            </a:lvl4pPr>
            <a:lvl5pPr marL="2057400" indent="-228600">
              <a:lnSpc>
                <a:spcPct val="105000"/>
              </a:lnSpc>
              <a:spcBef>
                <a:spcPct val="20000"/>
              </a:spcBef>
              <a:buSzPct val="100000"/>
              <a:buChar char="–"/>
              <a:defRPr sz="16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eaLnBrk="1" hangingPunct="1">
              <a:lnSpc>
                <a:spcPct val="100000"/>
              </a:lnSpc>
              <a:spcBef>
                <a:spcPct val="50000"/>
              </a:spcBef>
              <a:buSzTx/>
              <a:buFontTx/>
              <a:buNone/>
            </a:pPr>
            <a:r>
              <a:rPr lang="es-ES" altLang="nl-NL" sz="1400">
                <a:solidFill>
                  <a:schemeClr val="tx1"/>
                </a:solidFill>
                <a:latin typeface="Tahoma" panose="020B0604030504040204" pitchFamily="34" charset="0"/>
              </a:rPr>
              <a:t>N</a:t>
            </a:r>
            <a:r>
              <a:rPr lang="es-ES" altLang="nl-NL" sz="1400" baseline="-25000">
                <a:solidFill>
                  <a:schemeClr val="tx1"/>
                </a:solidFill>
                <a:latin typeface="Tahoma" panose="020B0604030504040204" pitchFamily="34" charset="0"/>
              </a:rPr>
              <a:t>2</a:t>
            </a:r>
            <a:endParaRPr lang="en-US" altLang="nl-NL" sz="1400">
              <a:solidFill>
                <a:schemeClr val="tx1"/>
              </a:solidFill>
              <a:latin typeface="Tahoma" panose="020B0604030504040204" pitchFamily="34" charset="0"/>
            </a:endParaRPr>
          </a:p>
        </p:txBody>
      </p:sp>
      <p:sp>
        <p:nvSpPr>
          <p:cNvPr id="33804" name="Text Box 12">
            <a:extLst>
              <a:ext uri="{FF2B5EF4-FFF2-40B4-BE49-F238E27FC236}">
                <a16:creationId xmlns:a16="http://schemas.microsoft.com/office/drawing/2014/main" id="{6866131B-C621-F3D2-7A2C-04E738430AE9}"/>
              </a:ext>
            </a:extLst>
          </p:cNvPr>
          <p:cNvSpPr txBox="1">
            <a:spLocks noChangeArrowheads="1"/>
          </p:cNvSpPr>
          <p:nvPr/>
        </p:nvSpPr>
        <p:spPr bwMode="auto">
          <a:xfrm>
            <a:off x="9129713" y="1330325"/>
            <a:ext cx="609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20000"/>
              </a:spcBef>
              <a:buSzPct val="100000"/>
              <a:buChar char="•"/>
              <a:defRPr sz="2000">
                <a:solidFill>
                  <a:srgbClr val="000000"/>
                </a:solidFill>
                <a:latin typeface="Arial" panose="020B0604020202020204" pitchFamily="34" charset="0"/>
              </a:defRPr>
            </a:lvl1pPr>
            <a:lvl2pPr marL="742950" indent="-285750">
              <a:lnSpc>
                <a:spcPct val="105000"/>
              </a:lnSpc>
              <a:spcBef>
                <a:spcPct val="20000"/>
              </a:spcBef>
              <a:buSzPct val="100000"/>
              <a:buChar char="–"/>
              <a:defRPr sz="2000">
                <a:solidFill>
                  <a:srgbClr val="000000"/>
                </a:solidFill>
                <a:latin typeface="Arial" panose="020B0604020202020204" pitchFamily="34" charset="0"/>
              </a:defRPr>
            </a:lvl2pPr>
            <a:lvl3pPr marL="1143000" indent="-228600">
              <a:lnSpc>
                <a:spcPct val="105000"/>
              </a:lnSpc>
              <a:spcBef>
                <a:spcPct val="20000"/>
              </a:spcBef>
              <a:buSzPct val="100000"/>
              <a:buChar char="•"/>
              <a:defRPr>
                <a:solidFill>
                  <a:srgbClr val="000000"/>
                </a:solidFill>
                <a:latin typeface="Arial" panose="020B0604020202020204" pitchFamily="34" charset="0"/>
              </a:defRPr>
            </a:lvl3pPr>
            <a:lvl4pPr marL="1600200" indent="-228600">
              <a:lnSpc>
                <a:spcPct val="105000"/>
              </a:lnSpc>
              <a:spcBef>
                <a:spcPct val="20000"/>
              </a:spcBef>
              <a:buSzPct val="100000"/>
              <a:buChar char="–"/>
              <a:defRPr sz="1600">
                <a:solidFill>
                  <a:srgbClr val="000000"/>
                </a:solidFill>
                <a:latin typeface="Arial" panose="020B0604020202020204" pitchFamily="34" charset="0"/>
              </a:defRPr>
            </a:lvl4pPr>
            <a:lvl5pPr marL="2057400" indent="-228600">
              <a:lnSpc>
                <a:spcPct val="105000"/>
              </a:lnSpc>
              <a:spcBef>
                <a:spcPct val="20000"/>
              </a:spcBef>
              <a:buSzPct val="100000"/>
              <a:buChar char="–"/>
              <a:defRPr sz="16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eaLnBrk="1" hangingPunct="1">
              <a:lnSpc>
                <a:spcPct val="100000"/>
              </a:lnSpc>
              <a:spcBef>
                <a:spcPct val="50000"/>
              </a:spcBef>
              <a:buSzTx/>
              <a:buFontTx/>
              <a:buNone/>
            </a:pPr>
            <a:r>
              <a:rPr lang="es-ES" altLang="nl-NL" sz="1400">
                <a:solidFill>
                  <a:schemeClr val="tx1"/>
                </a:solidFill>
                <a:latin typeface="Tahoma" panose="020B0604030504040204" pitchFamily="34" charset="0"/>
              </a:rPr>
              <a:t>N</a:t>
            </a:r>
            <a:r>
              <a:rPr lang="es-ES" altLang="nl-NL" sz="1400" baseline="-25000">
                <a:solidFill>
                  <a:schemeClr val="tx1"/>
                </a:solidFill>
                <a:latin typeface="Tahoma" panose="020B0604030504040204" pitchFamily="34" charset="0"/>
              </a:rPr>
              <a:t>kmax</a:t>
            </a:r>
            <a:endParaRPr lang="en-US" altLang="nl-NL" sz="1400">
              <a:solidFill>
                <a:schemeClr val="tx1"/>
              </a:solidFill>
              <a:latin typeface="Tahoma" panose="020B0604030504040204" pitchFamily="34" charset="0"/>
            </a:endParaRPr>
          </a:p>
        </p:txBody>
      </p:sp>
      <p:sp>
        <p:nvSpPr>
          <p:cNvPr id="33805" name="Oval 13">
            <a:extLst>
              <a:ext uri="{FF2B5EF4-FFF2-40B4-BE49-F238E27FC236}">
                <a16:creationId xmlns:a16="http://schemas.microsoft.com/office/drawing/2014/main" id="{FCA1A52F-1621-8E28-2408-219025225569}"/>
              </a:ext>
            </a:extLst>
          </p:cNvPr>
          <p:cNvSpPr>
            <a:spLocks noChangeArrowheads="1"/>
          </p:cNvSpPr>
          <p:nvPr/>
        </p:nvSpPr>
        <p:spPr bwMode="auto">
          <a:xfrm>
            <a:off x="8382000" y="3859213"/>
            <a:ext cx="685800" cy="6858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05000"/>
              </a:lnSpc>
              <a:spcBef>
                <a:spcPct val="20000"/>
              </a:spcBef>
              <a:buSzPct val="100000"/>
              <a:buChar char="•"/>
              <a:defRPr sz="2000">
                <a:solidFill>
                  <a:srgbClr val="000000"/>
                </a:solidFill>
                <a:latin typeface="Arial" panose="020B0604020202020204" pitchFamily="34" charset="0"/>
              </a:defRPr>
            </a:lvl1pPr>
            <a:lvl2pPr marL="742950" indent="-285750">
              <a:lnSpc>
                <a:spcPct val="105000"/>
              </a:lnSpc>
              <a:spcBef>
                <a:spcPct val="20000"/>
              </a:spcBef>
              <a:buSzPct val="100000"/>
              <a:buChar char="–"/>
              <a:defRPr sz="2000">
                <a:solidFill>
                  <a:srgbClr val="000000"/>
                </a:solidFill>
                <a:latin typeface="Arial" panose="020B0604020202020204" pitchFamily="34" charset="0"/>
              </a:defRPr>
            </a:lvl2pPr>
            <a:lvl3pPr marL="1143000" indent="-228600">
              <a:lnSpc>
                <a:spcPct val="105000"/>
              </a:lnSpc>
              <a:spcBef>
                <a:spcPct val="20000"/>
              </a:spcBef>
              <a:buSzPct val="100000"/>
              <a:buChar char="•"/>
              <a:defRPr>
                <a:solidFill>
                  <a:srgbClr val="000000"/>
                </a:solidFill>
                <a:latin typeface="Arial" panose="020B0604020202020204" pitchFamily="34" charset="0"/>
              </a:defRPr>
            </a:lvl3pPr>
            <a:lvl4pPr marL="1600200" indent="-228600">
              <a:lnSpc>
                <a:spcPct val="105000"/>
              </a:lnSpc>
              <a:spcBef>
                <a:spcPct val="20000"/>
              </a:spcBef>
              <a:buSzPct val="100000"/>
              <a:buChar char="–"/>
              <a:defRPr sz="1600">
                <a:solidFill>
                  <a:srgbClr val="000000"/>
                </a:solidFill>
                <a:latin typeface="Arial" panose="020B0604020202020204" pitchFamily="34" charset="0"/>
              </a:defRPr>
            </a:lvl4pPr>
            <a:lvl5pPr marL="2057400" indent="-228600">
              <a:lnSpc>
                <a:spcPct val="105000"/>
              </a:lnSpc>
              <a:spcBef>
                <a:spcPct val="20000"/>
              </a:spcBef>
              <a:buSzPct val="100000"/>
              <a:buChar char="–"/>
              <a:defRPr sz="16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algn="just" eaLnBrk="1" hangingPunct="1">
              <a:lnSpc>
                <a:spcPct val="130000"/>
              </a:lnSpc>
              <a:spcBef>
                <a:spcPct val="0"/>
              </a:spcBef>
              <a:buClr>
                <a:srgbClr val="FF0000"/>
              </a:buClr>
              <a:buSzTx/>
            </a:pPr>
            <a:endParaRPr lang="en-GB" altLang="nl-NL" sz="1800">
              <a:solidFill>
                <a:schemeClr val="tx1"/>
              </a:solidFill>
            </a:endParaRPr>
          </a:p>
        </p:txBody>
      </p:sp>
      <p:sp>
        <p:nvSpPr>
          <p:cNvPr id="33806" name="Oval 14">
            <a:extLst>
              <a:ext uri="{FF2B5EF4-FFF2-40B4-BE49-F238E27FC236}">
                <a16:creationId xmlns:a16="http://schemas.microsoft.com/office/drawing/2014/main" id="{75744012-BAFF-2011-067A-59FE4EB6B713}"/>
              </a:ext>
            </a:extLst>
          </p:cNvPr>
          <p:cNvSpPr>
            <a:spLocks noChangeArrowheads="1"/>
          </p:cNvSpPr>
          <p:nvPr/>
        </p:nvSpPr>
        <p:spPr bwMode="auto">
          <a:xfrm>
            <a:off x="8686800" y="4164013"/>
            <a:ext cx="76200" cy="76200"/>
          </a:xfrm>
          <a:prstGeom prst="ellipse">
            <a:avLst/>
          </a:prstGeom>
          <a:solidFill>
            <a:schemeClr val="accent1"/>
          </a:solidFill>
          <a:ln w="9525">
            <a:solidFill>
              <a:schemeClr val="tx1"/>
            </a:solidFill>
            <a:miter lim="800000"/>
            <a:headEnd/>
            <a:tailEnd/>
          </a:ln>
        </p:spPr>
        <p:txBody>
          <a:bodyPr wrap="none" anchor="ctr"/>
          <a:lstStyle>
            <a:lvl1pPr>
              <a:lnSpc>
                <a:spcPct val="105000"/>
              </a:lnSpc>
              <a:spcBef>
                <a:spcPct val="20000"/>
              </a:spcBef>
              <a:buSzPct val="100000"/>
              <a:buChar char="•"/>
              <a:defRPr sz="2000">
                <a:solidFill>
                  <a:srgbClr val="000000"/>
                </a:solidFill>
                <a:latin typeface="Arial" panose="020B0604020202020204" pitchFamily="34" charset="0"/>
              </a:defRPr>
            </a:lvl1pPr>
            <a:lvl2pPr marL="742950" indent="-285750">
              <a:lnSpc>
                <a:spcPct val="105000"/>
              </a:lnSpc>
              <a:spcBef>
                <a:spcPct val="20000"/>
              </a:spcBef>
              <a:buSzPct val="100000"/>
              <a:buChar char="–"/>
              <a:defRPr sz="2000">
                <a:solidFill>
                  <a:srgbClr val="000000"/>
                </a:solidFill>
                <a:latin typeface="Arial" panose="020B0604020202020204" pitchFamily="34" charset="0"/>
              </a:defRPr>
            </a:lvl2pPr>
            <a:lvl3pPr marL="1143000" indent="-228600">
              <a:lnSpc>
                <a:spcPct val="105000"/>
              </a:lnSpc>
              <a:spcBef>
                <a:spcPct val="20000"/>
              </a:spcBef>
              <a:buSzPct val="100000"/>
              <a:buChar char="•"/>
              <a:defRPr>
                <a:solidFill>
                  <a:srgbClr val="000000"/>
                </a:solidFill>
                <a:latin typeface="Arial" panose="020B0604020202020204" pitchFamily="34" charset="0"/>
              </a:defRPr>
            </a:lvl3pPr>
            <a:lvl4pPr marL="1600200" indent="-228600">
              <a:lnSpc>
                <a:spcPct val="105000"/>
              </a:lnSpc>
              <a:spcBef>
                <a:spcPct val="20000"/>
              </a:spcBef>
              <a:buSzPct val="100000"/>
              <a:buChar char="–"/>
              <a:defRPr sz="1600">
                <a:solidFill>
                  <a:srgbClr val="000000"/>
                </a:solidFill>
                <a:latin typeface="Arial" panose="020B0604020202020204" pitchFamily="34" charset="0"/>
              </a:defRPr>
            </a:lvl4pPr>
            <a:lvl5pPr marL="2057400" indent="-228600">
              <a:lnSpc>
                <a:spcPct val="105000"/>
              </a:lnSpc>
              <a:spcBef>
                <a:spcPct val="20000"/>
              </a:spcBef>
              <a:buSzPct val="100000"/>
              <a:buChar char="–"/>
              <a:defRPr sz="16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algn="just" eaLnBrk="1" hangingPunct="1">
              <a:lnSpc>
                <a:spcPct val="130000"/>
              </a:lnSpc>
              <a:spcBef>
                <a:spcPct val="0"/>
              </a:spcBef>
              <a:buClr>
                <a:srgbClr val="FF0000"/>
              </a:buClr>
              <a:buSzTx/>
            </a:pPr>
            <a:endParaRPr lang="en-GB" altLang="nl-NL" sz="1800">
              <a:solidFill>
                <a:schemeClr val="tx1"/>
              </a:solidFill>
            </a:endParaRPr>
          </a:p>
        </p:txBody>
      </p:sp>
      <p:sp>
        <p:nvSpPr>
          <p:cNvPr id="33807" name="Text Box 15">
            <a:extLst>
              <a:ext uri="{FF2B5EF4-FFF2-40B4-BE49-F238E27FC236}">
                <a16:creationId xmlns:a16="http://schemas.microsoft.com/office/drawing/2014/main" id="{BD07B15A-85EA-8C90-8835-C206B61D4C9F}"/>
              </a:ext>
            </a:extLst>
          </p:cNvPr>
          <p:cNvSpPr txBox="1">
            <a:spLocks noChangeArrowheads="1"/>
          </p:cNvSpPr>
          <p:nvPr/>
        </p:nvSpPr>
        <p:spPr bwMode="auto">
          <a:xfrm>
            <a:off x="8610600" y="3554413"/>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20000"/>
              </a:spcBef>
              <a:buSzPct val="100000"/>
              <a:buChar char="•"/>
              <a:defRPr sz="2000">
                <a:solidFill>
                  <a:srgbClr val="000000"/>
                </a:solidFill>
                <a:latin typeface="Arial" panose="020B0604020202020204" pitchFamily="34" charset="0"/>
              </a:defRPr>
            </a:lvl1pPr>
            <a:lvl2pPr marL="742950" indent="-285750">
              <a:lnSpc>
                <a:spcPct val="105000"/>
              </a:lnSpc>
              <a:spcBef>
                <a:spcPct val="20000"/>
              </a:spcBef>
              <a:buSzPct val="100000"/>
              <a:buChar char="–"/>
              <a:defRPr sz="2000">
                <a:solidFill>
                  <a:srgbClr val="000000"/>
                </a:solidFill>
                <a:latin typeface="Arial" panose="020B0604020202020204" pitchFamily="34" charset="0"/>
              </a:defRPr>
            </a:lvl2pPr>
            <a:lvl3pPr marL="1143000" indent="-228600">
              <a:lnSpc>
                <a:spcPct val="105000"/>
              </a:lnSpc>
              <a:spcBef>
                <a:spcPct val="20000"/>
              </a:spcBef>
              <a:buSzPct val="100000"/>
              <a:buChar char="•"/>
              <a:defRPr>
                <a:solidFill>
                  <a:srgbClr val="000000"/>
                </a:solidFill>
                <a:latin typeface="Arial" panose="020B0604020202020204" pitchFamily="34" charset="0"/>
              </a:defRPr>
            </a:lvl3pPr>
            <a:lvl4pPr marL="1600200" indent="-228600">
              <a:lnSpc>
                <a:spcPct val="105000"/>
              </a:lnSpc>
              <a:spcBef>
                <a:spcPct val="20000"/>
              </a:spcBef>
              <a:buSzPct val="100000"/>
              <a:buChar char="–"/>
              <a:defRPr sz="1600">
                <a:solidFill>
                  <a:srgbClr val="000000"/>
                </a:solidFill>
                <a:latin typeface="Arial" panose="020B0604020202020204" pitchFamily="34" charset="0"/>
              </a:defRPr>
            </a:lvl4pPr>
            <a:lvl5pPr marL="2057400" indent="-228600">
              <a:lnSpc>
                <a:spcPct val="105000"/>
              </a:lnSpc>
              <a:spcBef>
                <a:spcPct val="20000"/>
              </a:spcBef>
              <a:buSzPct val="100000"/>
              <a:buChar char="–"/>
              <a:defRPr sz="16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eaLnBrk="1" hangingPunct="1">
              <a:lnSpc>
                <a:spcPct val="100000"/>
              </a:lnSpc>
              <a:spcBef>
                <a:spcPct val="50000"/>
              </a:spcBef>
              <a:buSzTx/>
              <a:buFontTx/>
              <a:buNone/>
            </a:pPr>
            <a:r>
              <a:rPr lang="es-ES" altLang="nl-NL" sz="1400">
                <a:solidFill>
                  <a:schemeClr val="tx1"/>
                </a:solidFill>
                <a:latin typeface="Tahoma" panose="020B0604030504040204" pitchFamily="34" charset="0"/>
              </a:rPr>
              <a:t>N</a:t>
            </a:r>
            <a:r>
              <a:rPr lang="es-ES" altLang="nl-NL" sz="1400" baseline="-25000">
                <a:solidFill>
                  <a:schemeClr val="tx1"/>
                </a:solidFill>
                <a:latin typeface="Tahoma" panose="020B0604030504040204" pitchFamily="34" charset="0"/>
              </a:rPr>
              <a:t>k</a:t>
            </a:r>
            <a:endParaRPr lang="en-US" altLang="nl-NL" sz="1400">
              <a:solidFill>
                <a:schemeClr val="tx1"/>
              </a:solidFill>
              <a:latin typeface="Tahoma" panose="020B0604030504040204" pitchFamily="34" charset="0"/>
            </a:endParaRPr>
          </a:p>
        </p:txBody>
      </p:sp>
      <p:sp>
        <p:nvSpPr>
          <p:cNvPr id="33808" name="Oval 16">
            <a:extLst>
              <a:ext uri="{FF2B5EF4-FFF2-40B4-BE49-F238E27FC236}">
                <a16:creationId xmlns:a16="http://schemas.microsoft.com/office/drawing/2014/main" id="{7C009208-9258-EA34-3193-9909CFC8CEC7}"/>
              </a:ext>
            </a:extLst>
          </p:cNvPr>
          <p:cNvSpPr>
            <a:spLocks noChangeArrowheads="1"/>
          </p:cNvSpPr>
          <p:nvPr/>
        </p:nvSpPr>
        <p:spPr bwMode="auto">
          <a:xfrm>
            <a:off x="8763000" y="4497388"/>
            <a:ext cx="76200" cy="76200"/>
          </a:xfrm>
          <a:prstGeom prst="ellipse">
            <a:avLst/>
          </a:prstGeom>
          <a:solidFill>
            <a:schemeClr val="tx1"/>
          </a:solidFill>
          <a:ln w="9525">
            <a:solidFill>
              <a:schemeClr val="tx1"/>
            </a:solidFill>
            <a:miter lim="800000"/>
            <a:headEnd/>
            <a:tailEnd/>
          </a:ln>
        </p:spPr>
        <p:txBody>
          <a:bodyPr wrap="none" anchor="ctr"/>
          <a:lstStyle>
            <a:lvl1pPr>
              <a:lnSpc>
                <a:spcPct val="105000"/>
              </a:lnSpc>
              <a:spcBef>
                <a:spcPct val="20000"/>
              </a:spcBef>
              <a:buSzPct val="100000"/>
              <a:buChar char="•"/>
              <a:defRPr sz="2000">
                <a:solidFill>
                  <a:srgbClr val="000000"/>
                </a:solidFill>
                <a:latin typeface="Arial" panose="020B0604020202020204" pitchFamily="34" charset="0"/>
              </a:defRPr>
            </a:lvl1pPr>
            <a:lvl2pPr marL="742950" indent="-285750">
              <a:lnSpc>
                <a:spcPct val="105000"/>
              </a:lnSpc>
              <a:spcBef>
                <a:spcPct val="20000"/>
              </a:spcBef>
              <a:buSzPct val="100000"/>
              <a:buChar char="–"/>
              <a:defRPr sz="2000">
                <a:solidFill>
                  <a:srgbClr val="000000"/>
                </a:solidFill>
                <a:latin typeface="Arial" panose="020B0604020202020204" pitchFamily="34" charset="0"/>
              </a:defRPr>
            </a:lvl2pPr>
            <a:lvl3pPr marL="1143000" indent="-228600">
              <a:lnSpc>
                <a:spcPct val="105000"/>
              </a:lnSpc>
              <a:spcBef>
                <a:spcPct val="20000"/>
              </a:spcBef>
              <a:buSzPct val="100000"/>
              <a:buChar char="•"/>
              <a:defRPr>
                <a:solidFill>
                  <a:srgbClr val="000000"/>
                </a:solidFill>
                <a:latin typeface="Arial" panose="020B0604020202020204" pitchFamily="34" charset="0"/>
              </a:defRPr>
            </a:lvl3pPr>
            <a:lvl4pPr marL="1600200" indent="-228600">
              <a:lnSpc>
                <a:spcPct val="105000"/>
              </a:lnSpc>
              <a:spcBef>
                <a:spcPct val="20000"/>
              </a:spcBef>
              <a:buSzPct val="100000"/>
              <a:buChar char="–"/>
              <a:defRPr sz="1600">
                <a:solidFill>
                  <a:srgbClr val="000000"/>
                </a:solidFill>
                <a:latin typeface="Arial" panose="020B0604020202020204" pitchFamily="34" charset="0"/>
              </a:defRPr>
            </a:lvl4pPr>
            <a:lvl5pPr marL="2057400" indent="-228600">
              <a:lnSpc>
                <a:spcPct val="105000"/>
              </a:lnSpc>
              <a:spcBef>
                <a:spcPct val="20000"/>
              </a:spcBef>
              <a:buSzPct val="100000"/>
              <a:buChar char="–"/>
              <a:defRPr sz="16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algn="just" eaLnBrk="1" hangingPunct="1">
              <a:lnSpc>
                <a:spcPct val="130000"/>
              </a:lnSpc>
              <a:spcBef>
                <a:spcPct val="0"/>
              </a:spcBef>
              <a:buClr>
                <a:srgbClr val="FF0000"/>
              </a:buClr>
              <a:buSzTx/>
            </a:pPr>
            <a:endParaRPr lang="en-GB" altLang="nl-NL" sz="1800">
              <a:solidFill>
                <a:schemeClr val="tx1"/>
              </a:solidFill>
            </a:endParaRPr>
          </a:p>
        </p:txBody>
      </p:sp>
      <p:sp>
        <p:nvSpPr>
          <p:cNvPr id="33809" name="Text Box 17">
            <a:extLst>
              <a:ext uri="{FF2B5EF4-FFF2-40B4-BE49-F238E27FC236}">
                <a16:creationId xmlns:a16="http://schemas.microsoft.com/office/drawing/2014/main" id="{84147CF2-6F26-370D-9B7B-270C5C852E45}"/>
              </a:ext>
            </a:extLst>
          </p:cNvPr>
          <p:cNvSpPr txBox="1">
            <a:spLocks noChangeArrowheads="1"/>
          </p:cNvSpPr>
          <p:nvPr/>
        </p:nvSpPr>
        <p:spPr bwMode="auto">
          <a:xfrm>
            <a:off x="8624888" y="4316413"/>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20000"/>
              </a:spcBef>
              <a:buSzPct val="100000"/>
              <a:buChar char="•"/>
              <a:defRPr sz="2000">
                <a:solidFill>
                  <a:srgbClr val="000000"/>
                </a:solidFill>
                <a:latin typeface="Arial" panose="020B0604020202020204" pitchFamily="34" charset="0"/>
              </a:defRPr>
            </a:lvl1pPr>
            <a:lvl2pPr marL="742950" indent="-285750">
              <a:lnSpc>
                <a:spcPct val="105000"/>
              </a:lnSpc>
              <a:spcBef>
                <a:spcPct val="20000"/>
              </a:spcBef>
              <a:buSzPct val="100000"/>
              <a:buChar char="–"/>
              <a:defRPr sz="2000">
                <a:solidFill>
                  <a:srgbClr val="000000"/>
                </a:solidFill>
                <a:latin typeface="Arial" panose="020B0604020202020204" pitchFamily="34" charset="0"/>
              </a:defRPr>
            </a:lvl2pPr>
            <a:lvl3pPr marL="1143000" indent="-228600">
              <a:lnSpc>
                <a:spcPct val="105000"/>
              </a:lnSpc>
              <a:spcBef>
                <a:spcPct val="20000"/>
              </a:spcBef>
              <a:buSzPct val="100000"/>
              <a:buChar char="•"/>
              <a:defRPr>
                <a:solidFill>
                  <a:srgbClr val="000000"/>
                </a:solidFill>
                <a:latin typeface="Arial" panose="020B0604020202020204" pitchFamily="34" charset="0"/>
              </a:defRPr>
            </a:lvl3pPr>
            <a:lvl4pPr marL="1600200" indent="-228600">
              <a:lnSpc>
                <a:spcPct val="105000"/>
              </a:lnSpc>
              <a:spcBef>
                <a:spcPct val="20000"/>
              </a:spcBef>
              <a:buSzPct val="100000"/>
              <a:buChar char="–"/>
              <a:defRPr sz="1600">
                <a:solidFill>
                  <a:srgbClr val="000000"/>
                </a:solidFill>
                <a:latin typeface="Arial" panose="020B0604020202020204" pitchFamily="34" charset="0"/>
              </a:defRPr>
            </a:lvl4pPr>
            <a:lvl5pPr marL="2057400" indent="-228600">
              <a:lnSpc>
                <a:spcPct val="105000"/>
              </a:lnSpc>
              <a:spcBef>
                <a:spcPct val="20000"/>
              </a:spcBef>
              <a:buSzPct val="100000"/>
              <a:buChar char="–"/>
              <a:defRPr sz="16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eaLnBrk="1" hangingPunct="1">
              <a:lnSpc>
                <a:spcPct val="100000"/>
              </a:lnSpc>
              <a:spcBef>
                <a:spcPct val="50000"/>
              </a:spcBef>
              <a:buSzTx/>
              <a:buFontTx/>
              <a:buNone/>
            </a:pPr>
            <a:r>
              <a:rPr lang="es-ES" altLang="nl-NL" sz="1400">
                <a:solidFill>
                  <a:schemeClr val="tx1"/>
                </a:solidFill>
                <a:latin typeface="Tahoma" panose="020B0604030504040204" pitchFamily="34" charset="0"/>
              </a:rPr>
              <a:t>x’</a:t>
            </a:r>
            <a:endParaRPr lang="en-US" altLang="nl-NL" sz="1400">
              <a:solidFill>
                <a:schemeClr val="tx1"/>
              </a:solidFill>
              <a:latin typeface="Tahoma" panose="020B0604030504040204" pitchFamily="34" charset="0"/>
            </a:endParaRPr>
          </a:p>
        </p:txBody>
      </p:sp>
      <p:sp>
        <p:nvSpPr>
          <p:cNvPr id="33810" name="Oval 18">
            <a:extLst>
              <a:ext uri="{FF2B5EF4-FFF2-40B4-BE49-F238E27FC236}">
                <a16:creationId xmlns:a16="http://schemas.microsoft.com/office/drawing/2014/main" id="{BC116757-6C1C-3BBE-9FC1-1A6A9D73BDC3}"/>
              </a:ext>
            </a:extLst>
          </p:cNvPr>
          <p:cNvSpPr>
            <a:spLocks noChangeArrowheads="1"/>
          </p:cNvSpPr>
          <p:nvPr/>
        </p:nvSpPr>
        <p:spPr bwMode="auto">
          <a:xfrm>
            <a:off x="8853488" y="4468813"/>
            <a:ext cx="76200" cy="76200"/>
          </a:xfrm>
          <a:prstGeom prst="ellipse">
            <a:avLst/>
          </a:prstGeom>
          <a:solidFill>
            <a:srgbClr val="CC00CC"/>
          </a:solidFill>
          <a:ln w="9525">
            <a:solidFill>
              <a:schemeClr val="tx1"/>
            </a:solidFill>
            <a:miter lim="800000"/>
            <a:headEnd/>
            <a:tailEnd/>
          </a:ln>
        </p:spPr>
        <p:txBody>
          <a:bodyPr wrap="none" anchor="ctr"/>
          <a:lstStyle>
            <a:lvl1pPr>
              <a:lnSpc>
                <a:spcPct val="105000"/>
              </a:lnSpc>
              <a:spcBef>
                <a:spcPct val="20000"/>
              </a:spcBef>
              <a:buSzPct val="100000"/>
              <a:buChar char="•"/>
              <a:defRPr sz="2000">
                <a:solidFill>
                  <a:srgbClr val="000000"/>
                </a:solidFill>
                <a:latin typeface="Arial" panose="020B0604020202020204" pitchFamily="34" charset="0"/>
              </a:defRPr>
            </a:lvl1pPr>
            <a:lvl2pPr marL="742950" indent="-285750">
              <a:lnSpc>
                <a:spcPct val="105000"/>
              </a:lnSpc>
              <a:spcBef>
                <a:spcPct val="20000"/>
              </a:spcBef>
              <a:buSzPct val="100000"/>
              <a:buChar char="–"/>
              <a:defRPr sz="2000">
                <a:solidFill>
                  <a:srgbClr val="000000"/>
                </a:solidFill>
                <a:latin typeface="Arial" panose="020B0604020202020204" pitchFamily="34" charset="0"/>
              </a:defRPr>
            </a:lvl2pPr>
            <a:lvl3pPr marL="1143000" indent="-228600">
              <a:lnSpc>
                <a:spcPct val="105000"/>
              </a:lnSpc>
              <a:spcBef>
                <a:spcPct val="20000"/>
              </a:spcBef>
              <a:buSzPct val="100000"/>
              <a:buChar char="•"/>
              <a:defRPr>
                <a:solidFill>
                  <a:srgbClr val="000000"/>
                </a:solidFill>
                <a:latin typeface="Arial" panose="020B0604020202020204" pitchFamily="34" charset="0"/>
              </a:defRPr>
            </a:lvl3pPr>
            <a:lvl4pPr marL="1600200" indent="-228600">
              <a:lnSpc>
                <a:spcPct val="105000"/>
              </a:lnSpc>
              <a:spcBef>
                <a:spcPct val="20000"/>
              </a:spcBef>
              <a:buSzPct val="100000"/>
              <a:buChar char="–"/>
              <a:defRPr sz="1600">
                <a:solidFill>
                  <a:srgbClr val="000000"/>
                </a:solidFill>
                <a:latin typeface="Arial" panose="020B0604020202020204" pitchFamily="34" charset="0"/>
              </a:defRPr>
            </a:lvl4pPr>
            <a:lvl5pPr marL="2057400" indent="-228600">
              <a:lnSpc>
                <a:spcPct val="105000"/>
              </a:lnSpc>
              <a:spcBef>
                <a:spcPct val="20000"/>
              </a:spcBef>
              <a:buSzPct val="100000"/>
              <a:buChar char="–"/>
              <a:defRPr sz="16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algn="just" eaLnBrk="1" hangingPunct="1">
              <a:lnSpc>
                <a:spcPct val="130000"/>
              </a:lnSpc>
              <a:spcBef>
                <a:spcPct val="0"/>
              </a:spcBef>
              <a:buClr>
                <a:srgbClr val="FF0000"/>
              </a:buClr>
              <a:buSzTx/>
            </a:pPr>
            <a:endParaRPr lang="en-GB" altLang="nl-NL" sz="1800">
              <a:solidFill>
                <a:schemeClr val="tx1"/>
              </a:solidFill>
            </a:endParaRPr>
          </a:p>
        </p:txBody>
      </p:sp>
      <p:sp>
        <p:nvSpPr>
          <p:cNvPr id="33811" name="Text Box 19">
            <a:extLst>
              <a:ext uri="{FF2B5EF4-FFF2-40B4-BE49-F238E27FC236}">
                <a16:creationId xmlns:a16="http://schemas.microsoft.com/office/drawing/2014/main" id="{45434563-FDB7-A83B-9C93-AE1CCDBB59D5}"/>
              </a:ext>
            </a:extLst>
          </p:cNvPr>
          <p:cNvSpPr txBox="1">
            <a:spLocks noChangeArrowheads="1"/>
          </p:cNvSpPr>
          <p:nvPr/>
        </p:nvSpPr>
        <p:spPr bwMode="auto">
          <a:xfrm>
            <a:off x="8915400" y="4545013"/>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20000"/>
              </a:spcBef>
              <a:buSzPct val="100000"/>
              <a:buChar char="•"/>
              <a:defRPr sz="2000">
                <a:solidFill>
                  <a:srgbClr val="000000"/>
                </a:solidFill>
                <a:latin typeface="Arial" panose="020B0604020202020204" pitchFamily="34" charset="0"/>
              </a:defRPr>
            </a:lvl1pPr>
            <a:lvl2pPr marL="742950" indent="-285750">
              <a:lnSpc>
                <a:spcPct val="105000"/>
              </a:lnSpc>
              <a:spcBef>
                <a:spcPct val="20000"/>
              </a:spcBef>
              <a:buSzPct val="100000"/>
              <a:buChar char="–"/>
              <a:defRPr sz="2000">
                <a:solidFill>
                  <a:srgbClr val="000000"/>
                </a:solidFill>
                <a:latin typeface="Arial" panose="020B0604020202020204" pitchFamily="34" charset="0"/>
              </a:defRPr>
            </a:lvl2pPr>
            <a:lvl3pPr marL="1143000" indent="-228600">
              <a:lnSpc>
                <a:spcPct val="105000"/>
              </a:lnSpc>
              <a:spcBef>
                <a:spcPct val="20000"/>
              </a:spcBef>
              <a:buSzPct val="100000"/>
              <a:buChar char="•"/>
              <a:defRPr>
                <a:solidFill>
                  <a:srgbClr val="000000"/>
                </a:solidFill>
                <a:latin typeface="Arial" panose="020B0604020202020204" pitchFamily="34" charset="0"/>
              </a:defRPr>
            </a:lvl3pPr>
            <a:lvl4pPr marL="1600200" indent="-228600">
              <a:lnSpc>
                <a:spcPct val="105000"/>
              </a:lnSpc>
              <a:spcBef>
                <a:spcPct val="20000"/>
              </a:spcBef>
              <a:buSzPct val="100000"/>
              <a:buChar char="–"/>
              <a:defRPr sz="1600">
                <a:solidFill>
                  <a:srgbClr val="000000"/>
                </a:solidFill>
                <a:latin typeface="Arial" panose="020B0604020202020204" pitchFamily="34" charset="0"/>
              </a:defRPr>
            </a:lvl4pPr>
            <a:lvl5pPr marL="2057400" indent="-228600">
              <a:lnSpc>
                <a:spcPct val="105000"/>
              </a:lnSpc>
              <a:spcBef>
                <a:spcPct val="20000"/>
              </a:spcBef>
              <a:buSzPct val="100000"/>
              <a:buChar char="–"/>
              <a:defRPr sz="16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eaLnBrk="1" hangingPunct="1">
              <a:lnSpc>
                <a:spcPct val="100000"/>
              </a:lnSpc>
              <a:spcBef>
                <a:spcPct val="50000"/>
              </a:spcBef>
              <a:buSzTx/>
              <a:buFontTx/>
              <a:buNone/>
            </a:pPr>
            <a:r>
              <a:rPr lang="es-ES" altLang="nl-NL" sz="1400">
                <a:solidFill>
                  <a:srgbClr val="CC00CC"/>
                </a:solidFill>
                <a:latin typeface="Tahoma" panose="020B0604030504040204" pitchFamily="34" charset="0"/>
              </a:rPr>
              <a:t>x’’</a:t>
            </a:r>
            <a:endParaRPr lang="en-US" altLang="nl-NL" sz="1400">
              <a:solidFill>
                <a:srgbClr val="CC00CC"/>
              </a:solidFill>
              <a:latin typeface="Tahoma" panose="020B0604030504040204" pitchFamily="34" charset="0"/>
            </a:endParaRPr>
          </a:p>
        </p:txBody>
      </p:sp>
      <p:sp>
        <p:nvSpPr>
          <p:cNvPr id="33812" name="Oval 20" descr="Diagonal hacia arriba clara">
            <a:extLst>
              <a:ext uri="{FF2B5EF4-FFF2-40B4-BE49-F238E27FC236}">
                <a16:creationId xmlns:a16="http://schemas.microsoft.com/office/drawing/2014/main" id="{2265C97E-DF21-250E-6C7C-C98D464146B7}"/>
              </a:ext>
            </a:extLst>
          </p:cNvPr>
          <p:cNvSpPr>
            <a:spLocks noChangeArrowheads="1"/>
          </p:cNvSpPr>
          <p:nvPr/>
        </p:nvSpPr>
        <p:spPr bwMode="auto">
          <a:xfrm>
            <a:off x="7700963" y="5707063"/>
            <a:ext cx="381000" cy="381000"/>
          </a:xfrm>
          <a:prstGeom prst="ellipse">
            <a:avLst/>
          </a:prstGeom>
          <a:noFill/>
          <a:ln w="9525">
            <a:solidFill>
              <a:schemeClr val="tx1"/>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05000"/>
              </a:lnSpc>
              <a:spcBef>
                <a:spcPct val="20000"/>
              </a:spcBef>
              <a:buSzPct val="100000"/>
              <a:buChar char="•"/>
              <a:defRPr sz="2000">
                <a:solidFill>
                  <a:srgbClr val="000000"/>
                </a:solidFill>
                <a:latin typeface="Arial" panose="020B0604020202020204" pitchFamily="34" charset="0"/>
              </a:defRPr>
            </a:lvl1pPr>
            <a:lvl2pPr marL="742950" indent="-285750">
              <a:lnSpc>
                <a:spcPct val="105000"/>
              </a:lnSpc>
              <a:spcBef>
                <a:spcPct val="20000"/>
              </a:spcBef>
              <a:buSzPct val="100000"/>
              <a:buChar char="–"/>
              <a:defRPr sz="2000">
                <a:solidFill>
                  <a:srgbClr val="000000"/>
                </a:solidFill>
                <a:latin typeface="Arial" panose="020B0604020202020204" pitchFamily="34" charset="0"/>
              </a:defRPr>
            </a:lvl2pPr>
            <a:lvl3pPr marL="1143000" indent="-228600">
              <a:lnSpc>
                <a:spcPct val="105000"/>
              </a:lnSpc>
              <a:spcBef>
                <a:spcPct val="20000"/>
              </a:spcBef>
              <a:buSzPct val="100000"/>
              <a:buChar char="•"/>
              <a:defRPr>
                <a:solidFill>
                  <a:srgbClr val="000000"/>
                </a:solidFill>
                <a:latin typeface="Arial" panose="020B0604020202020204" pitchFamily="34" charset="0"/>
              </a:defRPr>
            </a:lvl3pPr>
            <a:lvl4pPr marL="1600200" indent="-228600">
              <a:lnSpc>
                <a:spcPct val="105000"/>
              </a:lnSpc>
              <a:spcBef>
                <a:spcPct val="20000"/>
              </a:spcBef>
              <a:buSzPct val="100000"/>
              <a:buChar char="–"/>
              <a:defRPr sz="1600">
                <a:solidFill>
                  <a:srgbClr val="000000"/>
                </a:solidFill>
                <a:latin typeface="Arial" panose="020B0604020202020204" pitchFamily="34" charset="0"/>
              </a:defRPr>
            </a:lvl4pPr>
            <a:lvl5pPr marL="2057400" indent="-228600">
              <a:lnSpc>
                <a:spcPct val="105000"/>
              </a:lnSpc>
              <a:spcBef>
                <a:spcPct val="20000"/>
              </a:spcBef>
              <a:buSzPct val="100000"/>
              <a:buChar char="–"/>
              <a:defRPr sz="16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algn="just" eaLnBrk="1" hangingPunct="1">
              <a:lnSpc>
                <a:spcPct val="130000"/>
              </a:lnSpc>
              <a:spcBef>
                <a:spcPct val="0"/>
              </a:spcBef>
              <a:buClr>
                <a:srgbClr val="FF0000"/>
              </a:buClr>
              <a:buSzTx/>
            </a:pPr>
            <a:endParaRPr lang="en-GB" altLang="nl-NL" sz="1800">
              <a:solidFill>
                <a:schemeClr val="tx1"/>
              </a:solidFill>
            </a:endParaRPr>
          </a:p>
        </p:txBody>
      </p:sp>
      <p:sp>
        <p:nvSpPr>
          <p:cNvPr id="33813" name="Oval 21">
            <a:extLst>
              <a:ext uri="{FF2B5EF4-FFF2-40B4-BE49-F238E27FC236}">
                <a16:creationId xmlns:a16="http://schemas.microsoft.com/office/drawing/2014/main" id="{56936430-DDD3-EDA5-9AE7-FFA3BAE72F86}"/>
              </a:ext>
            </a:extLst>
          </p:cNvPr>
          <p:cNvSpPr>
            <a:spLocks noChangeArrowheads="1"/>
          </p:cNvSpPr>
          <p:nvPr/>
        </p:nvSpPr>
        <p:spPr bwMode="auto">
          <a:xfrm>
            <a:off x="7467600" y="5230813"/>
            <a:ext cx="685800" cy="685800"/>
          </a:xfrm>
          <a:prstGeom prst="ellipse">
            <a:avLst/>
          </a:prstGeom>
          <a:noFill/>
          <a:ln w="9525">
            <a:solidFill>
              <a:schemeClr val="tx1"/>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05000"/>
              </a:lnSpc>
              <a:spcBef>
                <a:spcPct val="20000"/>
              </a:spcBef>
              <a:buSzPct val="100000"/>
              <a:buChar char="•"/>
              <a:defRPr sz="2000">
                <a:solidFill>
                  <a:srgbClr val="000000"/>
                </a:solidFill>
                <a:latin typeface="Arial" panose="020B0604020202020204" pitchFamily="34" charset="0"/>
              </a:defRPr>
            </a:lvl1pPr>
            <a:lvl2pPr marL="742950" indent="-285750">
              <a:lnSpc>
                <a:spcPct val="105000"/>
              </a:lnSpc>
              <a:spcBef>
                <a:spcPct val="20000"/>
              </a:spcBef>
              <a:buSzPct val="100000"/>
              <a:buChar char="–"/>
              <a:defRPr sz="2000">
                <a:solidFill>
                  <a:srgbClr val="000000"/>
                </a:solidFill>
                <a:latin typeface="Arial" panose="020B0604020202020204" pitchFamily="34" charset="0"/>
              </a:defRPr>
            </a:lvl2pPr>
            <a:lvl3pPr marL="1143000" indent="-228600">
              <a:lnSpc>
                <a:spcPct val="105000"/>
              </a:lnSpc>
              <a:spcBef>
                <a:spcPct val="20000"/>
              </a:spcBef>
              <a:buSzPct val="100000"/>
              <a:buChar char="•"/>
              <a:defRPr>
                <a:solidFill>
                  <a:srgbClr val="000000"/>
                </a:solidFill>
                <a:latin typeface="Arial" panose="020B0604020202020204" pitchFamily="34" charset="0"/>
              </a:defRPr>
            </a:lvl3pPr>
            <a:lvl4pPr marL="1600200" indent="-228600">
              <a:lnSpc>
                <a:spcPct val="105000"/>
              </a:lnSpc>
              <a:spcBef>
                <a:spcPct val="20000"/>
              </a:spcBef>
              <a:buSzPct val="100000"/>
              <a:buChar char="–"/>
              <a:defRPr sz="1600">
                <a:solidFill>
                  <a:srgbClr val="000000"/>
                </a:solidFill>
                <a:latin typeface="Arial" panose="020B0604020202020204" pitchFamily="34" charset="0"/>
              </a:defRPr>
            </a:lvl4pPr>
            <a:lvl5pPr marL="2057400" indent="-228600">
              <a:lnSpc>
                <a:spcPct val="105000"/>
              </a:lnSpc>
              <a:spcBef>
                <a:spcPct val="20000"/>
              </a:spcBef>
              <a:buSzPct val="100000"/>
              <a:buChar char="–"/>
              <a:defRPr sz="16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algn="just" eaLnBrk="1" hangingPunct="1">
              <a:lnSpc>
                <a:spcPct val="130000"/>
              </a:lnSpc>
              <a:spcBef>
                <a:spcPct val="0"/>
              </a:spcBef>
              <a:buClr>
                <a:srgbClr val="FF0000"/>
              </a:buClr>
              <a:buSzTx/>
            </a:pPr>
            <a:endParaRPr lang="en-GB" altLang="nl-NL" sz="1800">
              <a:solidFill>
                <a:schemeClr val="tx1"/>
              </a:solidFill>
            </a:endParaRPr>
          </a:p>
        </p:txBody>
      </p:sp>
      <p:sp>
        <p:nvSpPr>
          <p:cNvPr id="33814" name="Oval 22">
            <a:extLst>
              <a:ext uri="{FF2B5EF4-FFF2-40B4-BE49-F238E27FC236}">
                <a16:creationId xmlns:a16="http://schemas.microsoft.com/office/drawing/2014/main" id="{978DF86A-6766-C216-ED34-67ABE8402EC2}"/>
              </a:ext>
            </a:extLst>
          </p:cNvPr>
          <p:cNvSpPr>
            <a:spLocks noChangeArrowheads="1"/>
          </p:cNvSpPr>
          <p:nvPr/>
        </p:nvSpPr>
        <p:spPr bwMode="auto">
          <a:xfrm>
            <a:off x="7772400" y="5535613"/>
            <a:ext cx="76200" cy="76200"/>
          </a:xfrm>
          <a:prstGeom prst="ellipse">
            <a:avLst/>
          </a:prstGeom>
          <a:solidFill>
            <a:schemeClr val="accent1"/>
          </a:solidFill>
          <a:ln w="9525">
            <a:solidFill>
              <a:schemeClr val="tx1"/>
            </a:solidFill>
            <a:miter lim="800000"/>
            <a:headEnd/>
            <a:tailEnd/>
          </a:ln>
        </p:spPr>
        <p:txBody>
          <a:bodyPr wrap="none" anchor="ctr"/>
          <a:lstStyle>
            <a:lvl1pPr>
              <a:lnSpc>
                <a:spcPct val="105000"/>
              </a:lnSpc>
              <a:spcBef>
                <a:spcPct val="20000"/>
              </a:spcBef>
              <a:buSzPct val="100000"/>
              <a:buChar char="•"/>
              <a:defRPr sz="2000">
                <a:solidFill>
                  <a:srgbClr val="000000"/>
                </a:solidFill>
                <a:latin typeface="Arial" panose="020B0604020202020204" pitchFamily="34" charset="0"/>
              </a:defRPr>
            </a:lvl1pPr>
            <a:lvl2pPr marL="742950" indent="-285750">
              <a:lnSpc>
                <a:spcPct val="105000"/>
              </a:lnSpc>
              <a:spcBef>
                <a:spcPct val="20000"/>
              </a:spcBef>
              <a:buSzPct val="100000"/>
              <a:buChar char="–"/>
              <a:defRPr sz="2000">
                <a:solidFill>
                  <a:srgbClr val="000000"/>
                </a:solidFill>
                <a:latin typeface="Arial" panose="020B0604020202020204" pitchFamily="34" charset="0"/>
              </a:defRPr>
            </a:lvl2pPr>
            <a:lvl3pPr marL="1143000" indent="-228600">
              <a:lnSpc>
                <a:spcPct val="105000"/>
              </a:lnSpc>
              <a:spcBef>
                <a:spcPct val="20000"/>
              </a:spcBef>
              <a:buSzPct val="100000"/>
              <a:buChar char="•"/>
              <a:defRPr>
                <a:solidFill>
                  <a:srgbClr val="000000"/>
                </a:solidFill>
                <a:latin typeface="Arial" panose="020B0604020202020204" pitchFamily="34" charset="0"/>
              </a:defRPr>
            </a:lvl3pPr>
            <a:lvl4pPr marL="1600200" indent="-228600">
              <a:lnSpc>
                <a:spcPct val="105000"/>
              </a:lnSpc>
              <a:spcBef>
                <a:spcPct val="20000"/>
              </a:spcBef>
              <a:buSzPct val="100000"/>
              <a:buChar char="–"/>
              <a:defRPr sz="1600">
                <a:solidFill>
                  <a:srgbClr val="000000"/>
                </a:solidFill>
                <a:latin typeface="Arial" panose="020B0604020202020204" pitchFamily="34" charset="0"/>
              </a:defRPr>
            </a:lvl4pPr>
            <a:lvl5pPr marL="2057400" indent="-228600">
              <a:lnSpc>
                <a:spcPct val="105000"/>
              </a:lnSpc>
              <a:spcBef>
                <a:spcPct val="20000"/>
              </a:spcBef>
              <a:buSzPct val="100000"/>
              <a:buChar char="–"/>
              <a:defRPr sz="16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algn="just" eaLnBrk="1" hangingPunct="1">
              <a:lnSpc>
                <a:spcPct val="130000"/>
              </a:lnSpc>
              <a:spcBef>
                <a:spcPct val="0"/>
              </a:spcBef>
              <a:buClr>
                <a:srgbClr val="FF0000"/>
              </a:buClr>
              <a:buSzTx/>
            </a:pPr>
            <a:endParaRPr lang="en-GB" altLang="nl-NL" sz="1800">
              <a:solidFill>
                <a:schemeClr val="tx1"/>
              </a:solidFill>
            </a:endParaRPr>
          </a:p>
        </p:txBody>
      </p:sp>
      <p:sp>
        <p:nvSpPr>
          <p:cNvPr id="33815" name="Oval 23">
            <a:extLst>
              <a:ext uri="{FF2B5EF4-FFF2-40B4-BE49-F238E27FC236}">
                <a16:creationId xmlns:a16="http://schemas.microsoft.com/office/drawing/2014/main" id="{8FEC2559-DC76-FE62-4113-AFED0F1C0468}"/>
              </a:ext>
            </a:extLst>
          </p:cNvPr>
          <p:cNvSpPr>
            <a:spLocks noChangeArrowheads="1"/>
          </p:cNvSpPr>
          <p:nvPr/>
        </p:nvSpPr>
        <p:spPr bwMode="auto">
          <a:xfrm>
            <a:off x="7848600" y="5868988"/>
            <a:ext cx="76200" cy="76200"/>
          </a:xfrm>
          <a:prstGeom prst="ellipse">
            <a:avLst/>
          </a:prstGeom>
          <a:solidFill>
            <a:schemeClr val="tx1"/>
          </a:solidFill>
          <a:ln w="9525">
            <a:solidFill>
              <a:schemeClr val="tx1"/>
            </a:solidFill>
            <a:miter lim="800000"/>
            <a:headEnd/>
            <a:tailEnd/>
          </a:ln>
        </p:spPr>
        <p:txBody>
          <a:bodyPr wrap="none" anchor="ctr"/>
          <a:lstStyle>
            <a:lvl1pPr>
              <a:lnSpc>
                <a:spcPct val="105000"/>
              </a:lnSpc>
              <a:spcBef>
                <a:spcPct val="20000"/>
              </a:spcBef>
              <a:buSzPct val="100000"/>
              <a:buChar char="•"/>
              <a:defRPr sz="2000">
                <a:solidFill>
                  <a:srgbClr val="000000"/>
                </a:solidFill>
                <a:latin typeface="Arial" panose="020B0604020202020204" pitchFamily="34" charset="0"/>
              </a:defRPr>
            </a:lvl1pPr>
            <a:lvl2pPr marL="742950" indent="-285750">
              <a:lnSpc>
                <a:spcPct val="105000"/>
              </a:lnSpc>
              <a:spcBef>
                <a:spcPct val="20000"/>
              </a:spcBef>
              <a:buSzPct val="100000"/>
              <a:buChar char="–"/>
              <a:defRPr sz="2000">
                <a:solidFill>
                  <a:srgbClr val="000000"/>
                </a:solidFill>
                <a:latin typeface="Arial" panose="020B0604020202020204" pitchFamily="34" charset="0"/>
              </a:defRPr>
            </a:lvl2pPr>
            <a:lvl3pPr marL="1143000" indent="-228600">
              <a:lnSpc>
                <a:spcPct val="105000"/>
              </a:lnSpc>
              <a:spcBef>
                <a:spcPct val="20000"/>
              </a:spcBef>
              <a:buSzPct val="100000"/>
              <a:buChar char="•"/>
              <a:defRPr>
                <a:solidFill>
                  <a:srgbClr val="000000"/>
                </a:solidFill>
                <a:latin typeface="Arial" panose="020B0604020202020204" pitchFamily="34" charset="0"/>
              </a:defRPr>
            </a:lvl3pPr>
            <a:lvl4pPr marL="1600200" indent="-228600">
              <a:lnSpc>
                <a:spcPct val="105000"/>
              </a:lnSpc>
              <a:spcBef>
                <a:spcPct val="20000"/>
              </a:spcBef>
              <a:buSzPct val="100000"/>
              <a:buChar char="–"/>
              <a:defRPr sz="1600">
                <a:solidFill>
                  <a:srgbClr val="000000"/>
                </a:solidFill>
                <a:latin typeface="Arial" panose="020B0604020202020204" pitchFamily="34" charset="0"/>
              </a:defRPr>
            </a:lvl4pPr>
            <a:lvl5pPr marL="2057400" indent="-228600">
              <a:lnSpc>
                <a:spcPct val="105000"/>
              </a:lnSpc>
              <a:spcBef>
                <a:spcPct val="20000"/>
              </a:spcBef>
              <a:buSzPct val="100000"/>
              <a:buChar char="–"/>
              <a:defRPr sz="16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algn="just" eaLnBrk="1" hangingPunct="1">
              <a:lnSpc>
                <a:spcPct val="130000"/>
              </a:lnSpc>
              <a:spcBef>
                <a:spcPct val="0"/>
              </a:spcBef>
              <a:buClr>
                <a:srgbClr val="FF0000"/>
              </a:buClr>
              <a:buSzTx/>
            </a:pPr>
            <a:endParaRPr lang="en-GB" altLang="nl-NL" sz="1800">
              <a:solidFill>
                <a:schemeClr val="tx1"/>
              </a:solidFill>
            </a:endParaRPr>
          </a:p>
        </p:txBody>
      </p:sp>
      <p:sp>
        <p:nvSpPr>
          <p:cNvPr id="33816" name="Text Box 24">
            <a:extLst>
              <a:ext uri="{FF2B5EF4-FFF2-40B4-BE49-F238E27FC236}">
                <a16:creationId xmlns:a16="http://schemas.microsoft.com/office/drawing/2014/main" id="{15AD3C61-6C71-DE38-EAC0-E351598C288E}"/>
              </a:ext>
            </a:extLst>
          </p:cNvPr>
          <p:cNvSpPr txBox="1">
            <a:spLocks noChangeArrowheads="1"/>
          </p:cNvSpPr>
          <p:nvPr/>
        </p:nvSpPr>
        <p:spPr bwMode="auto">
          <a:xfrm>
            <a:off x="7710488" y="5688013"/>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20000"/>
              </a:spcBef>
              <a:buSzPct val="100000"/>
              <a:buChar char="•"/>
              <a:defRPr sz="2000">
                <a:solidFill>
                  <a:srgbClr val="000000"/>
                </a:solidFill>
                <a:latin typeface="Arial" panose="020B0604020202020204" pitchFamily="34" charset="0"/>
              </a:defRPr>
            </a:lvl1pPr>
            <a:lvl2pPr marL="742950" indent="-285750">
              <a:lnSpc>
                <a:spcPct val="105000"/>
              </a:lnSpc>
              <a:spcBef>
                <a:spcPct val="20000"/>
              </a:spcBef>
              <a:buSzPct val="100000"/>
              <a:buChar char="–"/>
              <a:defRPr sz="2000">
                <a:solidFill>
                  <a:srgbClr val="000000"/>
                </a:solidFill>
                <a:latin typeface="Arial" panose="020B0604020202020204" pitchFamily="34" charset="0"/>
              </a:defRPr>
            </a:lvl2pPr>
            <a:lvl3pPr marL="1143000" indent="-228600">
              <a:lnSpc>
                <a:spcPct val="105000"/>
              </a:lnSpc>
              <a:spcBef>
                <a:spcPct val="20000"/>
              </a:spcBef>
              <a:buSzPct val="100000"/>
              <a:buChar char="•"/>
              <a:defRPr>
                <a:solidFill>
                  <a:srgbClr val="000000"/>
                </a:solidFill>
                <a:latin typeface="Arial" panose="020B0604020202020204" pitchFamily="34" charset="0"/>
              </a:defRPr>
            </a:lvl3pPr>
            <a:lvl4pPr marL="1600200" indent="-228600">
              <a:lnSpc>
                <a:spcPct val="105000"/>
              </a:lnSpc>
              <a:spcBef>
                <a:spcPct val="20000"/>
              </a:spcBef>
              <a:buSzPct val="100000"/>
              <a:buChar char="–"/>
              <a:defRPr sz="1600">
                <a:solidFill>
                  <a:srgbClr val="000000"/>
                </a:solidFill>
                <a:latin typeface="Arial" panose="020B0604020202020204" pitchFamily="34" charset="0"/>
              </a:defRPr>
            </a:lvl4pPr>
            <a:lvl5pPr marL="2057400" indent="-228600">
              <a:lnSpc>
                <a:spcPct val="105000"/>
              </a:lnSpc>
              <a:spcBef>
                <a:spcPct val="20000"/>
              </a:spcBef>
              <a:buSzPct val="100000"/>
              <a:buChar char="–"/>
              <a:defRPr sz="16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eaLnBrk="1" hangingPunct="1">
              <a:lnSpc>
                <a:spcPct val="100000"/>
              </a:lnSpc>
              <a:spcBef>
                <a:spcPct val="50000"/>
              </a:spcBef>
              <a:buSzTx/>
              <a:buFontTx/>
              <a:buNone/>
            </a:pPr>
            <a:r>
              <a:rPr lang="es-ES" altLang="nl-NL" sz="1400">
                <a:solidFill>
                  <a:schemeClr val="tx1"/>
                </a:solidFill>
                <a:latin typeface="Tahoma" panose="020B0604030504040204" pitchFamily="34" charset="0"/>
              </a:rPr>
              <a:t>x’</a:t>
            </a:r>
            <a:endParaRPr lang="en-US" altLang="nl-NL" sz="1400">
              <a:solidFill>
                <a:schemeClr val="tx1"/>
              </a:solidFill>
              <a:latin typeface="Tahoma" panose="020B0604030504040204" pitchFamily="34" charset="0"/>
            </a:endParaRPr>
          </a:p>
        </p:txBody>
      </p:sp>
      <p:sp>
        <p:nvSpPr>
          <p:cNvPr id="33817" name="Oval 25">
            <a:extLst>
              <a:ext uri="{FF2B5EF4-FFF2-40B4-BE49-F238E27FC236}">
                <a16:creationId xmlns:a16="http://schemas.microsoft.com/office/drawing/2014/main" id="{E3C0F843-E859-1FF3-C0FC-CC0CDCE140D4}"/>
              </a:ext>
            </a:extLst>
          </p:cNvPr>
          <p:cNvSpPr>
            <a:spLocks noChangeArrowheads="1"/>
          </p:cNvSpPr>
          <p:nvPr/>
        </p:nvSpPr>
        <p:spPr bwMode="auto">
          <a:xfrm>
            <a:off x="7939088" y="5859463"/>
            <a:ext cx="76200" cy="76200"/>
          </a:xfrm>
          <a:prstGeom prst="ellipse">
            <a:avLst/>
          </a:prstGeom>
          <a:solidFill>
            <a:srgbClr val="CC00CC"/>
          </a:solidFill>
          <a:ln w="9525">
            <a:solidFill>
              <a:schemeClr val="tx1"/>
            </a:solidFill>
            <a:miter lim="800000"/>
            <a:headEnd/>
            <a:tailEnd/>
          </a:ln>
        </p:spPr>
        <p:txBody>
          <a:bodyPr wrap="none" anchor="ctr"/>
          <a:lstStyle>
            <a:lvl1pPr>
              <a:lnSpc>
                <a:spcPct val="105000"/>
              </a:lnSpc>
              <a:spcBef>
                <a:spcPct val="20000"/>
              </a:spcBef>
              <a:buSzPct val="100000"/>
              <a:buChar char="•"/>
              <a:defRPr sz="2000">
                <a:solidFill>
                  <a:srgbClr val="000000"/>
                </a:solidFill>
                <a:latin typeface="Arial" panose="020B0604020202020204" pitchFamily="34" charset="0"/>
              </a:defRPr>
            </a:lvl1pPr>
            <a:lvl2pPr marL="742950" indent="-285750">
              <a:lnSpc>
                <a:spcPct val="105000"/>
              </a:lnSpc>
              <a:spcBef>
                <a:spcPct val="20000"/>
              </a:spcBef>
              <a:buSzPct val="100000"/>
              <a:buChar char="–"/>
              <a:defRPr sz="2000">
                <a:solidFill>
                  <a:srgbClr val="000000"/>
                </a:solidFill>
                <a:latin typeface="Arial" panose="020B0604020202020204" pitchFamily="34" charset="0"/>
              </a:defRPr>
            </a:lvl2pPr>
            <a:lvl3pPr marL="1143000" indent="-228600">
              <a:lnSpc>
                <a:spcPct val="105000"/>
              </a:lnSpc>
              <a:spcBef>
                <a:spcPct val="20000"/>
              </a:spcBef>
              <a:buSzPct val="100000"/>
              <a:buChar char="•"/>
              <a:defRPr>
                <a:solidFill>
                  <a:srgbClr val="000000"/>
                </a:solidFill>
                <a:latin typeface="Arial" panose="020B0604020202020204" pitchFamily="34" charset="0"/>
              </a:defRPr>
            </a:lvl3pPr>
            <a:lvl4pPr marL="1600200" indent="-228600">
              <a:lnSpc>
                <a:spcPct val="105000"/>
              </a:lnSpc>
              <a:spcBef>
                <a:spcPct val="20000"/>
              </a:spcBef>
              <a:buSzPct val="100000"/>
              <a:buChar char="–"/>
              <a:defRPr sz="1600">
                <a:solidFill>
                  <a:srgbClr val="000000"/>
                </a:solidFill>
                <a:latin typeface="Arial" panose="020B0604020202020204" pitchFamily="34" charset="0"/>
              </a:defRPr>
            </a:lvl4pPr>
            <a:lvl5pPr marL="2057400" indent="-228600">
              <a:lnSpc>
                <a:spcPct val="105000"/>
              </a:lnSpc>
              <a:spcBef>
                <a:spcPct val="20000"/>
              </a:spcBef>
              <a:buSzPct val="100000"/>
              <a:buChar char="–"/>
              <a:defRPr sz="16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algn="just" eaLnBrk="1" hangingPunct="1">
              <a:lnSpc>
                <a:spcPct val="130000"/>
              </a:lnSpc>
              <a:spcBef>
                <a:spcPct val="0"/>
              </a:spcBef>
              <a:buClr>
                <a:srgbClr val="FF0000"/>
              </a:buClr>
              <a:buSzTx/>
            </a:pPr>
            <a:endParaRPr lang="en-GB" altLang="nl-NL" sz="1800">
              <a:solidFill>
                <a:schemeClr val="tx1"/>
              </a:solidFill>
            </a:endParaRPr>
          </a:p>
        </p:txBody>
      </p:sp>
      <p:sp>
        <p:nvSpPr>
          <p:cNvPr id="33818" name="Line 26">
            <a:extLst>
              <a:ext uri="{FF2B5EF4-FFF2-40B4-BE49-F238E27FC236}">
                <a16:creationId xmlns:a16="http://schemas.microsoft.com/office/drawing/2014/main" id="{57610D75-F67F-272B-D60E-71D8E00866C8}"/>
              </a:ext>
            </a:extLst>
          </p:cNvPr>
          <p:cNvSpPr>
            <a:spLocks noChangeShapeType="1"/>
          </p:cNvSpPr>
          <p:nvPr/>
        </p:nvSpPr>
        <p:spPr bwMode="auto">
          <a:xfrm flipH="1">
            <a:off x="8077200" y="4545013"/>
            <a:ext cx="304800" cy="4572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it-IT"/>
          </a:p>
        </p:txBody>
      </p:sp>
      <p:sp>
        <p:nvSpPr>
          <p:cNvPr id="33819" name="Text Box 27">
            <a:extLst>
              <a:ext uri="{FF2B5EF4-FFF2-40B4-BE49-F238E27FC236}">
                <a16:creationId xmlns:a16="http://schemas.microsoft.com/office/drawing/2014/main" id="{C9F0A939-6F13-C7D4-6390-4B1D6E92EBFC}"/>
              </a:ext>
            </a:extLst>
          </p:cNvPr>
          <p:cNvSpPr txBox="1">
            <a:spLocks noChangeArrowheads="1"/>
          </p:cNvSpPr>
          <p:nvPr/>
        </p:nvSpPr>
        <p:spPr bwMode="auto">
          <a:xfrm>
            <a:off x="7696200" y="4545013"/>
            <a:ext cx="762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20000"/>
              </a:spcBef>
              <a:buSzPct val="100000"/>
              <a:buChar char="•"/>
              <a:defRPr sz="2000">
                <a:solidFill>
                  <a:srgbClr val="000000"/>
                </a:solidFill>
                <a:latin typeface="Arial" panose="020B0604020202020204" pitchFamily="34" charset="0"/>
              </a:defRPr>
            </a:lvl1pPr>
            <a:lvl2pPr marL="742950" indent="-285750">
              <a:lnSpc>
                <a:spcPct val="105000"/>
              </a:lnSpc>
              <a:spcBef>
                <a:spcPct val="20000"/>
              </a:spcBef>
              <a:buSzPct val="100000"/>
              <a:buChar char="–"/>
              <a:defRPr sz="2000">
                <a:solidFill>
                  <a:srgbClr val="000000"/>
                </a:solidFill>
                <a:latin typeface="Arial" panose="020B0604020202020204" pitchFamily="34" charset="0"/>
              </a:defRPr>
            </a:lvl2pPr>
            <a:lvl3pPr marL="1143000" indent="-228600">
              <a:lnSpc>
                <a:spcPct val="105000"/>
              </a:lnSpc>
              <a:spcBef>
                <a:spcPct val="20000"/>
              </a:spcBef>
              <a:buSzPct val="100000"/>
              <a:buChar char="•"/>
              <a:defRPr>
                <a:solidFill>
                  <a:srgbClr val="000000"/>
                </a:solidFill>
                <a:latin typeface="Arial" panose="020B0604020202020204" pitchFamily="34" charset="0"/>
              </a:defRPr>
            </a:lvl3pPr>
            <a:lvl4pPr marL="1600200" indent="-228600">
              <a:lnSpc>
                <a:spcPct val="105000"/>
              </a:lnSpc>
              <a:spcBef>
                <a:spcPct val="20000"/>
              </a:spcBef>
              <a:buSzPct val="100000"/>
              <a:buChar char="–"/>
              <a:defRPr sz="1600">
                <a:solidFill>
                  <a:srgbClr val="000000"/>
                </a:solidFill>
                <a:latin typeface="Arial" panose="020B0604020202020204" pitchFamily="34" charset="0"/>
              </a:defRPr>
            </a:lvl4pPr>
            <a:lvl5pPr marL="2057400" indent="-228600">
              <a:lnSpc>
                <a:spcPct val="105000"/>
              </a:lnSpc>
              <a:spcBef>
                <a:spcPct val="20000"/>
              </a:spcBef>
              <a:buSzPct val="100000"/>
              <a:buChar char="–"/>
              <a:defRPr sz="16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eaLnBrk="1" hangingPunct="1">
              <a:lnSpc>
                <a:spcPct val="100000"/>
              </a:lnSpc>
              <a:spcBef>
                <a:spcPct val="50000"/>
              </a:spcBef>
              <a:buSzTx/>
              <a:buFontTx/>
              <a:buNone/>
            </a:pPr>
            <a:r>
              <a:rPr lang="es-ES" altLang="nl-NL" sz="1400">
                <a:solidFill>
                  <a:schemeClr val="tx1"/>
                </a:solidFill>
                <a:latin typeface="Tahoma" panose="020B0604030504040204" pitchFamily="34" charset="0"/>
              </a:rPr>
              <a:t>X’’&gt;X</a:t>
            </a:r>
            <a:endParaRPr lang="en-US" altLang="nl-NL" sz="1400">
              <a:solidFill>
                <a:schemeClr val="tx1"/>
              </a:solidFill>
              <a:latin typeface="Tahoma" panose="020B0604030504040204" pitchFamily="34" charset="0"/>
            </a:endParaRPr>
          </a:p>
        </p:txBody>
      </p:sp>
      <p:sp>
        <p:nvSpPr>
          <p:cNvPr id="33820" name="Oval 28">
            <a:extLst>
              <a:ext uri="{FF2B5EF4-FFF2-40B4-BE49-F238E27FC236}">
                <a16:creationId xmlns:a16="http://schemas.microsoft.com/office/drawing/2014/main" id="{50BF21C7-BF4B-EF00-09B3-0FE81A5F93C3}"/>
              </a:ext>
            </a:extLst>
          </p:cNvPr>
          <p:cNvSpPr>
            <a:spLocks noChangeArrowheads="1"/>
          </p:cNvSpPr>
          <p:nvPr/>
        </p:nvSpPr>
        <p:spPr bwMode="auto">
          <a:xfrm>
            <a:off x="7620000" y="5540375"/>
            <a:ext cx="685800" cy="6858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05000"/>
              </a:lnSpc>
              <a:spcBef>
                <a:spcPct val="20000"/>
              </a:spcBef>
              <a:buSzPct val="100000"/>
              <a:buChar char="•"/>
              <a:defRPr sz="2000">
                <a:solidFill>
                  <a:srgbClr val="000000"/>
                </a:solidFill>
                <a:latin typeface="Arial" panose="020B0604020202020204" pitchFamily="34" charset="0"/>
              </a:defRPr>
            </a:lvl1pPr>
            <a:lvl2pPr marL="742950" indent="-285750">
              <a:lnSpc>
                <a:spcPct val="105000"/>
              </a:lnSpc>
              <a:spcBef>
                <a:spcPct val="20000"/>
              </a:spcBef>
              <a:buSzPct val="100000"/>
              <a:buChar char="–"/>
              <a:defRPr sz="2000">
                <a:solidFill>
                  <a:srgbClr val="000000"/>
                </a:solidFill>
                <a:latin typeface="Arial" panose="020B0604020202020204" pitchFamily="34" charset="0"/>
              </a:defRPr>
            </a:lvl2pPr>
            <a:lvl3pPr marL="1143000" indent="-228600">
              <a:lnSpc>
                <a:spcPct val="105000"/>
              </a:lnSpc>
              <a:spcBef>
                <a:spcPct val="20000"/>
              </a:spcBef>
              <a:buSzPct val="100000"/>
              <a:buChar char="•"/>
              <a:defRPr>
                <a:solidFill>
                  <a:srgbClr val="000000"/>
                </a:solidFill>
                <a:latin typeface="Arial" panose="020B0604020202020204" pitchFamily="34" charset="0"/>
              </a:defRPr>
            </a:lvl3pPr>
            <a:lvl4pPr marL="1600200" indent="-228600">
              <a:lnSpc>
                <a:spcPct val="105000"/>
              </a:lnSpc>
              <a:spcBef>
                <a:spcPct val="20000"/>
              </a:spcBef>
              <a:buSzPct val="100000"/>
              <a:buChar char="–"/>
              <a:defRPr sz="1600">
                <a:solidFill>
                  <a:srgbClr val="000000"/>
                </a:solidFill>
                <a:latin typeface="Arial" panose="020B0604020202020204" pitchFamily="34" charset="0"/>
              </a:defRPr>
            </a:lvl4pPr>
            <a:lvl5pPr marL="2057400" indent="-228600">
              <a:lnSpc>
                <a:spcPct val="105000"/>
              </a:lnSpc>
              <a:spcBef>
                <a:spcPct val="20000"/>
              </a:spcBef>
              <a:buSzPct val="100000"/>
              <a:buChar char="–"/>
              <a:defRPr sz="16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algn="just" eaLnBrk="1" hangingPunct="1">
              <a:lnSpc>
                <a:spcPct val="130000"/>
              </a:lnSpc>
              <a:spcBef>
                <a:spcPct val="0"/>
              </a:spcBef>
              <a:buClr>
                <a:srgbClr val="FF0000"/>
              </a:buClr>
              <a:buSzTx/>
            </a:pPr>
            <a:endParaRPr lang="en-GB" altLang="nl-NL" sz="1800">
              <a:solidFill>
                <a:schemeClr val="tx1"/>
              </a:solidFill>
            </a:endParaRPr>
          </a:p>
        </p:txBody>
      </p:sp>
      <p:sp>
        <p:nvSpPr>
          <p:cNvPr id="33821" name="Text Box 29">
            <a:extLst>
              <a:ext uri="{FF2B5EF4-FFF2-40B4-BE49-F238E27FC236}">
                <a16:creationId xmlns:a16="http://schemas.microsoft.com/office/drawing/2014/main" id="{872A1E21-BE3F-91EC-9694-D255D1510C7A}"/>
              </a:ext>
            </a:extLst>
          </p:cNvPr>
          <p:cNvSpPr txBox="1">
            <a:spLocks noChangeArrowheads="1"/>
          </p:cNvSpPr>
          <p:nvPr/>
        </p:nvSpPr>
        <p:spPr bwMode="auto">
          <a:xfrm>
            <a:off x="8158163" y="5516563"/>
            <a:ext cx="762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20000"/>
              </a:spcBef>
              <a:buSzPct val="100000"/>
              <a:buChar char="•"/>
              <a:defRPr sz="2000">
                <a:solidFill>
                  <a:srgbClr val="000000"/>
                </a:solidFill>
                <a:latin typeface="Arial" panose="020B0604020202020204" pitchFamily="34" charset="0"/>
              </a:defRPr>
            </a:lvl1pPr>
            <a:lvl2pPr marL="742950" indent="-285750">
              <a:lnSpc>
                <a:spcPct val="105000"/>
              </a:lnSpc>
              <a:spcBef>
                <a:spcPct val="20000"/>
              </a:spcBef>
              <a:buSzPct val="100000"/>
              <a:buChar char="–"/>
              <a:defRPr sz="2000">
                <a:solidFill>
                  <a:srgbClr val="000000"/>
                </a:solidFill>
                <a:latin typeface="Arial" panose="020B0604020202020204" pitchFamily="34" charset="0"/>
              </a:defRPr>
            </a:lvl2pPr>
            <a:lvl3pPr marL="1143000" indent="-228600">
              <a:lnSpc>
                <a:spcPct val="105000"/>
              </a:lnSpc>
              <a:spcBef>
                <a:spcPct val="20000"/>
              </a:spcBef>
              <a:buSzPct val="100000"/>
              <a:buChar char="•"/>
              <a:defRPr>
                <a:solidFill>
                  <a:srgbClr val="000000"/>
                </a:solidFill>
                <a:latin typeface="Arial" panose="020B0604020202020204" pitchFamily="34" charset="0"/>
              </a:defRPr>
            </a:lvl3pPr>
            <a:lvl4pPr marL="1600200" indent="-228600">
              <a:lnSpc>
                <a:spcPct val="105000"/>
              </a:lnSpc>
              <a:spcBef>
                <a:spcPct val="20000"/>
              </a:spcBef>
              <a:buSzPct val="100000"/>
              <a:buChar char="–"/>
              <a:defRPr sz="1600">
                <a:solidFill>
                  <a:srgbClr val="000000"/>
                </a:solidFill>
                <a:latin typeface="Arial" panose="020B0604020202020204" pitchFamily="34" charset="0"/>
              </a:defRPr>
            </a:lvl4pPr>
            <a:lvl5pPr marL="2057400" indent="-228600">
              <a:lnSpc>
                <a:spcPct val="105000"/>
              </a:lnSpc>
              <a:spcBef>
                <a:spcPct val="20000"/>
              </a:spcBef>
              <a:buSzPct val="100000"/>
              <a:buChar char="–"/>
              <a:defRPr sz="16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eaLnBrk="1" hangingPunct="1">
              <a:lnSpc>
                <a:spcPct val="100000"/>
              </a:lnSpc>
              <a:spcBef>
                <a:spcPct val="50000"/>
              </a:spcBef>
              <a:buSzTx/>
              <a:buFontTx/>
              <a:buNone/>
            </a:pPr>
            <a:r>
              <a:rPr lang="es-ES" altLang="nl-NL" sz="1400">
                <a:solidFill>
                  <a:schemeClr val="tx1"/>
                </a:solidFill>
                <a:latin typeface="Tahoma" panose="020B0604030504040204" pitchFamily="34" charset="0"/>
              </a:rPr>
              <a:t>N</a:t>
            </a:r>
            <a:r>
              <a:rPr lang="es-ES" altLang="nl-NL" sz="1400" baseline="-25000">
                <a:solidFill>
                  <a:schemeClr val="tx1"/>
                </a:solidFill>
                <a:latin typeface="Tahoma" panose="020B0604030504040204" pitchFamily="34" charset="0"/>
              </a:rPr>
              <a:t>k</a:t>
            </a:r>
            <a:r>
              <a:rPr lang="es-ES" altLang="nl-NL" sz="1400">
                <a:solidFill>
                  <a:schemeClr val="tx1"/>
                </a:solidFill>
                <a:latin typeface="Tahoma" panose="020B0604030504040204" pitchFamily="34" charset="0"/>
              </a:rPr>
              <a:t>(x’’)</a:t>
            </a:r>
            <a:endParaRPr lang="en-US" altLang="nl-NL" sz="1400">
              <a:solidFill>
                <a:schemeClr val="tx1"/>
              </a:solidFill>
              <a:latin typeface="Tahoma" panose="020B0604030504040204" pitchFamily="34" charset="0"/>
            </a:endParaRPr>
          </a:p>
        </p:txBody>
      </p:sp>
      <p:sp>
        <p:nvSpPr>
          <p:cNvPr id="33822" name="Oval 30">
            <a:extLst>
              <a:ext uri="{FF2B5EF4-FFF2-40B4-BE49-F238E27FC236}">
                <a16:creationId xmlns:a16="http://schemas.microsoft.com/office/drawing/2014/main" id="{AFE9A360-2A0F-D953-5DDE-AA3D25F8AE12}"/>
              </a:ext>
            </a:extLst>
          </p:cNvPr>
          <p:cNvSpPr>
            <a:spLocks noChangeArrowheads="1"/>
          </p:cNvSpPr>
          <p:nvPr/>
        </p:nvSpPr>
        <p:spPr bwMode="auto">
          <a:xfrm>
            <a:off x="9144000" y="5230813"/>
            <a:ext cx="685800" cy="6858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05000"/>
              </a:lnSpc>
              <a:spcBef>
                <a:spcPct val="20000"/>
              </a:spcBef>
              <a:buSzPct val="100000"/>
              <a:buChar char="•"/>
              <a:defRPr sz="2000">
                <a:solidFill>
                  <a:srgbClr val="000000"/>
                </a:solidFill>
                <a:latin typeface="Arial" panose="020B0604020202020204" pitchFamily="34" charset="0"/>
              </a:defRPr>
            </a:lvl1pPr>
            <a:lvl2pPr marL="742950" indent="-285750">
              <a:lnSpc>
                <a:spcPct val="105000"/>
              </a:lnSpc>
              <a:spcBef>
                <a:spcPct val="20000"/>
              </a:spcBef>
              <a:buSzPct val="100000"/>
              <a:buChar char="–"/>
              <a:defRPr sz="2000">
                <a:solidFill>
                  <a:srgbClr val="000000"/>
                </a:solidFill>
                <a:latin typeface="Arial" panose="020B0604020202020204" pitchFamily="34" charset="0"/>
              </a:defRPr>
            </a:lvl2pPr>
            <a:lvl3pPr marL="1143000" indent="-228600">
              <a:lnSpc>
                <a:spcPct val="105000"/>
              </a:lnSpc>
              <a:spcBef>
                <a:spcPct val="20000"/>
              </a:spcBef>
              <a:buSzPct val="100000"/>
              <a:buChar char="•"/>
              <a:defRPr>
                <a:solidFill>
                  <a:srgbClr val="000000"/>
                </a:solidFill>
                <a:latin typeface="Arial" panose="020B0604020202020204" pitchFamily="34" charset="0"/>
              </a:defRPr>
            </a:lvl3pPr>
            <a:lvl4pPr marL="1600200" indent="-228600">
              <a:lnSpc>
                <a:spcPct val="105000"/>
              </a:lnSpc>
              <a:spcBef>
                <a:spcPct val="20000"/>
              </a:spcBef>
              <a:buSzPct val="100000"/>
              <a:buChar char="–"/>
              <a:defRPr sz="1600">
                <a:solidFill>
                  <a:srgbClr val="000000"/>
                </a:solidFill>
                <a:latin typeface="Arial" panose="020B0604020202020204" pitchFamily="34" charset="0"/>
              </a:defRPr>
            </a:lvl4pPr>
            <a:lvl5pPr marL="2057400" indent="-228600">
              <a:lnSpc>
                <a:spcPct val="105000"/>
              </a:lnSpc>
              <a:spcBef>
                <a:spcPct val="20000"/>
              </a:spcBef>
              <a:buSzPct val="100000"/>
              <a:buChar char="–"/>
              <a:defRPr sz="16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algn="just" eaLnBrk="1" hangingPunct="1">
              <a:lnSpc>
                <a:spcPct val="130000"/>
              </a:lnSpc>
              <a:spcBef>
                <a:spcPct val="0"/>
              </a:spcBef>
              <a:buClr>
                <a:srgbClr val="FF0000"/>
              </a:buClr>
              <a:buSzTx/>
            </a:pPr>
            <a:endParaRPr lang="en-GB" altLang="nl-NL" sz="1800">
              <a:solidFill>
                <a:schemeClr val="tx1"/>
              </a:solidFill>
            </a:endParaRPr>
          </a:p>
        </p:txBody>
      </p:sp>
      <p:sp>
        <p:nvSpPr>
          <p:cNvPr id="33823" name="Oval 31">
            <a:extLst>
              <a:ext uri="{FF2B5EF4-FFF2-40B4-BE49-F238E27FC236}">
                <a16:creationId xmlns:a16="http://schemas.microsoft.com/office/drawing/2014/main" id="{92178F67-F189-3118-B904-B8D8AC863AFA}"/>
              </a:ext>
            </a:extLst>
          </p:cNvPr>
          <p:cNvSpPr>
            <a:spLocks noChangeArrowheads="1"/>
          </p:cNvSpPr>
          <p:nvPr/>
        </p:nvSpPr>
        <p:spPr bwMode="auto">
          <a:xfrm>
            <a:off x="9448800" y="5535613"/>
            <a:ext cx="76200" cy="76200"/>
          </a:xfrm>
          <a:prstGeom prst="ellipse">
            <a:avLst/>
          </a:prstGeom>
          <a:solidFill>
            <a:schemeClr val="accent1"/>
          </a:solidFill>
          <a:ln w="9525">
            <a:solidFill>
              <a:schemeClr val="tx1"/>
            </a:solidFill>
            <a:miter lim="800000"/>
            <a:headEnd/>
            <a:tailEnd/>
          </a:ln>
        </p:spPr>
        <p:txBody>
          <a:bodyPr wrap="none" anchor="ctr"/>
          <a:lstStyle>
            <a:lvl1pPr>
              <a:lnSpc>
                <a:spcPct val="105000"/>
              </a:lnSpc>
              <a:spcBef>
                <a:spcPct val="20000"/>
              </a:spcBef>
              <a:buSzPct val="100000"/>
              <a:buChar char="•"/>
              <a:defRPr sz="2000">
                <a:solidFill>
                  <a:srgbClr val="000000"/>
                </a:solidFill>
                <a:latin typeface="Arial" panose="020B0604020202020204" pitchFamily="34" charset="0"/>
              </a:defRPr>
            </a:lvl1pPr>
            <a:lvl2pPr marL="742950" indent="-285750">
              <a:lnSpc>
                <a:spcPct val="105000"/>
              </a:lnSpc>
              <a:spcBef>
                <a:spcPct val="20000"/>
              </a:spcBef>
              <a:buSzPct val="100000"/>
              <a:buChar char="–"/>
              <a:defRPr sz="2000">
                <a:solidFill>
                  <a:srgbClr val="000000"/>
                </a:solidFill>
                <a:latin typeface="Arial" panose="020B0604020202020204" pitchFamily="34" charset="0"/>
              </a:defRPr>
            </a:lvl2pPr>
            <a:lvl3pPr marL="1143000" indent="-228600">
              <a:lnSpc>
                <a:spcPct val="105000"/>
              </a:lnSpc>
              <a:spcBef>
                <a:spcPct val="20000"/>
              </a:spcBef>
              <a:buSzPct val="100000"/>
              <a:buChar char="•"/>
              <a:defRPr>
                <a:solidFill>
                  <a:srgbClr val="000000"/>
                </a:solidFill>
                <a:latin typeface="Arial" panose="020B0604020202020204" pitchFamily="34" charset="0"/>
              </a:defRPr>
            </a:lvl3pPr>
            <a:lvl4pPr marL="1600200" indent="-228600">
              <a:lnSpc>
                <a:spcPct val="105000"/>
              </a:lnSpc>
              <a:spcBef>
                <a:spcPct val="20000"/>
              </a:spcBef>
              <a:buSzPct val="100000"/>
              <a:buChar char="–"/>
              <a:defRPr sz="1600">
                <a:solidFill>
                  <a:srgbClr val="000000"/>
                </a:solidFill>
                <a:latin typeface="Arial" panose="020B0604020202020204" pitchFamily="34" charset="0"/>
              </a:defRPr>
            </a:lvl4pPr>
            <a:lvl5pPr marL="2057400" indent="-228600">
              <a:lnSpc>
                <a:spcPct val="105000"/>
              </a:lnSpc>
              <a:spcBef>
                <a:spcPct val="20000"/>
              </a:spcBef>
              <a:buSzPct val="100000"/>
              <a:buChar char="–"/>
              <a:defRPr sz="16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algn="just" eaLnBrk="1" hangingPunct="1">
              <a:lnSpc>
                <a:spcPct val="130000"/>
              </a:lnSpc>
              <a:spcBef>
                <a:spcPct val="0"/>
              </a:spcBef>
              <a:buClr>
                <a:srgbClr val="FF0000"/>
              </a:buClr>
              <a:buSzTx/>
            </a:pPr>
            <a:endParaRPr lang="en-GB" altLang="nl-NL" sz="1800">
              <a:solidFill>
                <a:schemeClr val="tx1"/>
              </a:solidFill>
            </a:endParaRPr>
          </a:p>
        </p:txBody>
      </p:sp>
      <p:sp>
        <p:nvSpPr>
          <p:cNvPr id="33824" name="Oval 33">
            <a:extLst>
              <a:ext uri="{FF2B5EF4-FFF2-40B4-BE49-F238E27FC236}">
                <a16:creationId xmlns:a16="http://schemas.microsoft.com/office/drawing/2014/main" id="{CEEBB090-FB12-05F3-F576-C252CE4A53F0}"/>
              </a:ext>
            </a:extLst>
          </p:cNvPr>
          <p:cNvSpPr>
            <a:spLocks noChangeArrowheads="1"/>
          </p:cNvSpPr>
          <p:nvPr/>
        </p:nvSpPr>
        <p:spPr bwMode="auto">
          <a:xfrm>
            <a:off x="8991600" y="5078413"/>
            <a:ext cx="990600" cy="9906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05000"/>
              </a:lnSpc>
              <a:spcBef>
                <a:spcPct val="20000"/>
              </a:spcBef>
              <a:buSzPct val="100000"/>
              <a:buChar char="•"/>
              <a:defRPr sz="2000">
                <a:solidFill>
                  <a:srgbClr val="000000"/>
                </a:solidFill>
                <a:latin typeface="Arial" panose="020B0604020202020204" pitchFamily="34" charset="0"/>
              </a:defRPr>
            </a:lvl1pPr>
            <a:lvl2pPr marL="742950" indent="-285750">
              <a:lnSpc>
                <a:spcPct val="105000"/>
              </a:lnSpc>
              <a:spcBef>
                <a:spcPct val="20000"/>
              </a:spcBef>
              <a:buSzPct val="100000"/>
              <a:buChar char="–"/>
              <a:defRPr sz="2000">
                <a:solidFill>
                  <a:srgbClr val="000000"/>
                </a:solidFill>
                <a:latin typeface="Arial" panose="020B0604020202020204" pitchFamily="34" charset="0"/>
              </a:defRPr>
            </a:lvl2pPr>
            <a:lvl3pPr marL="1143000" indent="-228600">
              <a:lnSpc>
                <a:spcPct val="105000"/>
              </a:lnSpc>
              <a:spcBef>
                <a:spcPct val="20000"/>
              </a:spcBef>
              <a:buSzPct val="100000"/>
              <a:buChar char="•"/>
              <a:defRPr>
                <a:solidFill>
                  <a:srgbClr val="000000"/>
                </a:solidFill>
                <a:latin typeface="Arial" panose="020B0604020202020204" pitchFamily="34" charset="0"/>
              </a:defRPr>
            </a:lvl3pPr>
            <a:lvl4pPr marL="1600200" indent="-228600">
              <a:lnSpc>
                <a:spcPct val="105000"/>
              </a:lnSpc>
              <a:spcBef>
                <a:spcPct val="20000"/>
              </a:spcBef>
              <a:buSzPct val="100000"/>
              <a:buChar char="–"/>
              <a:defRPr sz="1600">
                <a:solidFill>
                  <a:srgbClr val="000000"/>
                </a:solidFill>
                <a:latin typeface="Arial" panose="020B0604020202020204" pitchFamily="34" charset="0"/>
              </a:defRPr>
            </a:lvl4pPr>
            <a:lvl5pPr marL="2057400" indent="-228600">
              <a:lnSpc>
                <a:spcPct val="105000"/>
              </a:lnSpc>
              <a:spcBef>
                <a:spcPct val="20000"/>
              </a:spcBef>
              <a:buSzPct val="100000"/>
              <a:buChar char="–"/>
              <a:defRPr sz="16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algn="just" eaLnBrk="1" hangingPunct="1">
              <a:lnSpc>
                <a:spcPct val="130000"/>
              </a:lnSpc>
              <a:spcBef>
                <a:spcPct val="0"/>
              </a:spcBef>
              <a:buClr>
                <a:srgbClr val="FF0000"/>
              </a:buClr>
              <a:buSzTx/>
            </a:pPr>
            <a:endParaRPr lang="en-GB" altLang="nl-NL" sz="1800">
              <a:solidFill>
                <a:schemeClr val="tx1"/>
              </a:solidFill>
            </a:endParaRPr>
          </a:p>
        </p:txBody>
      </p:sp>
      <p:sp>
        <p:nvSpPr>
          <p:cNvPr id="33825" name="Text Box 32">
            <a:extLst>
              <a:ext uri="{FF2B5EF4-FFF2-40B4-BE49-F238E27FC236}">
                <a16:creationId xmlns:a16="http://schemas.microsoft.com/office/drawing/2014/main" id="{ECAA8517-3C83-1759-EE16-6535A68222D3}"/>
              </a:ext>
            </a:extLst>
          </p:cNvPr>
          <p:cNvSpPr txBox="1">
            <a:spLocks noChangeArrowheads="1"/>
          </p:cNvSpPr>
          <p:nvPr/>
        </p:nvSpPr>
        <p:spPr bwMode="auto">
          <a:xfrm>
            <a:off x="9486900" y="5211763"/>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20000"/>
              </a:spcBef>
              <a:buSzPct val="100000"/>
              <a:buChar char="•"/>
              <a:defRPr sz="2000">
                <a:solidFill>
                  <a:srgbClr val="000000"/>
                </a:solidFill>
                <a:latin typeface="Arial" panose="020B0604020202020204" pitchFamily="34" charset="0"/>
              </a:defRPr>
            </a:lvl1pPr>
            <a:lvl2pPr marL="742950" indent="-285750">
              <a:lnSpc>
                <a:spcPct val="105000"/>
              </a:lnSpc>
              <a:spcBef>
                <a:spcPct val="20000"/>
              </a:spcBef>
              <a:buSzPct val="100000"/>
              <a:buChar char="–"/>
              <a:defRPr sz="2000">
                <a:solidFill>
                  <a:srgbClr val="000000"/>
                </a:solidFill>
                <a:latin typeface="Arial" panose="020B0604020202020204" pitchFamily="34" charset="0"/>
              </a:defRPr>
            </a:lvl2pPr>
            <a:lvl3pPr marL="1143000" indent="-228600">
              <a:lnSpc>
                <a:spcPct val="105000"/>
              </a:lnSpc>
              <a:spcBef>
                <a:spcPct val="20000"/>
              </a:spcBef>
              <a:buSzPct val="100000"/>
              <a:buChar char="•"/>
              <a:defRPr>
                <a:solidFill>
                  <a:srgbClr val="000000"/>
                </a:solidFill>
                <a:latin typeface="Arial" panose="020B0604020202020204" pitchFamily="34" charset="0"/>
              </a:defRPr>
            </a:lvl3pPr>
            <a:lvl4pPr marL="1600200" indent="-228600">
              <a:lnSpc>
                <a:spcPct val="105000"/>
              </a:lnSpc>
              <a:spcBef>
                <a:spcPct val="20000"/>
              </a:spcBef>
              <a:buSzPct val="100000"/>
              <a:buChar char="–"/>
              <a:defRPr sz="1600">
                <a:solidFill>
                  <a:srgbClr val="000000"/>
                </a:solidFill>
                <a:latin typeface="Arial" panose="020B0604020202020204" pitchFamily="34" charset="0"/>
              </a:defRPr>
            </a:lvl4pPr>
            <a:lvl5pPr marL="2057400" indent="-228600">
              <a:lnSpc>
                <a:spcPct val="105000"/>
              </a:lnSpc>
              <a:spcBef>
                <a:spcPct val="20000"/>
              </a:spcBef>
              <a:buSzPct val="100000"/>
              <a:buChar char="–"/>
              <a:defRPr sz="16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eaLnBrk="1" hangingPunct="1">
              <a:lnSpc>
                <a:spcPct val="100000"/>
              </a:lnSpc>
              <a:spcBef>
                <a:spcPct val="50000"/>
              </a:spcBef>
              <a:buSzTx/>
              <a:buFontTx/>
              <a:buNone/>
            </a:pPr>
            <a:r>
              <a:rPr lang="es-ES" altLang="nl-NL" sz="1400">
                <a:solidFill>
                  <a:schemeClr val="tx1"/>
                </a:solidFill>
                <a:latin typeface="Tahoma" panose="020B0604030504040204" pitchFamily="34" charset="0"/>
              </a:rPr>
              <a:t>N</a:t>
            </a:r>
            <a:r>
              <a:rPr lang="es-ES" altLang="nl-NL" sz="1400" baseline="-25000">
                <a:solidFill>
                  <a:schemeClr val="tx1"/>
                </a:solidFill>
                <a:latin typeface="Tahoma" panose="020B0604030504040204" pitchFamily="34" charset="0"/>
              </a:rPr>
              <a:t>k</a:t>
            </a:r>
            <a:endParaRPr lang="en-US" altLang="nl-NL" sz="1400">
              <a:solidFill>
                <a:schemeClr val="tx1"/>
              </a:solidFill>
              <a:latin typeface="Tahoma" panose="020B0604030504040204" pitchFamily="34" charset="0"/>
            </a:endParaRPr>
          </a:p>
        </p:txBody>
      </p:sp>
      <p:sp>
        <p:nvSpPr>
          <p:cNvPr id="33826" name="Text Box 34">
            <a:extLst>
              <a:ext uri="{FF2B5EF4-FFF2-40B4-BE49-F238E27FC236}">
                <a16:creationId xmlns:a16="http://schemas.microsoft.com/office/drawing/2014/main" id="{1A5C7659-0C24-D66A-CC7C-301C08CEF798}"/>
              </a:ext>
            </a:extLst>
          </p:cNvPr>
          <p:cNvSpPr txBox="1">
            <a:spLocks noChangeArrowheads="1"/>
          </p:cNvSpPr>
          <p:nvPr/>
        </p:nvSpPr>
        <p:spPr bwMode="auto">
          <a:xfrm>
            <a:off x="9791700" y="5059363"/>
            <a:ext cx="533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20000"/>
              </a:spcBef>
              <a:buSzPct val="100000"/>
              <a:buChar char="•"/>
              <a:defRPr sz="2000">
                <a:solidFill>
                  <a:srgbClr val="000000"/>
                </a:solidFill>
                <a:latin typeface="Arial" panose="020B0604020202020204" pitchFamily="34" charset="0"/>
              </a:defRPr>
            </a:lvl1pPr>
            <a:lvl2pPr marL="742950" indent="-285750">
              <a:lnSpc>
                <a:spcPct val="105000"/>
              </a:lnSpc>
              <a:spcBef>
                <a:spcPct val="20000"/>
              </a:spcBef>
              <a:buSzPct val="100000"/>
              <a:buChar char="–"/>
              <a:defRPr sz="2000">
                <a:solidFill>
                  <a:srgbClr val="000000"/>
                </a:solidFill>
                <a:latin typeface="Arial" panose="020B0604020202020204" pitchFamily="34" charset="0"/>
              </a:defRPr>
            </a:lvl2pPr>
            <a:lvl3pPr marL="1143000" indent="-228600">
              <a:lnSpc>
                <a:spcPct val="105000"/>
              </a:lnSpc>
              <a:spcBef>
                <a:spcPct val="20000"/>
              </a:spcBef>
              <a:buSzPct val="100000"/>
              <a:buChar char="•"/>
              <a:defRPr>
                <a:solidFill>
                  <a:srgbClr val="000000"/>
                </a:solidFill>
                <a:latin typeface="Arial" panose="020B0604020202020204" pitchFamily="34" charset="0"/>
              </a:defRPr>
            </a:lvl3pPr>
            <a:lvl4pPr marL="1600200" indent="-228600">
              <a:lnSpc>
                <a:spcPct val="105000"/>
              </a:lnSpc>
              <a:spcBef>
                <a:spcPct val="20000"/>
              </a:spcBef>
              <a:buSzPct val="100000"/>
              <a:buChar char="–"/>
              <a:defRPr sz="1600">
                <a:solidFill>
                  <a:srgbClr val="000000"/>
                </a:solidFill>
                <a:latin typeface="Arial" panose="020B0604020202020204" pitchFamily="34" charset="0"/>
              </a:defRPr>
            </a:lvl4pPr>
            <a:lvl5pPr marL="2057400" indent="-228600">
              <a:lnSpc>
                <a:spcPct val="105000"/>
              </a:lnSpc>
              <a:spcBef>
                <a:spcPct val="20000"/>
              </a:spcBef>
              <a:buSzPct val="100000"/>
              <a:buChar char="–"/>
              <a:defRPr sz="16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eaLnBrk="1" hangingPunct="1">
              <a:lnSpc>
                <a:spcPct val="100000"/>
              </a:lnSpc>
              <a:spcBef>
                <a:spcPct val="50000"/>
              </a:spcBef>
              <a:buSzTx/>
              <a:buFontTx/>
              <a:buNone/>
            </a:pPr>
            <a:r>
              <a:rPr lang="es-ES" altLang="nl-NL" sz="1400">
                <a:solidFill>
                  <a:schemeClr val="tx1"/>
                </a:solidFill>
                <a:latin typeface="Tahoma" panose="020B0604030504040204" pitchFamily="34" charset="0"/>
              </a:rPr>
              <a:t>N</a:t>
            </a:r>
            <a:r>
              <a:rPr lang="es-ES" altLang="nl-NL" sz="1400" baseline="-25000">
                <a:solidFill>
                  <a:schemeClr val="tx1"/>
                </a:solidFill>
                <a:latin typeface="Tahoma" panose="020B0604030504040204" pitchFamily="34" charset="0"/>
              </a:rPr>
              <a:t>k+1</a:t>
            </a:r>
            <a:endParaRPr lang="en-US" altLang="nl-NL" sz="1400">
              <a:solidFill>
                <a:schemeClr val="tx1"/>
              </a:solidFill>
              <a:latin typeface="Tahoma" panose="020B0604030504040204" pitchFamily="34" charset="0"/>
            </a:endParaRPr>
          </a:p>
        </p:txBody>
      </p:sp>
      <p:sp>
        <p:nvSpPr>
          <p:cNvPr id="33827" name="Text Box 36">
            <a:extLst>
              <a:ext uri="{FF2B5EF4-FFF2-40B4-BE49-F238E27FC236}">
                <a16:creationId xmlns:a16="http://schemas.microsoft.com/office/drawing/2014/main" id="{36F3D3A9-68FE-B8EC-2548-AA7B677213ED}"/>
              </a:ext>
            </a:extLst>
          </p:cNvPr>
          <p:cNvSpPr txBox="1">
            <a:spLocks noChangeArrowheads="1"/>
          </p:cNvSpPr>
          <p:nvPr/>
        </p:nvSpPr>
        <p:spPr bwMode="auto">
          <a:xfrm>
            <a:off x="9272588" y="4549775"/>
            <a:ext cx="762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20000"/>
              </a:spcBef>
              <a:buSzPct val="100000"/>
              <a:buChar char="•"/>
              <a:defRPr sz="2000">
                <a:solidFill>
                  <a:srgbClr val="000000"/>
                </a:solidFill>
                <a:latin typeface="Arial" panose="020B0604020202020204" pitchFamily="34" charset="0"/>
              </a:defRPr>
            </a:lvl1pPr>
            <a:lvl2pPr marL="742950" indent="-285750">
              <a:lnSpc>
                <a:spcPct val="105000"/>
              </a:lnSpc>
              <a:spcBef>
                <a:spcPct val="20000"/>
              </a:spcBef>
              <a:buSzPct val="100000"/>
              <a:buChar char="–"/>
              <a:defRPr sz="2000">
                <a:solidFill>
                  <a:srgbClr val="000000"/>
                </a:solidFill>
                <a:latin typeface="Arial" panose="020B0604020202020204" pitchFamily="34" charset="0"/>
              </a:defRPr>
            </a:lvl2pPr>
            <a:lvl3pPr marL="1143000" indent="-228600">
              <a:lnSpc>
                <a:spcPct val="105000"/>
              </a:lnSpc>
              <a:spcBef>
                <a:spcPct val="20000"/>
              </a:spcBef>
              <a:buSzPct val="100000"/>
              <a:buChar char="•"/>
              <a:defRPr>
                <a:solidFill>
                  <a:srgbClr val="000000"/>
                </a:solidFill>
                <a:latin typeface="Arial" panose="020B0604020202020204" pitchFamily="34" charset="0"/>
              </a:defRPr>
            </a:lvl3pPr>
            <a:lvl4pPr marL="1600200" indent="-228600">
              <a:lnSpc>
                <a:spcPct val="105000"/>
              </a:lnSpc>
              <a:spcBef>
                <a:spcPct val="20000"/>
              </a:spcBef>
              <a:buSzPct val="100000"/>
              <a:buChar char="–"/>
              <a:defRPr sz="1600">
                <a:solidFill>
                  <a:srgbClr val="000000"/>
                </a:solidFill>
                <a:latin typeface="Arial" panose="020B0604020202020204" pitchFamily="34" charset="0"/>
              </a:defRPr>
            </a:lvl4pPr>
            <a:lvl5pPr marL="2057400" indent="-228600">
              <a:lnSpc>
                <a:spcPct val="105000"/>
              </a:lnSpc>
              <a:spcBef>
                <a:spcPct val="20000"/>
              </a:spcBef>
              <a:buSzPct val="100000"/>
              <a:buChar char="–"/>
              <a:defRPr sz="16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eaLnBrk="1" hangingPunct="1">
              <a:lnSpc>
                <a:spcPct val="100000"/>
              </a:lnSpc>
              <a:spcBef>
                <a:spcPct val="50000"/>
              </a:spcBef>
              <a:buSzTx/>
              <a:buFontTx/>
              <a:buNone/>
            </a:pPr>
            <a:r>
              <a:rPr lang="es-ES" altLang="nl-NL" sz="1400">
                <a:solidFill>
                  <a:schemeClr val="tx1"/>
                </a:solidFill>
                <a:latin typeface="Tahoma" panose="020B0604030504040204" pitchFamily="34" charset="0"/>
              </a:rPr>
              <a:t>X’’&lt;=X</a:t>
            </a:r>
            <a:endParaRPr lang="en-US" altLang="nl-NL" sz="1400">
              <a:solidFill>
                <a:schemeClr val="tx1"/>
              </a:solidFill>
              <a:latin typeface="Tahoma" panose="020B0604030504040204" pitchFamily="34" charset="0"/>
            </a:endParaRPr>
          </a:p>
        </p:txBody>
      </p:sp>
      <p:sp>
        <p:nvSpPr>
          <p:cNvPr id="33828" name="Line 35">
            <a:extLst>
              <a:ext uri="{FF2B5EF4-FFF2-40B4-BE49-F238E27FC236}">
                <a16:creationId xmlns:a16="http://schemas.microsoft.com/office/drawing/2014/main" id="{94B0557F-E3CB-9516-F743-6944F368CADE}"/>
              </a:ext>
            </a:extLst>
          </p:cNvPr>
          <p:cNvSpPr>
            <a:spLocks noChangeShapeType="1"/>
          </p:cNvSpPr>
          <p:nvPr/>
        </p:nvSpPr>
        <p:spPr bwMode="auto">
          <a:xfrm>
            <a:off x="9144000" y="4525963"/>
            <a:ext cx="304800" cy="4572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it-IT"/>
          </a:p>
        </p:txBody>
      </p:sp>
      <p:sp>
        <p:nvSpPr>
          <p:cNvPr id="33829" name="Text Box 36">
            <a:extLst>
              <a:ext uri="{FF2B5EF4-FFF2-40B4-BE49-F238E27FC236}">
                <a16:creationId xmlns:a16="http://schemas.microsoft.com/office/drawing/2014/main" id="{AB197F2A-337A-E547-C3C8-1C3AED6ADF40}"/>
              </a:ext>
            </a:extLst>
          </p:cNvPr>
          <p:cNvSpPr txBox="1">
            <a:spLocks noChangeArrowheads="1"/>
          </p:cNvSpPr>
          <p:nvPr/>
        </p:nvSpPr>
        <p:spPr bwMode="auto">
          <a:xfrm>
            <a:off x="8716964" y="4046538"/>
            <a:ext cx="352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20000"/>
              </a:spcBef>
              <a:buSzPct val="100000"/>
              <a:buChar char="•"/>
              <a:defRPr sz="2000">
                <a:solidFill>
                  <a:srgbClr val="000000"/>
                </a:solidFill>
                <a:latin typeface="Arial" panose="020B0604020202020204" pitchFamily="34" charset="0"/>
              </a:defRPr>
            </a:lvl1pPr>
            <a:lvl2pPr marL="742950" indent="-285750">
              <a:lnSpc>
                <a:spcPct val="105000"/>
              </a:lnSpc>
              <a:spcBef>
                <a:spcPct val="20000"/>
              </a:spcBef>
              <a:buSzPct val="100000"/>
              <a:buChar char="–"/>
              <a:defRPr sz="2000">
                <a:solidFill>
                  <a:srgbClr val="000000"/>
                </a:solidFill>
                <a:latin typeface="Arial" panose="020B0604020202020204" pitchFamily="34" charset="0"/>
              </a:defRPr>
            </a:lvl2pPr>
            <a:lvl3pPr marL="1143000" indent="-228600">
              <a:lnSpc>
                <a:spcPct val="105000"/>
              </a:lnSpc>
              <a:spcBef>
                <a:spcPct val="20000"/>
              </a:spcBef>
              <a:buSzPct val="100000"/>
              <a:buChar char="•"/>
              <a:defRPr>
                <a:solidFill>
                  <a:srgbClr val="000000"/>
                </a:solidFill>
                <a:latin typeface="Arial" panose="020B0604020202020204" pitchFamily="34" charset="0"/>
              </a:defRPr>
            </a:lvl3pPr>
            <a:lvl4pPr marL="1600200" indent="-228600">
              <a:lnSpc>
                <a:spcPct val="105000"/>
              </a:lnSpc>
              <a:spcBef>
                <a:spcPct val="20000"/>
              </a:spcBef>
              <a:buSzPct val="100000"/>
              <a:buChar char="–"/>
              <a:defRPr sz="1600">
                <a:solidFill>
                  <a:srgbClr val="000000"/>
                </a:solidFill>
                <a:latin typeface="Arial" panose="020B0604020202020204" pitchFamily="34" charset="0"/>
              </a:defRPr>
            </a:lvl4pPr>
            <a:lvl5pPr marL="2057400" indent="-228600">
              <a:lnSpc>
                <a:spcPct val="105000"/>
              </a:lnSpc>
              <a:spcBef>
                <a:spcPct val="20000"/>
              </a:spcBef>
              <a:buSzPct val="100000"/>
              <a:buChar char="–"/>
              <a:defRPr sz="16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eaLnBrk="1" hangingPunct="1">
              <a:lnSpc>
                <a:spcPct val="100000"/>
              </a:lnSpc>
              <a:spcBef>
                <a:spcPct val="50000"/>
              </a:spcBef>
              <a:buSzTx/>
              <a:buFontTx/>
              <a:buNone/>
            </a:pPr>
            <a:r>
              <a:rPr lang="es-ES" altLang="nl-NL" sz="1400">
                <a:solidFill>
                  <a:schemeClr val="tx1"/>
                </a:solidFill>
                <a:latin typeface="Tahoma" panose="020B0604030504040204" pitchFamily="34" charset="0"/>
              </a:rPr>
              <a:t>x</a:t>
            </a:r>
            <a:endParaRPr lang="en-US" altLang="nl-NL" sz="1400">
              <a:solidFill>
                <a:schemeClr val="tx1"/>
              </a:solidFill>
              <a:latin typeface="Tahoma" panose="020B0604030504040204" pitchFamily="34" charset="0"/>
            </a:endParaRPr>
          </a:p>
        </p:txBody>
      </p:sp>
      <p:sp>
        <p:nvSpPr>
          <p:cNvPr id="33830" name="Text Box 37">
            <a:extLst>
              <a:ext uri="{FF2B5EF4-FFF2-40B4-BE49-F238E27FC236}">
                <a16:creationId xmlns:a16="http://schemas.microsoft.com/office/drawing/2014/main" id="{FB784772-FCAA-1290-6649-DDFED9CED1B7}"/>
              </a:ext>
            </a:extLst>
          </p:cNvPr>
          <p:cNvSpPr txBox="1">
            <a:spLocks noChangeArrowheads="1"/>
          </p:cNvSpPr>
          <p:nvPr/>
        </p:nvSpPr>
        <p:spPr bwMode="auto">
          <a:xfrm>
            <a:off x="8001000" y="5916613"/>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20000"/>
              </a:spcBef>
              <a:buSzPct val="100000"/>
              <a:buChar char="•"/>
              <a:defRPr sz="2000">
                <a:solidFill>
                  <a:srgbClr val="000000"/>
                </a:solidFill>
                <a:latin typeface="Arial" panose="020B0604020202020204" pitchFamily="34" charset="0"/>
              </a:defRPr>
            </a:lvl1pPr>
            <a:lvl2pPr marL="742950" indent="-285750">
              <a:lnSpc>
                <a:spcPct val="105000"/>
              </a:lnSpc>
              <a:spcBef>
                <a:spcPct val="20000"/>
              </a:spcBef>
              <a:buSzPct val="100000"/>
              <a:buChar char="–"/>
              <a:defRPr sz="2000">
                <a:solidFill>
                  <a:srgbClr val="000000"/>
                </a:solidFill>
                <a:latin typeface="Arial" panose="020B0604020202020204" pitchFamily="34" charset="0"/>
              </a:defRPr>
            </a:lvl2pPr>
            <a:lvl3pPr marL="1143000" indent="-228600">
              <a:lnSpc>
                <a:spcPct val="105000"/>
              </a:lnSpc>
              <a:spcBef>
                <a:spcPct val="20000"/>
              </a:spcBef>
              <a:buSzPct val="100000"/>
              <a:buChar char="•"/>
              <a:defRPr>
                <a:solidFill>
                  <a:srgbClr val="000000"/>
                </a:solidFill>
                <a:latin typeface="Arial" panose="020B0604020202020204" pitchFamily="34" charset="0"/>
              </a:defRPr>
            </a:lvl3pPr>
            <a:lvl4pPr marL="1600200" indent="-228600">
              <a:lnSpc>
                <a:spcPct val="105000"/>
              </a:lnSpc>
              <a:spcBef>
                <a:spcPct val="20000"/>
              </a:spcBef>
              <a:buSzPct val="100000"/>
              <a:buChar char="–"/>
              <a:defRPr sz="1600">
                <a:solidFill>
                  <a:srgbClr val="000000"/>
                </a:solidFill>
                <a:latin typeface="Arial" panose="020B0604020202020204" pitchFamily="34" charset="0"/>
              </a:defRPr>
            </a:lvl4pPr>
            <a:lvl5pPr marL="2057400" indent="-228600">
              <a:lnSpc>
                <a:spcPct val="105000"/>
              </a:lnSpc>
              <a:spcBef>
                <a:spcPct val="20000"/>
              </a:spcBef>
              <a:buSzPct val="100000"/>
              <a:buChar char="–"/>
              <a:defRPr sz="16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eaLnBrk="1" hangingPunct="1">
              <a:lnSpc>
                <a:spcPct val="100000"/>
              </a:lnSpc>
              <a:spcBef>
                <a:spcPct val="50000"/>
              </a:spcBef>
              <a:buSzTx/>
              <a:buFontTx/>
              <a:buNone/>
            </a:pPr>
            <a:r>
              <a:rPr lang="es-ES" altLang="nl-NL" sz="1400">
                <a:solidFill>
                  <a:srgbClr val="CC00CC"/>
                </a:solidFill>
                <a:latin typeface="Tahoma" panose="020B0604030504040204" pitchFamily="34" charset="0"/>
              </a:rPr>
              <a:t>x’’</a:t>
            </a:r>
            <a:endParaRPr lang="en-US" altLang="nl-NL" sz="1400">
              <a:solidFill>
                <a:srgbClr val="CC00CC"/>
              </a:solidFill>
              <a:latin typeface="Tahoma" panose="020B0604030504040204" pitchFamily="34" charset="0"/>
            </a:endParaRPr>
          </a:p>
        </p:txBody>
      </p:sp>
      <p:sp>
        <p:nvSpPr>
          <p:cNvPr id="33831" name="Text Box 36">
            <a:extLst>
              <a:ext uri="{FF2B5EF4-FFF2-40B4-BE49-F238E27FC236}">
                <a16:creationId xmlns:a16="http://schemas.microsoft.com/office/drawing/2014/main" id="{A690C17C-58FA-DCD4-9B02-441D601373D5}"/>
              </a:ext>
            </a:extLst>
          </p:cNvPr>
          <p:cNvSpPr txBox="1">
            <a:spLocks noChangeArrowheads="1"/>
          </p:cNvSpPr>
          <p:nvPr/>
        </p:nvSpPr>
        <p:spPr bwMode="auto">
          <a:xfrm>
            <a:off x="8696326" y="1844675"/>
            <a:ext cx="352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20000"/>
              </a:spcBef>
              <a:buSzPct val="100000"/>
              <a:buChar char="•"/>
              <a:defRPr sz="2000">
                <a:solidFill>
                  <a:srgbClr val="000000"/>
                </a:solidFill>
                <a:latin typeface="Arial" panose="020B0604020202020204" pitchFamily="34" charset="0"/>
              </a:defRPr>
            </a:lvl1pPr>
            <a:lvl2pPr marL="742950" indent="-285750">
              <a:lnSpc>
                <a:spcPct val="105000"/>
              </a:lnSpc>
              <a:spcBef>
                <a:spcPct val="20000"/>
              </a:spcBef>
              <a:buSzPct val="100000"/>
              <a:buChar char="–"/>
              <a:defRPr sz="2000">
                <a:solidFill>
                  <a:srgbClr val="000000"/>
                </a:solidFill>
                <a:latin typeface="Arial" panose="020B0604020202020204" pitchFamily="34" charset="0"/>
              </a:defRPr>
            </a:lvl2pPr>
            <a:lvl3pPr marL="1143000" indent="-228600">
              <a:lnSpc>
                <a:spcPct val="105000"/>
              </a:lnSpc>
              <a:spcBef>
                <a:spcPct val="20000"/>
              </a:spcBef>
              <a:buSzPct val="100000"/>
              <a:buChar char="•"/>
              <a:defRPr>
                <a:solidFill>
                  <a:srgbClr val="000000"/>
                </a:solidFill>
                <a:latin typeface="Arial" panose="020B0604020202020204" pitchFamily="34" charset="0"/>
              </a:defRPr>
            </a:lvl3pPr>
            <a:lvl4pPr marL="1600200" indent="-228600">
              <a:lnSpc>
                <a:spcPct val="105000"/>
              </a:lnSpc>
              <a:spcBef>
                <a:spcPct val="20000"/>
              </a:spcBef>
              <a:buSzPct val="100000"/>
              <a:buChar char="–"/>
              <a:defRPr sz="1600">
                <a:solidFill>
                  <a:srgbClr val="000000"/>
                </a:solidFill>
                <a:latin typeface="Arial" panose="020B0604020202020204" pitchFamily="34" charset="0"/>
              </a:defRPr>
            </a:lvl4pPr>
            <a:lvl5pPr marL="2057400" indent="-228600">
              <a:lnSpc>
                <a:spcPct val="105000"/>
              </a:lnSpc>
              <a:spcBef>
                <a:spcPct val="20000"/>
              </a:spcBef>
              <a:buSzPct val="100000"/>
              <a:buChar char="–"/>
              <a:defRPr sz="16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eaLnBrk="1" hangingPunct="1">
              <a:lnSpc>
                <a:spcPct val="100000"/>
              </a:lnSpc>
              <a:spcBef>
                <a:spcPct val="50000"/>
              </a:spcBef>
              <a:buSzTx/>
              <a:buFontTx/>
              <a:buNone/>
            </a:pPr>
            <a:r>
              <a:rPr lang="es-ES" altLang="nl-NL" sz="1400">
                <a:solidFill>
                  <a:schemeClr val="tx1"/>
                </a:solidFill>
                <a:latin typeface="Tahoma" panose="020B0604030504040204" pitchFamily="34" charset="0"/>
              </a:rPr>
              <a:t>x</a:t>
            </a:r>
            <a:endParaRPr lang="en-US" altLang="nl-NL" sz="1400">
              <a:solidFill>
                <a:schemeClr val="tx1"/>
              </a:solidFill>
              <a:latin typeface="Tahoma" panose="020B0604030504040204" pitchFamily="34" charset="0"/>
            </a:endParaRPr>
          </a:p>
        </p:txBody>
      </p:sp>
      <p:sp>
        <p:nvSpPr>
          <p:cNvPr id="33832" name="Text Box 36">
            <a:extLst>
              <a:ext uri="{FF2B5EF4-FFF2-40B4-BE49-F238E27FC236}">
                <a16:creationId xmlns:a16="http://schemas.microsoft.com/office/drawing/2014/main" id="{24CA7768-5FAC-0FB0-E07D-EA8A7ECBF473}"/>
              </a:ext>
            </a:extLst>
          </p:cNvPr>
          <p:cNvSpPr txBox="1">
            <a:spLocks noChangeArrowheads="1"/>
          </p:cNvSpPr>
          <p:nvPr/>
        </p:nvSpPr>
        <p:spPr bwMode="auto">
          <a:xfrm>
            <a:off x="7600951" y="5330825"/>
            <a:ext cx="352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20000"/>
              </a:spcBef>
              <a:buSzPct val="100000"/>
              <a:buChar char="•"/>
              <a:defRPr sz="2000">
                <a:solidFill>
                  <a:srgbClr val="000000"/>
                </a:solidFill>
                <a:latin typeface="Arial" panose="020B0604020202020204" pitchFamily="34" charset="0"/>
              </a:defRPr>
            </a:lvl1pPr>
            <a:lvl2pPr marL="742950" indent="-285750">
              <a:lnSpc>
                <a:spcPct val="105000"/>
              </a:lnSpc>
              <a:spcBef>
                <a:spcPct val="20000"/>
              </a:spcBef>
              <a:buSzPct val="100000"/>
              <a:buChar char="–"/>
              <a:defRPr sz="2000">
                <a:solidFill>
                  <a:srgbClr val="000000"/>
                </a:solidFill>
                <a:latin typeface="Arial" panose="020B0604020202020204" pitchFamily="34" charset="0"/>
              </a:defRPr>
            </a:lvl2pPr>
            <a:lvl3pPr marL="1143000" indent="-228600">
              <a:lnSpc>
                <a:spcPct val="105000"/>
              </a:lnSpc>
              <a:spcBef>
                <a:spcPct val="20000"/>
              </a:spcBef>
              <a:buSzPct val="100000"/>
              <a:buChar char="•"/>
              <a:defRPr>
                <a:solidFill>
                  <a:srgbClr val="000000"/>
                </a:solidFill>
                <a:latin typeface="Arial" panose="020B0604020202020204" pitchFamily="34" charset="0"/>
              </a:defRPr>
            </a:lvl3pPr>
            <a:lvl4pPr marL="1600200" indent="-228600">
              <a:lnSpc>
                <a:spcPct val="105000"/>
              </a:lnSpc>
              <a:spcBef>
                <a:spcPct val="20000"/>
              </a:spcBef>
              <a:buSzPct val="100000"/>
              <a:buChar char="–"/>
              <a:defRPr sz="1600">
                <a:solidFill>
                  <a:srgbClr val="000000"/>
                </a:solidFill>
                <a:latin typeface="Arial" panose="020B0604020202020204" pitchFamily="34" charset="0"/>
              </a:defRPr>
            </a:lvl4pPr>
            <a:lvl5pPr marL="2057400" indent="-228600">
              <a:lnSpc>
                <a:spcPct val="105000"/>
              </a:lnSpc>
              <a:spcBef>
                <a:spcPct val="20000"/>
              </a:spcBef>
              <a:buSzPct val="100000"/>
              <a:buChar char="–"/>
              <a:defRPr sz="16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eaLnBrk="1" hangingPunct="1">
              <a:lnSpc>
                <a:spcPct val="100000"/>
              </a:lnSpc>
              <a:spcBef>
                <a:spcPct val="50000"/>
              </a:spcBef>
              <a:buSzTx/>
              <a:buFontTx/>
              <a:buNone/>
            </a:pPr>
            <a:r>
              <a:rPr lang="es-ES" altLang="nl-NL" sz="1400">
                <a:solidFill>
                  <a:schemeClr val="tx1"/>
                </a:solidFill>
                <a:latin typeface="Tahoma" panose="020B0604030504040204" pitchFamily="34" charset="0"/>
              </a:rPr>
              <a:t>x</a:t>
            </a:r>
            <a:endParaRPr lang="en-US" altLang="nl-NL" sz="1400">
              <a:solidFill>
                <a:schemeClr val="tx1"/>
              </a:solidFill>
              <a:latin typeface="Tahoma" panose="020B0604030504040204" pitchFamily="34" charset="0"/>
            </a:endParaRPr>
          </a:p>
        </p:txBody>
      </p:sp>
      <p:sp>
        <p:nvSpPr>
          <p:cNvPr id="33833" name="Text Box 36">
            <a:extLst>
              <a:ext uri="{FF2B5EF4-FFF2-40B4-BE49-F238E27FC236}">
                <a16:creationId xmlns:a16="http://schemas.microsoft.com/office/drawing/2014/main" id="{0309404D-74C3-E11F-FB77-DBDF8B067C86}"/>
              </a:ext>
            </a:extLst>
          </p:cNvPr>
          <p:cNvSpPr txBox="1">
            <a:spLocks noChangeArrowheads="1"/>
          </p:cNvSpPr>
          <p:nvPr/>
        </p:nvSpPr>
        <p:spPr bwMode="auto">
          <a:xfrm>
            <a:off x="9444039" y="5487988"/>
            <a:ext cx="352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20000"/>
              </a:spcBef>
              <a:buSzPct val="100000"/>
              <a:buChar char="•"/>
              <a:defRPr sz="2000">
                <a:solidFill>
                  <a:srgbClr val="000000"/>
                </a:solidFill>
                <a:latin typeface="Arial" panose="020B0604020202020204" pitchFamily="34" charset="0"/>
              </a:defRPr>
            </a:lvl1pPr>
            <a:lvl2pPr marL="742950" indent="-285750">
              <a:lnSpc>
                <a:spcPct val="105000"/>
              </a:lnSpc>
              <a:spcBef>
                <a:spcPct val="20000"/>
              </a:spcBef>
              <a:buSzPct val="100000"/>
              <a:buChar char="–"/>
              <a:defRPr sz="2000">
                <a:solidFill>
                  <a:srgbClr val="000000"/>
                </a:solidFill>
                <a:latin typeface="Arial" panose="020B0604020202020204" pitchFamily="34" charset="0"/>
              </a:defRPr>
            </a:lvl2pPr>
            <a:lvl3pPr marL="1143000" indent="-228600">
              <a:lnSpc>
                <a:spcPct val="105000"/>
              </a:lnSpc>
              <a:spcBef>
                <a:spcPct val="20000"/>
              </a:spcBef>
              <a:buSzPct val="100000"/>
              <a:buChar char="•"/>
              <a:defRPr>
                <a:solidFill>
                  <a:srgbClr val="000000"/>
                </a:solidFill>
                <a:latin typeface="Arial" panose="020B0604020202020204" pitchFamily="34" charset="0"/>
              </a:defRPr>
            </a:lvl3pPr>
            <a:lvl4pPr marL="1600200" indent="-228600">
              <a:lnSpc>
                <a:spcPct val="105000"/>
              </a:lnSpc>
              <a:spcBef>
                <a:spcPct val="20000"/>
              </a:spcBef>
              <a:buSzPct val="100000"/>
              <a:buChar char="–"/>
              <a:defRPr sz="1600">
                <a:solidFill>
                  <a:srgbClr val="000000"/>
                </a:solidFill>
                <a:latin typeface="Arial" panose="020B0604020202020204" pitchFamily="34" charset="0"/>
              </a:defRPr>
            </a:lvl4pPr>
            <a:lvl5pPr marL="2057400" indent="-228600">
              <a:lnSpc>
                <a:spcPct val="105000"/>
              </a:lnSpc>
              <a:spcBef>
                <a:spcPct val="20000"/>
              </a:spcBef>
              <a:buSzPct val="100000"/>
              <a:buChar char="–"/>
              <a:defRPr sz="16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eaLnBrk="1" hangingPunct="1">
              <a:lnSpc>
                <a:spcPct val="100000"/>
              </a:lnSpc>
              <a:spcBef>
                <a:spcPct val="50000"/>
              </a:spcBef>
              <a:buSzTx/>
              <a:buFontTx/>
              <a:buNone/>
            </a:pPr>
            <a:r>
              <a:rPr lang="es-ES" altLang="nl-NL" sz="1400">
                <a:solidFill>
                  <a:schemeClr val="tx1"/>
                </a:solidFill>
                <a:latin typeface="Tahoma" panose="020B0604030504040204" pitchFamily="34" charset="0"/>
              </a:rPr>
              <a:t>x</a:t>
            </a:r>
            <a:endParaRPr lang="en-US" altLang="nl-NL" sz="1400">
              <a:solidFill>
                <a:schemeClr val="tx1"/>
              </a:solidFill>
              <a:latin typeface="Tahoma" panose="020B0604030504040204" pitchFamily="34" charset="0"/>
            </a:endParaRPr>
          </a:p>
        </p:txBody>
      </p:sp>
      <p:sp>
        <p:nvSpPr>
          <p:cNvPr id="3" name="Rectangle 2">
            <a:extLst>
              <a:ext uri="{FF2B5EF4-FFF2-40B4-BE49-F238E27FC236}">
                <a16:creationId xmlns:a16="http://schemas.microsoft.com/office/drawing/2014/main" id="{1C994B70-532A-0B0D-FA5A-D3F0E28B1424}"/>
              </a:ext>
            </a:extLst>
          </p:cNvPr>
          <p:cNvSpPr txBox="1">
            <a:spLocks noChangeArrowheads="1"/>
          </p:cNvSpPr>
          <p:nvPr>
            <p:custDataLst>
              <p:tags r:id="rId2"/>
            </p:custDataLst>
          </p:nvPr>
        </p:nvSpPr>
        <p:spPr>
          <a:xfrm>
            <a:off x="964053" y="271743"/>
            <a:ext cx="10263893" cy="782357"/>
          </a:xfrm>
          <a:prstGeom prst="rect">
            <a:avLst/>
          </a:prstGeom>
          <a:noFill/>
        </p:spPr>
        <p:txBody>
          <a:bodyPr/>
          <a:lstStyle>
            <a:lvl1pPr algn="l" defTabSz="914400" rtl="0" eaLnBrk="1" latinLnBrk="0" hangingPunct="1">
              <a:lnSpc>
                <a:spcPct val="90000"/>
              </a:lnSpc>
              <a:spcBef>
                <a:spcPct val="0"/>
              </a:spcBef>
              <a:buNone/>
              <a:defRPr sz="4000" kern="1200">
                <a:solidFill>
                  <a:schemeClr val="tx2"/>
                </a:solidFill>
                <a:latin typeface="+mj-lt"/>
                <a:ea typeface="+mj-ea"/>
                <a:cs typeface="+mj-cs"/>
              </a:defRPr>
            </a:lvl1pPr>
          </a:lstStyle>
          <a:p>
            <a:pPr algn="ctr"/>
            <a:r>
              <a:rPr lang="en-GB" altLang="nl-NL" dirty="0"/>
              <a:t>Variable Neighbourhood Search (VNS)</a:t>
            </a:r>
            <a:endParaRPr lang="en-US" altLang="nl-NL" dirty="0"/>
          </a:p>
        </p:txBody>
      </p:sp>
      <p:sp>
        <p:nvSpPr>
          <p:cNvPr id="4" name="Rectangle 4">
            <a:extLst>
              <a:ext uri="{FF2B5EF4-FFF2-40B4-BE49-F238E27FC236}">
                <a16:creationId xmlns:a16="http://schemas.microsoft.com/office/drawing/2014/main" id="{2B2B8500-5110-0088-0886-A3743CACEFB0}"/>
              </a:ext>
            </a:extLst>
          </p:cNvPr>
          <p:cNvSpPr txBox="1">
            <a:spLocks noChangeArrowheads="1"/>
          </p:cNvSpPr>
          <p:nvPr>
            <p:custDataLst>
              <p:tags r:id="rId3"/>
            </p:custDataLst>
          </p:nvPr>
        </p:nvSpPr>
        <p:spPr>
          <a:xfrm>
            <a:off x="663574" y="1266826"/>
            <a:ext cx="6889751" cy="4525962"/>
          </a:xfrm>
          <a:prstGeom prst="rect">
            <a:avLst/>
          </a:prstGeom>
        </p:spPr>
        <p:txBody>
          <a:bodyPr lIns="91440" tIns="45720" rIns="91440" bIns="45720"/>
          <a:lstStyle>
            <a:lvl1pPr marL="228600" indent="-228600" algn="l" defTabSz="914400" rtl="0" eaLnBrk="1" latinLnBrk="0" hangingPunct="1">
              <a:lnSpc>
                <a:spcPct val="100000"/>
              </a:lnSpc>
              <a:spcBef>
                <a:spcPts val="0"/>
              </a:spcBef>
              <a:spcAft>
                <a:spcPts val="1800"/>
              </a:spcAft>
              <a:buClr>
                <a:srgbClr val="2B91C5"/>
              </a:buClr>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spcAft>
                <a:spcPts val="1800"/>
              </a:spcAft>
              <a:buClr>
                <a:srgbClr val="2B91C5"/>
              </a:buClr>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spcAft>
                <a:spcPts val="1800"/>
              </a:spcAft>
              <a:buClr>
                <a:srgbClr val="2B91C5"/>
              </a:buClr>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spcAft>
                <a:spcPts val="1800"/>
              </a:spcAft>
              <a:buClr>
                <a:srgbClr val="2B91C5"/>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spcAft>
                <a:spcPts val="1800"/>
              </a:spcAft>
              <a:buClr>
                <a:srgbClr val="2B91C5"/>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spcAft>
                <a:spcPts val="600"/>
              </a:spcAft>
              <a:buFontTx/>
              <a:buNone/>
            </a:pPr>
            <a:r>
              <a:rPr lang="en-GB" altLang="nl-NL" b="1" dirty="0"/>
              <a:t>Initialisation</a:t>
            </a:r>
            <a:r>
              <a:rPr lang="en-GB" altLang="nl-NL" dirty="0"/>
              <a:t> </a:t>
            </a:r>
          </a:p>
          <a:p>
            <a:pPr marL="457200" indent="-457200">
              <a:spcAft>
                <a:spcPts val="600"/>
              </a:spcAft>
              <a:buFontTx/>
              <a:buNone/>
            </a:pPr>
            <a:r>
              <a:rPr lang="en-GB" altLang="nl-NL" dirty="0"/>
              <a:t>	 Select the set of neighbourhood structures </a:t>
            </a:r>
            <a:r>
              <a:rPr lang="en-GB" altLang="nl-NL" dirty="0" err="1"/>
              <a:t>N</a:t>
            </a:r>
            <a:r>
              <a:rPr lang="en-GB" altLang="nl-NL" baseline="-25000" dirty="0" err="1"/>
              <a:t>k</a:t>
            </a:r>
            <a:endParaRPr lang="en-GB" altLang="nl-NL" dirty="0"/>
          </a:p>
          <a:p>
            <a:pPr marL="457200" indent="-457200">
              <a:spcAft>
                <a:spcPts val="600"/>
              </a:spcAft>
              <a:buFontTx/>
              <a:buNone/>
            </a:pPr>
            <a:r>
              <a:rPr lang="en-GB" altLang="nl-NL" dirty="0"/>
              <a:t>	 Find an initial solution x</a:t>
            </a:r>
          </a:p>
          <a:p>
            <a:pPr marL="457200" indent="-457200">
              <a:spcAft>
                <a:spcPts val="600"/>
              </a:spcAft>
              <a:buFontTx/>
              <a:buNone/>
            </a:pPr>
            <a:endParaRPr lang="en-GB" altLang="nl-NL" dirty="0"/>
          </a:p>
          <a:p>
            <a:pPr marL="457200" indent="-457200">
              <a:spcAft>
                <a:spcPts val="600"/>
              </a:spcAft>
              <a:buFontTx/>
              <a:buNone/>
            </a:pPr>
            <a:r>
              <a:rPr lang="en-GB" altLang="nl-NL" b="1" dirty="0"/>
              <a:t>Repeat </a:t>
            </a:r>
            <a:r>
              <a:rPr lang="en-GB" altLang="nl-NL" dirty="0"/>
              <a:t>until stopping condition is met</a:t>
            </a:r>
          </a:p>
          <a:p>
            <a:pPr marL="876300" lvl="1" indent="-419100">
              <a:spcAft>
                <a:spcPts val="600"/>
              </a:spcAft>
            </a:pPr>
            <a:r>
              <a:rPr lang="en-GB" altLang="nl-NL" dirty="0"/>
              <a:t>Set k=1</a:t>
            </a:r>
          </a:p>
          <a:p>
            <a:pPr marL="876300" lvl="1" indent="-419100">
              <a:spcAft>
                <a:spcPts val="600"/>
              </a:spcAft>
            </a:pPr>
            <a:r>
              <a:rPr lang="en-GB" altLang="nl-NL" b="1" dirty="0"/>
              <a:t>Repeat</a:t>
            </a:r>
            <a:r>
              <a:rPr lang="en-GB" altLang="nl-NL" dirty="0"/>
              <a:t> until k=</a:t>
            </a:r>
            <a:r>
              <a:rPr lang="en-GB" altLang="nl-NL" dirty="0" err="1"/>
              <a:t>k</a:t>
            </a:r>
            <a:r>
              <a:rPr lang="en-GB" altLang="nl-NL" baseline="-25000" dirty="0" err="1"/>
              <a:t>max</a:t>
            </a:r>
            <a:endParaRPr lang="en-GB" altLang="nl-NL" dirty="0"/>
          </a:p>
          <a:p>
            <a:pPr marL="1295400" lvl="2" indent="-381000">
              <a:spcAft>
                <a:spcPts val="600"/>
              </a:spcAft>
              <a:buFont typeface="Wingdings" panose="05000000000000000000" pitchFamily="2" charset="2"/>
              <a:buAutoNum type="arabicPeriod"/>
            </a:pPr>
            <a:r>
              <a:rPr lang="en-GB" altLang="nl-NL" i="1" dirty="0"/>
              <a:t>Shaking</a:t>
            </a:r>
            <a:r>
              <a:rPr lang="en-GB" altLang="nl-NL" dirty="0"/>
              <a:t>: Generate a random point x’ in </a:t>
            </a:r>
            <a:r>
              <a:rPr lang="en-GB" altLang="nl-NL" dirty="0" err="1"/>
              <a:t>N</a:t>
            </a:r>
            <a:r>
              <a:rPr lang="en-GB" altLang="nl-NL" baseline="-25000" dirty="0" err="1"/>
              <a:t>k</a:t>
            </a:r>
            <a:r>
              <a:rPr lang="en-GB" altLang="nl-NL" dirty="0"/>
              <a:t>(x)</a:t>
            </a:r>
          </a:p>
          <a:p>
            <a:pPr marL="1295400" lvl="2" indent="-381000">
              <a:spcAft>
                <a:spcPts val="600"/>
              </a:spcAft>
              <a:buFont typeface="Wingdings" panose="05000000000000000000" pitchFamily="2" charset="2"/>
              <a:buAutoNum type="arabicPeriod"/>
            </a:pPr>
            <a:r>
              <a:rPr lang="en-GB" altLang="nl-NL" i="1" dirty="0"/>
              <a:t>Local Search</a:t>
            </a:r>
            <a:r>
              <a:rPr lang="en-GB" altLang="nl-NL" dirty="0"/>
              <a:t>: x’’ is the obtained optimum</a:t>
            </a:r>
          </a:p>
          <a:p>
            <a:pPr marL="1295400" lvl="2" indent="-381000">
              <a:spcAft>
                <a:spcPts val="600"/>
              </a:spcAft>
              <a:buFont typeface="Wingdings" panose="05000000000000000000" pitchFamily="2" charset="2"/>
              <a:buAutoNum type="arabicPeriod"/>
            </a:pPr>
            <a:r>
              <a:rPr lang="en-GB" altLang="nl-NL" dirty="0"/>
              <a:t>Move or not:</a:t>
            </a:r>
          </a:p>
          <a:p>
            <a:pPr marL="1714500" lvl="3" indent="-342900">
              <a:spcAft>
                <a:spcPts val="600"/>
              </a:spcAft>
            </a:pPr>
            <a:r>
              <a:rPr lang="en-GB" altLang="nl-NL" dirty="0"/>
              <a:t>If x’’ is better than x then </a:t>
            </a:r>
            <a:r>
              <a:rPr lang="en-GB" altLang="nl-NL" dirty="0" err="1"/>
              <a:t>x</a:t>
            </a:r>
            <a:r>
              <a:rPr lang="en-GB" altLang="nl-NL" dirty="0" err="1">
                <a:sym typeface="Wingdings" panose="05000000000000000000" pitchFamily="2" charset="2"/>
              </a:rPr>
              <a:t></a:t>
            </a:r>
            <a:r>
              <a:rPr lang="en-GB" altLang="nl-NL" dirty="0" err="1"/>
              <a:t>x</a:t>
            </a:r>
            <a:r>
              <a:rPr lang="en-GB" altLang="nl-NL" dirty="0"/>
              <a:t>’’ and k=1</a:t>
            </a:r>
          </a:p>
          <a:p>
            <a:pPr marL="1714500" lvl="3" indent="-342900">
              <a:spcAft>
                <a:spcPts val="600"/>
              </a:spcAft>
            </a:pPr>
            <a:r>
              <a:rPr lang="en-GB" altLang="nl-NL" dirty="0"/>
              <a:t>Otherwise k=k+1</a:t>
            </a:r>
          </a:p>
          <a:p>
            <a:pPr marL="1714500" lvl="3" indent="-342900">
              <a:spcAft>
                <a:spcPts val="600"/>
              </a:spcAft>
            </a:pPr>
            <a:endParaRPr lang="en-GB" altLang="nl-NL" dirty="0"/>
          </a:p>
          <a:p>
            <a:pPr marL="1295400" lvl="2" indent="-381000">
              <a:spcAft>
                <a:spcPts val="600"/>
              </a:spcAft>
              <a:buFontTx/>
              <a:buNone/>
            </a:pPr>
            <a:endParaRPr lang="en-GB" altLang="nl-NL" sz="1400" dirty="0"/>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04FAFB59-42AF-2261-B395-EA2DA7E2FCE9}"/>
              </a:ext>
            </a:extLst>
          </p:cNvPr>
          <p:cNvSpPr>
            <a:spLocks noGrp="1" noChangeArrowheads="1"/>
          </p:cNvSpPr>
          <p:nvPr>
            <p:ph type="title"/>
            <p:custDataLst>
              <p:tags r:id="rId2"/>
            </p:custDataLst>
          </p:nvPr>
        </p:nvSpPr>
        <p:spPr>
          <a:xfrm>
            <a:off x="970722" y="13353"/>
            <a:ext cx="10263893" cy="782357"/>
          </a:xfrm>
          <a:noFill/>
        </p:spPr>
        <p:txBody>
          <a:bodyPr/>
          <a:lstStyle/>
          <a:p>
            <a:pPr algn="ctr" eaLnBrk="1" hangingPunct="1"/>
            <a:r>
              <a:rPr lang="en-US" altLang="nl-NL" dirty="0"/>
              <a:t>Base moves</a:t>
            </a:r>
          </a:p>
        </p:txBody>
      </p:sp>
      <p:sp>
        <p:nvSpPr>
          <p:cNvPr id="35843" name="Rectangle 3">
            <a:extLst>
              <a:ext uri="{FF2B5EF4-FFF2-40B4-BE49-F238E27FC236}">
                <a16:creationId xmlns:a16="http://schemas.microsoft.com/office/drawing/2014/main" id="{ABE700F9-6ACD-53C2-D3A3-945AACEA3A77}"/>
              </a:ext>
            </a:extLst>
          </p:cNvPr>
          <p:cNvSpPr>
            <a:spLocks noGrp="1" noChangeArrowheads="1"/>
          </p:cNvSpPr>
          <p:nvPr>
            <p:ph type="body" idx="1"/>
            <p:custDataLst>
              <p:tags r:id="rId3"/>
            </p:custDataLst>
          </p:nvPr>
        </p:nvSpPr>
        <p:spPr>
          <a:xfrm>
            <a:off x="967154" y="1263757"/>
            <a:ext cx="10267462" cy="4170363"/>
          </a:xfrm>
          <a:noFill/>
        </p:spPr>
        <p:txBody>
          <a:bodyPr/>
          <a:lstStyle/>
          <a:p>
            <a:pPr marL="381000" indent="-381000"/>
            <a:r>
              <a:rPr lang="en-US" altLang="nl-NL" dirty="0"/>
              <a:t>Two consecutive </a:t>
            </a:r>
            <a:r>
              <a:rPr lang="en-US" altLang="nl-NL" i="1" dirty="0"/>
              <a:t>transition nodes</a:t>
            </a:r>
            <a:endParaRPr lang="en-US" altLang="nl-NL" dirty="0"/>
          </a:p>
          <a:p>
            <a:pPr marL="381000" indent="-381000"/>
            <a:r>
              <a:rPr lang="en-US" altLang="nl-NL" dirty="0"/>
              <a:t>	</a:t>
            </a:r>
            <a:r>
              <a:rPr lang="en-US" altLang="nl-NL" dirty="0">
                <a:sym typeface="Wingdings" panose="05000000000000000000" pitchFamily="2" charset="2"/>
              </a:rPr>
              <a:t> Exchange the leaves attached</a:t>
            </a:r>
            <a:endParaRPr lang="en-US" altLang="nl-NL" i="1" dirty="0"/>
          </a:p>
        </p:txBody>
      </p:sp>
      <p:pic>
        <p:nvPicPr>
          <p:cNvPr id="35844" name="Picture 4" descr="bm1">
            <a:extLst>
              <a:ext uri="{FF2B5EF4-FFF2-40B4-BE49-F238E27FC236}">
                <a16:creationId xmlns:a16="http://schemas.microsoft.com/office/drawing/2014/main" id="{06835893-4911-7AB8-7B19-F0884472FB2C}"/>
              </a:ext>
            </a:extLst>
          </p:cNvPr>
          <p:cNvPicPr>
            <a:picLocks noChangeAspect="1" noChangeArrowheads="1"/>
          </p:cNvPicPr>
          <p:nvPr>
            <p:custDataLst>
              <p:tags r:id="rId4"/>
            </p:custDataLst>
          </p:nvPr>
        </p:nvPicPr>
        <p:blipFill>
          <a:blip r:embed="rId8">
            <a:extLst>
              <a:ext uri="{28A0092B-C50C-407E-A947-70E740481C1C}">
                <a14:useLocalDpi xmlns:a14="http://schemas.microsoft.com/office/drawing/2010/main" val="0"/>
              </a:ext>
            </a:extLst>
          </a:blip>
          <a:srcRect/>
          <a:stretch>
            <a:fillRect/>
          </a:stretch>
        </p:blipFill>
        <p:spPr bwMode="auto">
          <a:xfrm>
            <a:off x="2566989" y="2571751"/>
            <a:ext cx="3144837" cy="300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5" name="AutoShape 5">
            <a:extLst>
              <a:ext uri="{FF2B5EF4-FFF2-40B4-BE49-F238E27FC236}">
                <a16:creationId xmlns:a16="http://schemas.microsoft.com/office/drawing/2014/main" id="{AE312AAB-4AEB-C78A-C1BE-0FB0F253821B}"/>
              </a:ext>
            </a:extLst>
          </p:cNvPr>
          <p:cNvSpPr>
            <a:spLocks noChangeArrowheads="1"/>
          </p:cNvSpPr>
          <p:nvPr>
            <p:custDataLst>
              <p:tags r:id="rId5"/>
            </p:custDataLst>
          </p:nvPr>
        </p:nvSpPr>
        <p:spPr bwMode="auto">
          <a:xfrm>
            <a:off x="5519738" y="3716338"/>
            <a:ext cx="792162" cy="792162"/>
          </a:xfrm>
          <a:prstGeom prst="rightArrow">
            <a:avLst>
              <a:gd name="adj1" fmla="val 50000"/>
              <a:gd name="adj2" fmla="val 25000"/>
            </a:avLst>
          </a:prstGeom>
          <a:solidFill>
            <a:schemeClr val="accent1"/>
          </a:solidFill>
          <a:ln w="9525">
            <a:solidFill>
              <a:schemeClr val="tx1"/>
            </a:solidFill>
            <a:miter lim="800000"/>
            <a:headEnd/>
            <a:tailEnd/>
          </a:ln>
        </p:spPr>
        <p:txBody>
          <a:bodyPr wrap="none" anchor="ctr"/>
          <a:lstStyle>
            <a:lvl1pPr>
              <a:lnSpc>
                <a:spcPct val="105000"/>
              </a:lnSpc>
              <a:spcBef>
                <a:spcPct val="20000"/>
              </a:spcBef>
              <a:buSzPct val="100000"/>
              <a:buChar char="•"/>
              <a:defRPr sz="2000">
                <a:solidFill>
                  <a:srgbClr val="000000"/>
                </a:solidFill>
                <a:latin typeface="Arial" panose="020B0604020202020204" pitchFamily="34" charset="0"/>
              </a:defRPr>
            </a:lvl1pPr>
            <a:lvl2pPr marL="742950" indent="-285750">
              <a:lnSpc>
                <a:spcPct val="105000"/>
              </a:lnSpc>
              <a:spcBef>
                <a:spcPct val="20000"/>
              </a:spcBef>
              <a:buSzPct val="100000"/>
              <a:buChar char="–"/>
              <a:defRPr sz="2000">
                <a:solidFill>
                  <a:srgbClr val="000000"/>
                </a:solidFill>
                <a:latin typeface="Arial" panose="020B0604020202020204" pitchFamily="34" charset="0"/>
              </a:defRPr>
            </a:lvl2pPr>
            <a:lvl3pPr marL="1143000" indent="-228600">
              <a:lnSpc>
                <a:spcPct val="105000"/>
              </a:lnSpc>
              <a:spcBef>
                <a:spcPct val="20000"/>
              </a:spcBef>
              <a:buSzPct val="100000"/>
              <a:buChar char="•"/>
              <a:defRPr>
                <a:solidFill>
                  <a:srgbClr val="000000"/>
                </a:solidFill>
                <a:latin typeface="Arial" panose="020B0604020202020204" pitchFamily="34" charset="0"/>
              </a:defRPr>
            </a:lvl3pPr>
            <a:lvl4pPr marL="1600200" indent="-228600">
              <a:lnSpc>
                <a:spcPct val="105000"/>
              </a:lnSpc>
              <a:spcBef>
                <a:spcPct val="20000"/>
              </a:spcBef>
              <a:buSzPct val="100000"/>
              <a:buChar char="–"/>
              <a:defRPr sz="1600">
                <a:solidFill>
                  <a:srgbClr val="000000"/>
                </a:solidFill>
                <a:latin typeface="Arial" panose="020B0604020202020204" pitchFamily="34" charset="0"/>
              </a:defRPr>
            </a:lvl4pPr>
            <a:lvl5pPr marL="2057400" indent="-228600">
              <a:lnSpc>
                <a:spcPct val="105000"/>
              </a:lnSpc>
              <a:spcBef>
                <a:spcPct val="20000"/>
              </a:spcBef>
              <a:buSzPct val="100000"/>
              <a:buChar char="–"/>
              <a:defRPr sz="16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algn="ctr" eaLnBrk="1" hangingPunct="1">
              <a:lnSpc>
                <a:spcPct val="100000"/>
              </a:lnSpc>
              <a:spcBef>
                <a:spcPct val="0"/>
              </a:spcBef>
              <a:buSzTx/>
              <a:buFontTx/>
              <a:buNone/>
            </a:pPr>
            <a:endParaRPr lang="en-GB" altLang="nl-NL"/>
          </a:p>
        </p:txBody>
      </p:sp>
      <p:sp>
        <p:nvSpPr>
          <p:cNvPr id="35846" name="Line 7">
            <a:extLst>
              <a:ext uri="{FF2B5EF4-FFF2-40B4-BE49-F238E27FC236}">
                <a16:creationId xmlns:a16="http://schemas.microsoft.com/office/drawing/2014/main" id="{C604C014-698B-53FC-D0AA-9781A038142A}"/>
              </a:ext>
            </a:extLst>
          </p:cNvPr>
          <p:cNvSpPr>
            <a:spLocks noChangeShapeType="1"/>
          </p:cNvSpPr>
          <p:nvPr>
            <p:custDataLst>
              <p:tags r:id="rId6"/>
            </p:custDataLst>
          </p:nvPr>
        </p:nvSpPr>
        <p:spPr bwMode="auto">
          <a:xfrm>
            <a:off x="4079876" y="3227389"/>
            <a:ext cx="576263" cy="777875"/>
          </a:xfrm>
          <a:prstGeom prst="line">
            <a:avLst/>
          </a:prstGeom>
          <a:noFill/>
          <a:ln w="9525">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it-IT"/>
          </a:p>
        </p:txBody>
      </p:sp>
      <p:pic>
        <p:nvPicPr>
          <p:cNvPr id="35847" name="Picture 8" descr="exch">
            <a:extLst>
              <a:ext uri="{FF2B5EF4-FFF2-40B4-BE49-F238E27FC236}">
                <a16:creationId xmlns:a16="http://schemas.microsoft.com/office/drawing/2014/main" id="{963BF2B6-1913-A4EA-35C9-11F73DA3EA6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672263" y="2579689"/>
            <a:ext cx="3181350" cy="303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E1BC8DDC-1E8D-8ED5-D8A5-1FFBFBF8D0E4}"/>
              </a:ext>
            </a:extLst>
          </p:cNvPr>
          <p:cNvSpPr>
            <a:spLocks noGrp="1" noChangeArrowheads="1"/>
          </p:cNvSpPr>
          <p:nvPr>
            <p:ph type="title"/>
            <p:custDataLst>
              <p:tags r:id="rId2"/>
            </p:custDataLst>
          </p:nvPr>
        </p:nvSpPr>
        <p:spPr>
          <a:xfrm>
            <a:off x="970722" y="2344"/>
            <a:ext cx="10263893" cy="782357"/>
          </a:xfrm>
          <a:noFill/>
        </p:spPr>
        <p:txBody>
          <a:bodyPr/>
          <a:lstStyle/>
          <a:p>
            <a:pPr algn="ctr" eaLnBrk="1" hangingPunct="1"/>
            <a:r>
              <a:rPr lang="en-US" altLang="nl-NL" dirty="0"/>
              <a:t>Base moves</a:t>
            </a:r>
          </a:p>
        </p:txBody>
      </p:sp>
      <p:sp>
        <p:nvSpPr>
          <p:cNvPr id="36867" name="Rectangle 3">
            <a:extLst>
              <a:ext uri="{FF2B5EF4-FFF2-40B4-BE49-F238E27FC236}">
                <a16:creationId xmlns:a16="http://schemas.microsoft.com/office/drawing/2014/main" id="{CA3ADB1C-AE1E-D054-C165-16C08F00462B}"/>
              </a:ext>
            </a:extLst>
          </p:cNvPr>
          <p:cNvSpPr>
            <a:spLocks noGrp="1" noChangeArrowheads="1"/>
          </p:cNvSpPr>
          <p:nvPr>
            <p:ph type="body" idx="1"/>
            <p:custDataLst>
              <p:tags r:id="rId3"/>
            </p:custDataLst>
          </p:nvPr>
        </p:nvSpPr>
        <p:spPr>
          <a:xfrm>
            <a:off x="967154" y="1252748"/>
            <a:ext cx="10267462" cy="4170363"/>
          </a:xfrm>
          <a:noFill/>
        </p:spPr>
        <p:txBody>
          <a:bodyPr/>
          <a:lstStyle/>
          <a:p>
            <a:pPr marL="381000" indent="-381000"/>
            <a:r>
              <a:rPr lang="en-US" altLang="nl-NL"/>
              <a:t>Two consecutive </a:t>
            </a:r>
            <a:r>
              <a:rPr lang="en-US" altLang="nl-NL" i="1"/>
              <a:t>transition nodes</a:t>
            </a:r>
            <a:endParaRPr lang="en-US" altLang="nl-NL"/>
          </a:p>
          <a:p>
            <a:pPr marL="381000" indent="-381000"/>
            <a:r>
              <a:rPr lang="en-US" altLang="nl-NL"/>
              <a:t>	</a:t>
            </a:r>
            <a:r>
              <a:rPr lang="en-US" altLang="nl-NL">
                <a:sym typeface="Wingdings" panose="05000000000000000000" pitchFamily="2" charset="2"/>
              </a:rPr>
              <a:t> </a:t>
            </a:r>
            <a:r>
              <a:rPr lang="en-US" altLang="nl-NL"/>
              <a:t>Transform in one </a:t>
            </a:r>
            <a:r>
              <a:rPr lang="en-US" altLang="nl-NL" i="1"/>
              <a:t>terminal node</a:t>
            </a:r>
            <a:r>
              <a:rPr lang="en-US" altLang="nl-NL"/>
              <a:t> and one </a:t>
            </a:r>
            <a:r>
              <a:rPr lang="en-US" altLang="nl-NL" i="1"/>
              <a:t>cross node</a:t>
            </a:r>
          </a:p>
        </p:txBody>
      </p:sp>
      <p:pic>
        <p:nvPicPr>
          <p:cNvPr id="36868" name="Picture 4" descr="bm2">
            <a:extLst>
              <a:ext uri="{FF2B5EF4-FFF2-40B4-BE49-F238E27FC236}">
                <a16:creationId xmlns:a16="http://schemas.microsoft.com/office/drawing/2014/main" id="{8F7C0B34-EB33-8BB8-D441-4C19F38FCF01}"/>
              </a:ext>
            </a:extLst>
          </p:cNvPr>
          <p:cNvPicPr>
            <a:picLocks noChangeAspect="1" noChangeArrowheads="1"/>
          </p:cNvPicPr>
          <p:nvPr>
            <p:custDataLst>
              <p:tags r:id="rId4"/>
            </p:custDataLst>
          </p:nvPr>
        </p:nvPicPr>
        <p:blipFill>
          <a:blip r:embed="rId12">
            <a:extLst>
              <a:ext uri="{28A0092B-C50C-407E-A947-70E740481C1C}">
                <a14:useLocalDpi xmlns:a14="http://schemas.microsoft.com/office/drawing/2010/main" val="0"/>
              </a:ext>
            </a:extLst>
          </a:blip>
          <a:srcRect/>
          <a:stretch>
            <a:fillRect/>
          </a:stretch>
        </p:blipFill>
        <p:spPr bwMode="auto">
          <a:xfrm>
            <a:off x="6742113" y="2924175"/>
            <a:ext cx="2894012" cy="247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69" name="AutoShape 5">
            <a:extLst>
              <a:ext uri="{FF2B5EF4-FFF2-40B4-BE49-F238E27FC236}">
                <a16:creationId xmlns:a16="http://schemas.microsoft.com/office/drawing/2014/main" id="{0683AFA6-7F34-949E-B8F3-AF97CBB6D129}"/>
              </a:ext>
            </a:extLst>
          </p:cNvPr>
          <p:cNvSpPr>
            <a:spLocks noChangeArrowheads="1"/>
          </p:cNvSpPr>
          <p:nvPr>
            <p:custDataLst>
              <p:tags r:id="rId5"/>
            </p:custDataLst>
          </p:nvPr>
        </p:nvSpPr>
        <p:spPr bwMode="auto">
          <a:xfrm rot="3725607">
            <a:off x="8059738" y="4086225"/>
            <a:ext cx="215900" cy="215900"/>
          </a:xfrm>
          <a:prstGeom prst="star4">
            <a:avLst>
              <a:gd name="adj" fmla="val 10352"/>
            </a:avLst>
          </a:prstGeom>
          <a:solidFill>
            <a:srgbClr val="FF0000"/>
          </a:solidFill>
          <a:ln w="9525">
            <a:solidFill>
              <a:schemeClr val="tx1"/>
            </a:solidFill>
            <a:miter lim="800000"/>
            <a:headEnd/>
            <a:tailEnd/>
          </a:ln>
        </p:spPr>
        <p:txBody>
          <a:bodyPr rot="10800000" vert="eaVert" wrap="none" anchor="ctr"/>
          <a:lstStyle>
            <a:lvl1pPr>
              <a:lnSpc>
                <a:spcPct val="105000"/>
              </a:lnSpc>
              <a:spcBef>
                <a:spcPct val="20000"/>
              </a:spcBef>
              <a:buSzPct val="100000"/>
              <a:buChar char="•"/>
              <a:defRPr sz="2000">
                <a:solidFill>
                  <a:srgbClr val="000000"/>
                </a:solidFill>
                <a:latin typeface="Arial" panose="020B0604020202020204" pitchFamily="34" charset="0"/>
              </a:defRPr>
            </a:lvl1pPr>
            <a:lvl2pPr marL="742950" indent="-285750">
              <a:lnSpc>
                <a:spcPct val="105000"/>
              </a:lnSpc>
              <a:spcBef>
                <a:spcPct val="20000"/>
              </a:spcBef>
              <a:buSzPct val="100000"/>
              <a:buChar char="–"/>
              <a:defRPr sz="2000">
                <a:solidFill>
                  <a:srgbClr val="000000"/>
                </a:solidFill>
                <a:latin typeface="Arial" panose="020B0604020202020204" pitchFamily="34" charset="0"/>
              </a:defRPr>
            </a:lvl2pPr>
            <a:lvl3pPr marL="1143000" indent="-228600">
              <a:lnSpc>
                <a:spcPct val="105000"/>
              </a:lnSpc>
              <a:spcBef>
                <a:spcPct val="20000"/>
              </a:spcBef>
              <a:buSzPct val="100000"/>
              <a:buChar char="•"/>
              <a:defRPr>
                <a:solidFill>
                  <a:srgbClr val="000000"/>
                </a:solidFill>
                <a:latin typeface="Arial" panose="020B0604020202020204" pitchFamily="34" charset="0"/>
              </a:defRPr>
            </a:lvl3pPr>
            <a:lvl4pPr marL="1600200" indent="-228600">
              <a:lnSpc>
                <a:spcPct val="105000"/>
              </a:lnSpc>
              <a:spcBef>
                <a:spcPct val="20000"/>
              </a:spcBef>
              <a:buSzPct val="100000"/>
              <a:buChar char="–"/>
              <a:defRPr sz="1600">
                <a:solidFill>
                  <a:srgbClr val="000000"/>
                </a:solidFill>
                <a:latin typeface="Arial" panose="020B0604020202020204" pitchFamily="34" charset="0"/>
              </a:defRPr>
            </a:lvl4pPr>
            <a:lvl5pPr marL="2057400" indent="-228600">
              <a:lnSpc>
                <a:spcPct val="105000"/>
              </a:lnSpc>
              <a:spcBef>
                <a:spcPct val="20000"/>
              </a:spcBef>
              <a:buSzPct val="100000"/>
              <a:buChar char="–"/>
              <a:defRPr sz="16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algn="ctr" eaLnBrk="1" hangingPunct="1">
              <a:lnSpc>
                <a:spcPct val="100000"/>
              </a:lnSpc>
              <a:spcBef>
                <a:spcPct val="0"/>
              </a:spcBef>
              <a:buSzTx/>
              <a:buFontTx/>
              <a:buNone/>
            </a:pPr>
            <a:endParaRPr lang="en-GB" altLang="nl-NL"/>
          </a:p>
        </p:txBody>
      </p:sp>
      <p:sp>
        <p:nvSpPr>
          <p:cNvPr id="36870" name="AutoShape 6">
            <a:extLst>
              <a:ext uri="{FF2B5EF4-FFF2-40B4-BE49-F238E27FC236}">
                <a16:creationId xmlns:a16="http://schemas.microsoft.com/office/drawing/2014/main" id="{2259E262-4A63-0692-8FD6-7A5C9014AF73}"/>
              </a:ext>
            </a:extLst>
          </p:cNvPr>
          <p:cNvSpPr>
            <a:spLocks noChangeArrowheads="1"/>
          </p:cNvSpPr>
          <p:nvPr>
            <p:custDataLst>
              <p:tags r:id="rId6"/>
            </p:custDataLst>
          </p:nvPr>
        </p:nvSpPr>
        <p:spPr bwMode="auto">
          <a:xfrm rot="2700000">
            <a:off x="8448675" y="3708400"/>
            <a:ext cx="215900" cy="215900"/>
          </a:xfrm>
          <a:prstGeom prst="star4">
            <a:avLst>
              <a:gd name="adj" fmla="val 10352"/>
            </a:avLst>
          </a:prstGeom>
          <a:solidFill>
            <a:srgbClr val="FF0000"/>
          </a:solidFill>
          <a:ln w="9525">
            <a:solidFill>
              <a:schemeClr val="tx1"/>
            </a:solidFill>
            <a:miter lim="800000"/>
            <a:headEnd/>
            <a:tailEnd/>
          </a:ln>
        </p:spPr>
        <p:txBody>
          <a:bodyPr rot="10800000" vert="eaVert" wrap="none" anchor="ctr"/>
          <a:lstStyle>
            <a:lvl1pPr>
              <a:lnSpc>
                <a:spcPct val="105000"/>
              </a:lnSpc>
              <a:spcBef>
                <a:spcPct val="20000"/>
              </a:spcBef>
              <a:buSzPct val="100000"/>
              <a:buChar char="•"/>
              <a:defRPr sz="2000">
                <a:solidFill>
                  <a:srgbClr val="000000"/>
                </a:solidFill>
                <a:latin typeface="Arial" panose="020B0604020202020204" pitchFamily="34" charset="0"/>
              </a:defRPr>
            </a:lvl1pPr>
            <a:lvl2pPr marL="742950" indent="-285750">
              <a:lnSpc>
                <a:spcPct val="105000"/>
              </a:lnSpc>
              <a:spcBef>
                <a:spcPct val="20000"/>
              </a:spcBef>
              <a:buSzPct val="100000"/>
              <a:buChar char="–"/>
              <a:defRPr sz="2000">
                <a:solidFill>
                  <a:srgbClr val="000000"/>
                </a:solidFill>
                <a:latin typeface="Arial" panose="020B0604020202020204" pitchFamily="34" charset="0"/>
              </a:defRPr>
            </a:lvl2pPr>
            <a:lvl3pPr marL="1143000" indent="-228600">
              <a:lnSpc>
                <a:spcPct val="105000"/>
              </a:lnSpc>
              <a:spcBef>
                <a:spcPct val="20000"/>
              </a:spcBef>
              <a:buSzPct val="100000"/>
              <a:buChar char="•"/>
              <a:defRPr>
                <a:solidFill>
                  <a:srgbClr val="000000"/>
                </a:solidFill>
                <a:latin typeface="Arial" panose="020B0604020202020204" pitchFamily="34" charset="0"/>
              </a:defRPr>
            </a:lvl3pPr>
            <a:lvl4pPr marL="1600200" indent="-228600">
              <a:lnSpc>
                <a:spcPct val="105000"/>
              </a:lnSpc>
              <a:spcBef>
                <a:spcPct val="20000"/>
              </a:spcBef>
              <a:buSzPct val="100000"/>
              <a:buChar char="–"/>
              <a:defRPr sz="1600">
                <a:solidFill>
                  <a:srgbClr val="000000"/>
                </a:solidFill>
                <a:latin typeface="Arial" panose="020B0604020202020204" pitchFamily="34" charset="0"/>
              </a:defRPr>
            </a:lvl4pPr>
            <a:lvl5pPr marL="2057400" indent="-228600">
              <a:lnSpc>
                <a:spcPct val="105000"/>
              </a:lnSpc>
              <a:spcBef>
                <a:spcPct val="20000"/>
              </a:spcBef>
              <a:buSzPct val="100000"/>
              <a:buChar char="–"/>
              <a:defRPr sz="16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algn="ctr" eaLnBrk="1" hangingPunct="1">
              <a:lnSpc>
                <a:spcPct val="100000"/>
              </a:lnSpc>
              <a:spcBef>
                <a:spcPct val="0"/>
              </a:spcBef>
              <a:buSzTx/>
              <a:buFontTx/>
              <a:buNone/>
            </a:pPr>
            <a:endParaRPr lang="en-GB" altLang="nl-NL"/>
          </a:p>
        </p:txBody>
      </p:sp>
      <p:grpSp>
        <p:nvGrpSpPr>
          <p:cNvPr id="36871" name="Group 7">
            <a:extLst>
              <a:ext uri="{FF2B5EF4-FFF2-40B4-BE49-F238E27FC236}">
                <a16:creationId xmlns:a16="http://schemas.microsoft.com/office/drawing/2014/main" id="{98D27A34-AC60-AE47-277A-A904AF08DA66}"/>
              </a:ext>
            </a:extLst>
          </p:cNvPr>
          <p:cNvGrpSpPr>
            <a:grpSpLocks/>
          </p:cNvGrpSpPr>
          <p:nvPr/>
        </p:nvGrpSpPr>
        <p:grpSpPr bwMode="auto">
          <a:xfrm>
            <a:off x="2566989" y="2571751"/>
            <a:ext cx="3144837" cy="3001963"/>
            <a:chOff x="566" y="1620"/>
            <a:chExt cx="1981" cy="1891"/>
          </a:xfrm>
        </p:grpSpPr>
        <p:pic>
          <p:nvPicPr>
            <p:cNvPr id="36873" name="Picture 8" descr="bm1">
              <a:extLst>
                <a:ext uri="{FF2B5EF4-FFF2-40B4-BE49-F238E27FC236}">
                  <a16:creationId xmlns:a16="http://schemas.microsoft.com/office/drawing/2014/main" id="{2D99E9B3-DC79-C68F-F124-8766E5169672}"/>
                </a:ext>
              </a:extLst>
            </p:cNvPr>
            <p:cNvPicPr>
              <a:picLocks noChangeAspect="1" noChangeArrowheads="1"/>
            </p:cNvPicPr>
            <p:nvPr>
              <p:custDataLst>
                <p:tags r:id="rId8"/>
              </p:custDataLst>
            </p:nvPr>
          </p:nvPicPr>
          <p:blipFill>
            <a:blip r:embed="rId13">
              <a:extLst>
                <a:ext uri="{28A0092B-C50C-407E-A947-70E740481C1C}">
                  <a14:useLocalDpi xmlns:a14="http://schemas.microsoft.com/office/drawing/2010/main" val="0"/>
                </a:ext>
              </a:extLst>
            </a:blip>
            <a:srcRect/>
            <a:stretch>
              <a:fillRect/>
            </a:stretch>
          </p:blipFill>
          <p:spPr bwMode="auto">
            <a:xfrm>
              <a:off x="566" y="1620"/>
              <a:ext cx="1981" cy="18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74" name="AutoShape 9">
              <a:extLst>
                <a:ext uri="{FF2B5EF4-FFF2-40B4-BE49-F238E27FC236}">
                  <a16:creationId xmlns:a16="http://schemas.microsoft.com/office/drawing/2014/main" id="{55F41641-8524-2EAB-01D0-ED5CE4237F7B}"/>
                </a:ext>
              </a:extLst>
            </p:cNvPr>
            <p:cNvSpPr>
              <a:spLocks noChangeArrowheads="1"/>
            </p:cNvSpPr>
            <p:nvPr>
              <p:custDataLst>
                <p:tags r:id="rId9"/>
              </p:custDataLst>
            </p:nvPr>
          </p:nvSpPr>
          <p:spPr bwMode="auto">
            <a:xfrm rot="3725607">
              <a:off x="1417" y="2647"/>
              <a:ext cx="136" cy="136"/>
            </a:xfrm>
            <a:prstGeom prst="star4">
              <a:avLst>
                <a:gd name="adj" fmla="val 10352"/>
              </a:avLst>
            </a:prstGeom>
            <a:solidFill>
              <a:srgbClr val="FF0000"/>
            </a:solidFill>
            <a:ln w="9525">
              <a:solidFill>
                <a:schemeClr val="tx1"/>
              </a:solidFill>
              <a:miter lim="800000"/>
              <a:headEnd/>
              <a:tailEnd/>
            </a:ln>
          </p:spPr>
          <p:txBody>
            <a:bodyPr rot="10800000" vert="eaVert" wrap="none" anchor="ctr"/>
            <a:lstStyle>
              <a:lvl1pPr>
                <a:lnSpc>
                  <a:spcPct val="105000"/>
                </a:lnSpc>
                <a:spcBef>
                  <a:spcPct val="20000"/>
                </a:spcBef>
                <a:buSzPct val="100000"/>
                <a:buChar char="•"/>
                <a:defRPr sz="2000">
                  <a:solidFill>
                    <a:srgbClr val="000000"/>
                  </a:solidFill>
                  <a:latin typeface="Arial" panose="020B0604020202020204" pitchFamily="34" charset="0"/>
                </a:defRPr>
              </a:lvl1pPr>
              <a:lvl2pPr marL="742950" indent="-285750">
                <a:lnSpc>
                  <a:spcPct val="105000"/>
                </a:lnSpc>
                <a:spcBef>
                  <a:spcPct val="20000"/>
                </a:spcBef>
                <a:buSzPct val="100000"/>
                <a:buChar char="–"/>
                <a:defRPr sz="2000">
                  <a:solidFill>
                    <a:srgbClr val="000000"/>
                  </a:solidFill>
                  <a:latin typeface="Arial" panose="020B0604020202020204" pitchFamily="34" charset="0"/>
                </a:defRPr>
              </a:lvl2pPr>
              <a:lvl3pPr marL="1143000" indent="-228600">
                <a:lnSpc>
                  <a:spcPct val="105000"/>
                </a:lnSpc>
                <a:spcBef>
                  <a:spcPct val="20000"/>
                </a:spcBef>
                <a:buSzPct val="100000"/>
                <a:buChar char="•"/>
                <a:defRPr>
                  <a:solidFill>
                    <a:srgbClr val="000000"/>
                  </a:solidFill>
                  <a:latin typeface="Arial" panose="020B0604020202020204" pitchFamily="34" charset="0"/>
                </a:defRPr>
              </a:lvl3pPr>
              <a:lvl4pPr marL="1600200" indent="-228600">
                <a:lnSpc>
                  <a:spcPct val="105000"/>
                </a:lnSpc>
                <a:spcBef>
                  <a:spcPct val="20000"/>
                </a:spcBef>
                <a:buSzPct val="100000"/>
                <a:buChar char="–"/>
                <a:defRPr sz="1600">
                  <a:solidFill>
                    <a:srgbClr val="000000"/>
                  </a:solidFill>
                  <a:latin typeface="Arial" panose="020B0604020202020204" pitchFamily="34" charset="0"/>
                </a:defRPr>
              </a:lvl4pPr>
              <a:lvl5pPr marL="2057400" indent="-228600">
                <a:lnSpc>
                  <a:spcPct val="105000"/>
                </a:lnSpc>
                <a:spcBef>
                  <a:spcPct val="20000"/>
                </a:spcBef>
                <a:buSzPct val="100000"/>
                <a:buChar char="–"/>
                <a:defRPr sz="16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algn="ctr" eaLnBrk="1" hangingPunct="1">
                <a:lnSpc>
                  <a:spcPct val="100000"/>
                </a:lnSpc>
                <a:spcBef>
                  <a:spcPct val="0"/>
                </a:spcBef>
                <a:buSzTx/>
                <a:buFontTx/>
                <a:buNone/>
              </a:pPr>
              <a:endParaRPr lang="en-GB" altLang="nl-NL"/>
            </a:p>
          </p:txBody>
        </p:sp>
        <p:sp>
          <p:nvSpPr>
            <p:cNvPr id="36875" name="AutoShape 10">
              <a:extLst>
                <a:ext uri="{FF2B5EF4-FFF2-40B4-BE49-F238E27FC236}">
                  <a16:creationId xmlns:a16="http://schemas.microsoft.com/office/drawing/2014/main" id="{C8F80349-9BC5-7B84-E337-FE0B48BB666C}"/>
                </a:ext>
              </a:extLst>
            </p:cNvPr>
            <p:cNvSpPr>
              <a:spLocks noChangeArrowheads="1"/>
            </p:cNvSpPr>
            <p:nvPr>
              <p:custDataLst>
                <p:tags r:id="rId10"/>
              </p:custDataLst>
            </p:nvPr>
          </p:nvSpPr>
          <p:spPr bwMode="auto">
            <a:xfrm rot="2700000">
              <a:off x="1795" y="2081"/>
              <a:ext cx="136" cy="136"/>
            </a:xfrm>
            <a:prstGeom prst="star4">
              <a:avLst>
                <a:gd name="adj" fmla="val 10352"/>
              </a:avLst>
            </a:prstGeom>
            <a:solidFill>
              <a:srgbClr val="FF0000"/>
            </a:solidFill>
            <a:ln w="9525">
              <a:solidFill>
                <a:schemeClr val="tx1"/>
              </a:solidFill>
              <a:miter lim="800000"/>
              <a:headEnd/>
              <a:tailEnd/>
            </a:ln>
          </p:spPr>
          <p:txBody>
            <a:bodyPr rot="10800000" vert="eaVert" wrap="none" anchor="ctr"/>
            <a:lstStyle>
              <a:lvl1pPr>
                <a:lnSpc>
                  <a:spcPct val="105000"/>
                </a:lnSpc>
                <a:spcBef>
                  <a:spcPct val="20000"/>
                </a:spcBef>
                <a:buSzPct val="100000"/>
                <a:buChar char="•"/>
                <a:defRPr sz="2000">
                  <a:solidFill>
                    <a:srgbClr val="000000"/>
                  </a:solidFill>
                  <a:latin typeface="Arial" panose="020B0604020202020204" pitchFamily="34" charset="0"/>
                </a:defRPr>
              </a:lvl1pPr>
              <a:lvl2pPr marL="742950" indent="-285750">
                <a:lnSpc>
                  <a:spcPct val="105000"/>
                </a:lnSpc>
                <a:spcBef>
                  <a:spcPct val="20000"/>
                </a:spcBef>
                <a:buSzPct val="100000"/>
                <a:buChar char="–"/>
                <a:defRPr sz="2000">
                  <a:solidFill>
                    <a:srgbClr val="000000"/>
                  </a:solidFill>
                  <a:latin typeface="Arial" panose="020B0604020202020204" pitchFamily="34" charset="0"/>
                </a:defRPr>
              </a:lvl2pPr>
              <a:lvl3pPr marL="1143000" indent="-228600">
                <a:lnSpc>
                  <a:spcPct val="105000"/>
                </a:lnSpc>
                <a:spcBef>
                  <a:spcPct val="20000"/>
                </a:spcBef>
                <a:buSzPct val="100000"/>
                <a:buChar char="•"/>
                <a:defRPr>
                  <a:solidFill>
                    <a:srgbClr val="000000"/>
                  </a:solidFill>
                  <a:latin typeface="Arial" panose="020B0604020202020204" pitchFamily="34" charset="0"/>
                </a:defRPr>
              </a:lvl3pPr>
              <a:lvl4pPr marL="1600200" indent="-228600">
                <a:lnSpc>
                  <a:spcPct val="105000"/>
                </a:lnSpc>
                <a:spcBef>
                  <a:spcPct val="20000"/>
                </a:spcBef>
                <a:buSzPct val="100000"/>
                <a:buChar char="–"/>
                <a:defRPr sz="1600">
                  <a:solidFill>
                    <a:srgbClr val="000000"/>
                  </a:solidFill>
                  <a:latin typeface="Arial" panose="020B0604020202020204" pitchFamily="34" charset="0"/>
                </a:defRPr>
              </a:lvl4pPr>
              <a:lvl5pPr marL="2057400" indent="-228600">
                <a:lnSpc>
                  <a:spcPct val="105000"/>
                </a:lnSpc>
                <a:spcBef>
                  <a:spcPct val="20000"/>
                </a:spcBef>
                <a:buSzPct val="100000"/>
                <a:buChar char="–"/>
                <a:defRPr sz="16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algn="ctr" eaLnBrk="1" hangingPunct="1">
                <a:lnSpc>
                  <a:spcPct val="100000"/>
                </a:lnSpc>
                <a:spcBef>
                  <a:spcPct val="0"/>
                </a:spcBef>
                <a:buSzTx/>
                <a:buFontTx/>
                <a:buNone/>
              </a:pPr>
              <a:endParaRPr lang="en-GB" altLang="nl-NL"/>
            </a:p>
          </p:txBody>
        </p:sp>
      </p:grpSp>
      <p:sp>
        <p:nvSpPr>
          <p:cNvPr id="36872" name="AutoShape 11">
            <a:extLst>
              <a:ext uri="{FF2B5EF4-FFF2-40B4-BE49-F238E27FC236}">
                <a16:creationId xmlns:a16="http://schemas.microsoft.com/office/drawing/2014/main" id="{440AC465-A9C5-ECB2-4BF5-31A8CD481937}"/>
              </a:ext>
            </a:extLst>
          </p:cNvPr>
          <p:cNvSpPr>
            <a:spLocks noChangeArrowheads="1"/>
          </p:cNvSpPr>
          <p:nvPr>
            <p:custDataLst>
              <p:tags r:id="rId7"/>
            </p:custDataLst>
          </p:nvPr>
        </p:nvSpPr>
        <p:spPr bwMode="auto">
          <a:xfrm>
            <a:off x="5519738" y="3716338"/>
            <a:ext cx="792162" cy="792162"/>
          </a:xfrm>
          <a:prstGeom prst="rightArrow">
            <a:avLst>
              <a:gd name="adj1" fmla="val 50000"/>
              <a:gd name="adj2" fmla="val 25000"/>
            </a:avLst>
          </a:prstGeom>
          <a:solidFill>
            <a:schemeClr val="accent1"/>
          </a:solidFill>
          <a:ln w="9525">
            <a:solidFill>
              <a:schemeClr val="tx1"/>
            </a:solidFill>
            <a:miter lim="800000"/>
            <a:headEnd/>
            <a:tailEnd/>
          </a:ln>
        </p:spPr>
        <p:txBody>
          <a:bodyPr wrap="none" anchor="ctr"/>
          <a:lstStyle>
            <a:lvl1pPr>
              <a:lnSpc>
                <a:spcPct val="105000"/>
              </a:lnSpc>
              <a:spcBef>
                <a:spcPct val="20000"/>
              </a:spcBef>
              <a:buSzPct val="100000"/>
              <a:buChar char="•"/>
              <a:defRPr sz="2000">
                <a:solidFill>
                  <a:srgbClr val="000000"/>
                </a:solidFill>
                <a:latin typeface="Arial" panose="020B0604020202020204" pitchFamily="34" charset="0"/>
              </a:defRPr>
            </a:lvl1pPr>
            <a:lvl2pPr marL="742950" indent="-285750">
              <a:lnSpc>
                <a:spcPct val="105000"/>
              </a:lnSpc>
              <a:spcBef>
                <a:spcPct val="20000"/>
              </a:spcBef>
              <a:buSzPct val="100000"/>
              <a:buChar char="–"/>
              <a:defRPr sz="2000">
                <a:solidFill>
                  <a:srgbClr val="000000"/>
                </a:solidFill>
                <a:latin typeface="Arial" panose="020B0604020202020204" pitchFamily="34" charset="0"/>
              </a:defRPr>
            </a:lvl2pPr>
            <a:lvl3pPr marL="1143000" indent="-228600">
              <a:lnSpc>
                <a:spcPct val="105000"/>
              </a:lnSpc>
              <a:spcBef>
                <a:spcPct val="20000"/>
              </a:spcBef>
              <a:buSzPct val="100000"/>
              <a:buChar char="•"/>
              <a:defRPr>
                <a:solidFill>
                  <a:srgbClr val="000000"/>
                </a:solidFill>
                <a:latin typeface="Arial" panose="020B0604020202020204" pitchFamily="34" charset="0"/>
              </a:defRPr>
            </a:lvl3pPr>
            <a:lvl4pPr marL="1600200" indent="-228600">
              <a:lnSpc>
                <a:spcPct val="105000"/>
              </a:lnSpc>
              <a:spcBef>
                <a:spcPct val="20000"/>
              </a:spcBef>
              <a:buSzPct val="100000"/>
              <a:buChar char="–"/>
              <a:defRPr sz="1600">
                <a:solidFill>
                  <a:srgbClr val="000000"/>
                </a:solidFill>
                <a:latin typeface="Arial" panose="020B0604020202020204" pitchFamily="34" charset="0"/>
              </a:defRPr>
            </a:lvl4pPr>
            <a:lvl5pPr marL="2057400" indent="-228600">
              <a:lnSpc>
                <a:spcPct val="105000"/>
              </a:lnSpc>
              <a:spcBef>
                <a:spcPct val="20000"/>
              </a:spcBef>
              <a:buSzPct val="100000"/>
              <a:buChar char="–"/>
              <a:defRPr sz="16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algn="ctr" eaLnBrk="1" hangingPunct="1">
              <a:lnSpc>
                <a:spcPct val="100000"/>
              </a:lnSpc>
              <a:spcBef>
                <a:spcPct val="0"/>
              </a:spcBef>
              <a:buSzTx/>
              <a:buFontTx/>
              <a:buNone/>
            </a:pPr>
            <a:endParaRPr lang="en-GB" altLang="nl-NL"/>
          </a:p>
        </p:txBody>
      </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9" descr="1">
            <a:extLst>
              <a:ext uri="{FF2B5EF4-FFF2-40B4-BE49-F238E27FC236}">
                <a16:creationId xmlns:a16="http://schemas.microsoft.com/office/drawing/2014/main" id="{CC516BAF-5EA1-688F-ADB2-A84A065FC2D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66989" y="2571751"/>
            <a:ext cx="2897187" cy="302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1" name="Rectangle 2">
            <a:extLst>
              <a:ext uri="{FF2B5EF4-FFF2-40B4-BE49-F238E27FC236}">
                <a16:creationId xmlns:a16="http://schemas.microsoft.com/office/drawing/2014/main" id="{C96F0DA4-A576-916C-B88D-BFF0F11B9B78}"/>
              </a:ext>
            </a:extLst>
          </p:cNvPr>
          <p:cNvSpPr>
            <a:spLocks noGrp="1" noChangeArrowheads="1"/>
          </p:cNvSpPr>
          <p:nvPr>
            <p:ph type="title"/>
            <p:custDataLst>
              <p:tags r:id="rId2"/>
            </p:custDataLst>
          </p:nvPr>
        </p:nvSpPr>
        <p:spPr>
          <a:xfrm>
            <a:off x="970722" y="2343"/>
            <a:ext cx="10263893" cy="782357"/>
          </a:xfrm>
          <a:noFill/>
        </p:spPr>
        <p:txBody>
          <a:bodyPr/>
          <a:lstStyle/>
          <a:p>
            <a:pPr algn="ctr" eaLnBrk="1" hangingPunct="1"/>
            <a:r>
              <a:rPr lang="en-US" altLang="nl-NL" dirty="0"/>
              <a:t>Base moves</a:t>
            </a:r>
          </a:p>
        </p:txBody>
      </p:sp>
      <p:sp>
        <p:nvSpPr>
          <p:cNvPr id="37892" name="Rectangle 3">
            <a:extLst>
              <a:ext uri="{FF2B5EF4-FFF2-40B4-BE49-F238E27FC236}">
                <a16:creationId xmlns:a16="http://schemas.microsoft.com/office/drawing/2014/main" id="{FFD79242-2AAA-099D-88B6-62335A703E4C}"/>
              </a:ext>
            </a:extLst>
          </p:cNvPr>
          <p:cNvSpPr>
            <a:spLocks noGrp="1" noChangeArrowheads="1"/>
          </p:cNvSpPr>
          <p:nvPr>
            <p:ph type="body" idx="1"/>
            <p:custDataLst>
              <p:tags r:id="rId3"/>
            </p:custDataLst>
          </p:nvPr>
        </p:nvSpPr>
        <p:spPr>
          <a:xfrm>
            <a:off x="1916113" y="1141623"/>
            <a:ext cx="8501062" cy="4381500"/>
          </a:xfrm>
          <a:noFill/>
        </p:spPr>
        <p:txBody>
          <a:bodyPr/>
          <a:lstStyle/>
          <a:p>
            <a:pPr marL="381000" indent="-381000">
              <a:spcBef>
                <a:spcPct val="0"/>
              </a:spcBef>
            </a:pPr>
            <a:r>
              <a:rPr lang="en-US" altLang="nl-NL"/>
              <a:t>One </a:t>
            </a:r>
            <a:r>
              <a:rPr lang="en-US" altLang="nl-NL" i="1"/>
              <a:t>terminal node</a:t>
            </a:r>
            <a:r>
              <a:rPr lang="en-US" altLang="nl-NL"/>
              <a:t> and one </a:t>
            </a:r>
            <a:r>
              <a:rPr lang="en-US" altLang="nl-NL" i="1"/>
              <a:t>transition node</a:t>
            </a:r>
          </a:p>
          <a:p>
            <a:pPr marL="381000" indent="-381000"/>
            <a:r>
              <a:rPr lang="en-US" altLang="nl-NL">
                <a:sym typeface="Wingdings" panose="05000000000000000000" pitchFamily="2" charset="2"/>
              </a:rPr>
              <a:t>	 Exchange the leaf of the transition node with one of the terminal node</a:t>
            </a:r>
            <a:endParaRPr lang="en-US" altLang="nl-NL" i="1"/>
          </a:p>
          <a:p>
            <a:pPr marL="381000" indent="-381000">
              <a:spcBef>
                <a:spcPct val="0"/>
              </a:spcBef>
            </a:pPr>
            <a:endParaRPr lang="en-US" altLang="nl-NL" i="1"/>
          </a:p>
        </p:txBody>
      </p:sp>
      <p:sp>
        <p:nvSpPr>
          <p:cNvPr id="37893" name="Line 5">
            <a:extLst>
              <a:ext uri="{FF2B5EF4-FFF2-40B4-BE49-F238E27FC236}">
                <a16:creationId xmlns:a16="http://schemas.microsoft.com/office/drawing/2014/main" id="{74EC6844-A834-7D60-5D51-6B9FBD57A25E}"/>
              </a:ext>
            </a:extLst>
          </p:cNvPr>
          <p:cNvSpPr>
            <a:spLocks noChangeShapeType="1"/>
          </p:cNvSpPr>
          <p:nvPr>
            <p:custDataLst>
              <p:tags r:id="rId4"/>
            </p:custDataLst>
          </p:nvPr>
        </p:nvSpPr>
        <p:spPr bwMode="auto">
          <a:xfrm flipH="1">
            <a:off x="4440239" y="4797425"/>
            <a:ext cx="73025" cy="43180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it-IT"/>
          </a:p>
        </p:txBody>
      </p:sp>
      <p:sp>
        <p:nvSpPr>
          <p:cNvPr id="37894" name="AutoShape 6">
            <a:extLst>
              <a:ext uri="{FF2B5EF4-FFF2-40B4-BE49-F238E27FC236}">
                <a16:creationId xmlns:a16="http://schemas.microsoft.com/office/drawing/2014/main" id="{D3713220-187E-A807-0CAF-D75A1C77E9F9}"/>
              </a:ext>
            </a:extLst>
          </p:cNvPr>
          <p:cNvSpPr>
            <a:spLocks noChangeArrowheads="1"/>
          </p:cNvSpPr>
          <p:nvPr>
            <p:custDataLst>
              <p:tags r:id="rId5"/>
            </p:custDataLst>
          </p:nvPr>
        </p:nvSpPr>
        <p:spPr bwMode="auto">
          <a:xfrm>
            <a:off x="5519738" y="3716338"/>
            <a:ext cx="792162" cy="792162"/>
          </a:xfrm>
          <a:prstGeom prst="rightArrow">
            <a:avLst>
              <a:gd name="adj1" fmla="val 50000"/>
              <a:gd name="adj2" fmla="val 25000"/>
            </a:avLst>
          </a:prstGeom>
          <a:solidFill>
            <a:schemeClr val="accent1"/>
          </a:solidFill>
          <a:ln w="9525">
            <a:solidFill>
              <a:schemeClr val="tx1"/>
            </a:solidFill>
            <a:miter lim="800000"/>
            <a:headEnd/>
            <a:tailEnd/>
          </a:ln>
        </p:spPr>
        <p:txBody>
          <a:bodyPr wrap="none" anchor="ctr"/>
          <a:lstStyle>
            <a:lvl1pPr>
              <a:lnSpc>
                <a:spcPct val="105000"/>
              </a:lnSpc>
              <a:spcBef>
                <a:spcPct val="20000"/>
              </a:spcBef>
              <a:buSzPct val="100000"/>
              <a:buChar char="•"/>
              <a:defRPr sz="2000">
                <a:solidFill>
                  <a:srgbClr val="000000"/>
                </a:solidFill>
                <a:latin typeface="Arial" panose="020B0604020202020204" pitchFamily="34" charset="0"/>
              </a:defRPr>
            </a:lvl1pPr>
            <a:lvl2pPr marL="742950" indent="-285750">
              <a:lnSpc>
                <a:spcPct val="105000"/>
              </a:lnSpc>
              <a:spcBef>
                <a:spcPct val="20000"/>
              </a:spcBef>
              <a:buSzPct val="100000"/>
              <a:buChar char="–"/>
              <a:defRPr sz="2000">
                <a:solidFill>
                  <a:srgbClr val="000000"/>
                </a:solidFill>
                <a:latin typeface="Arial" panose="020B0604020202020204" pitchFamily="34" charset="0"/>
              </a:defRPr>
            </a:lvl2pPr>
            <a:lvl3pPr marL="1143000" indent="-228600">
              <a:lnSpc>
                <a:spcPct val="105000"/>
              </a:lnSpc>
              <a:spcBef>
                <a:spcPct val="20000"/>
              </a:spcBef>
              <a:buSzPct val="100000"/>
              <a:buChar char="•"/>
              <a:defRPr>
                <a:solidFill>
                  <a:srgbClr val="000000"/>
                </a:solidFill>
                <a:latin typeface="Arial" panose="020B0604020202020204" pitchFamily="34" charset="0"/>
              </a:defRPr>
            </a:lvl3pPr>
            <a:lvl4pPr marL="1600200" indent="-228600">
              <a:lnSpc>
                <a:spcPct val="105000"/>
              </a:lnSpc>
              <a:spcBef>
                <a:spcPct val="20000"/>
              </a:spcBef>
              <a:buSzPct val="100000"/>
              <a:buChar char="–"/>
              <a:defRPr sz="1600">
                <a:solidFill>
                  <a:srgbClr val="000000"/>
                </a:solidFill>
                <a:latin typeface="Arial" panose="020B0604020202020204" pitchFamily="34" charset="0"/>
              </a:defRPr>
            </a:lvl4pPr>
            <a:lvl5pPr marL="2057400" indent="-228600">
              <a:lnSpc>
                <a:spcPct val="105000"/>
              </a:lnSpc>
              <a:spcBef>
                <a:spcPct val="20000"/>
              </a:spcBef>
              <a:buSzPct val="100000"/>
              <a:buChar char="–"/>
              <a:defRPr sz="16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algn="ctr" eaLnBrk="1" hangingPunct="1">
              <a:lnSpc>
                <a:spcPct val="100000"/>
              </a:lnSpc>
              <a:spcBef>
                <a:spcPct val="0"/>
              </a:spcBef>
              <a:buSzTx/>
              <a:buFontTx/>
              <a:buNone/>
            </a:pPr>
            <a:endParaRPr lang="en-GB" altLang="nl-NL"/>
          </a:p>
        </p:txBody>
      </p:sp>
      <p:pic>
        <p:nvPicPr>
          <p:cNvPr id="37895" name="Picture 10" descr="2">
            <a:extLst>
              <a:ext uri="{FF2B5EF4-FFF2-40B4-BE49-F238E27FC236}">
                <a16:creationId xmlns:a16="http://schemas.microsoft.com/office/drawing/2014/main" id="{02E658CC-73BA-37BE-53CA-D6C2A84F03F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742114" y="2571751"/>
            <a:ext cx="2897187" cy="302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9" descr="1">
            <a:extLst>
              <a:ext uri="{FF2B5EF4-FFF2-40B4-BE49-F238E27FC236}">
                <a16:creationId xmlns:a16="http://schemas.microsoft.com/office/drawing/2014/main" id="{4C0697CC-D0C1-9DCB-95E9-649BDB601D5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66989" y="2571751"/>
            <a:ext cx="2897187" cy="302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5" name="Rectangle 2">
            <a:extLst>
              <a:ext uri="{FF2B5EF4-FFF2-40B4-BE49-F238E27FC236}">
                <a16:creationId xmlns:a16="http://schemas.microsoft.com/office/drawing/2014/main" id="{B2187390-DFEF-C055-035D-813434FA3574}"/>
              </a:ext>
            </a:extLst>
          </p:cNvPr>
          <p:cNvSpPr>
            <a:spLocks noGrp="1" noChangeArrowheads="1"/>
          </p:cNvSpPr>
          <p:nvPr>
            <p:ph type="title"/>
            <p:custDataLst>
              <p:tags r:id="rId2"/>
            </p:custDataLst>
          </p:nvPr>
        </p:nvSpPr>
        <p:spPr>
          <a:xfrm>
            <a:off x="970722" y="13357"/>
            <a:ext cx="10263893" cy="782357"/>
          </a:xfrm>
          <a:noFill/>
        </p:spPr>
        <p:txBody>
          <a:bodyPr/>
          <a:lstStyle/>
          <a:p>
            <a:pPr algn="ctr" eaLnBrk="1" hangingPunct="1"/>
            <a:r>
              <a:rPr lang="en-US" altLang="nl-NL" dirty="0"/>
              <a:t>Base moves</a:t>
            </a:r>
          </a:p>
        </p:txBody>
      </p:sp>
      <p:sp>
        <p:nvSpPr>
          <p:cNvPr id="38916" name="Rectangle 3">
            <a:extLst>
              <a:ext uri="{FF2B5EF4-FFF2-40B4-BE49-F238E27FC236}">
                <a16:creationId xmlns:a16="http://schemas.microsoft.com/office/drawing/2014/main" id="{C7247113-42F3-E51E-3F51-54EBFFB78848}"/>
              </a:ext>
            </a:extLst>
          </p:cNvPr>
          <p:cNvSpPr>
            <a:spLocks noGrp="1" noChangeArrowheads="1"/>
          </p:cNvSpPr>
          <p:nvPr>
            <p:ph type="body" idx="1"/>
            <p:custDataLst>
              <p:tags r:id="rId3"/>
            </p:custDataLst>
          </p:nvPr>
        </p:nvSpPr>
        <p:spPr>
          <a:xfrm>
            <a:off x="1916114" y="1152637"/>
            <a:ext cx="8751887" cy="4381500"/>
          </a:xfrm>
          <a:noFill/>
        </p:spPr>
        <p:txBody>
          <a:bodyPr/>
          <a:lstStyle/>
          <a:p>
            <a:pPr marL="381000" indent="-381000">
              <a:spcBef>
                <a:spcPct val="0"/>
              </a:spcBef>
            </a:pPr>
            <a:r>
              <a:rPr lang="en-US" altLang="nl-NL"/>
              <a:t>One </a:t>
            </a:r>
            <a:r>
              <a:rPr lang="en-US" altLang="nl-NL" i="1"/>
              <a:t>terminal node</a:t>
            </a:r>
            <a:r>
              <a:rPr lang="en-US" altLang="nl-NL"/>
              <a:t> and one </a:t>
            </a:r>
            <a:r>
              <a:rPr lang="en-US" altLang="nl-NL" i="1"/>
              <a:t>transition node</a:t>
            </a:r>
          </a:p>
          <a:p>
            <a:pPr marL="381000" indent="-381000"/>
            <a:r>
              <a:rPr lang="en-US" altLang="nl-NL">
                <a:sym typeface="Wingdings" panose="05000000000000000000" pitchFamily="2" charset="2"/>
              </a:rPr>
              <a:t>	 Exchange the leaf of the transition node with one of the terminal node</a:t>
            </a:r>
          </a:p>
        </p:txBody>
      </p:sp>
      <p:sp>
        <p:nvSpPr>
          <p:cNvPr id="38917" name="Line 5">
            <a:extLst>
              <a:ext uri="{FF2B5EF4-FFF2-40B4-BE49-F238E27FC236}">
                <a16:creationId xmlns:a16="http://schemas.microsoft.com/office/drawing/2014/main" id="{E49FE4C3-EC3D-D9D4-3A12-51F1F12C3E0E}"/>
              </a:ext>
            </a:extLst>
          </p:cNvPr>
          <p:cNvSpPr>
            <a:spLocks noChangeShapeType="1"/>
          </p:cNvSpPr>
          <p:nvPr>
            <p:custDataLst>
              <p:tags r:id="rId4"/>
            </p:custDataLst>
          </p:nvPr>
        </p:nvSpPr>
        <p:spPr bwMode="auto">
          <a:xfrm flipH="1">
            <a:off x="3935413" y="4724401"/>
            <a:ext cx="431800" cy="576263"/>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it-IT"/>
          </a:p>
        </p:txBody>
      </p:sp>
      <p:sp>
        <p:nvSpPr>
          <p:cNvPr id="38918" name="AutoShape 6">
            <a:extLst>
              <a:ext uri="{FF2B5EF4-FFF2-40B4-BE49-F238E27FC236}">
                <a16:creationId xmlns:a16="http://schemas.microsoft.com/office/drawing/2014/main" id="{3280EB53-4662-E18F-D9D9-189C3D31B40D}"/>
              </a:ext>
            </a:extLst>
          </p:cNvPr>
          <p:cNvSpPr>
            <a:spLocks noChangeArrowheads="1"/>
          </p:cNvSpPr>
          <p:nvPr>
            <p:custDataLst>
              <p:tags r:id="rId5"/>
            </p:custDataLst>
          </p:nvPr>
        </p:nvSpPr>
        <p:spPr bwMode="auto">
          <a:xfrm>
            <a:off x="5519738" y="3716338"/>
            <a:ext cx="792162" cy="792162"/>
          </a:xfrm>
          <a:prstGeom prst="rightArrow">
            <a:avLst>
              <a:gd name="adj1" fmla="val 50000"/>
              <a:gd name="adj2" fmla="val 25000"/>
            </a:avLst>
          </a:prstGeom>
          <a:solidFill>
            <a:schemeClr val="accent1"/>
          </a:solidFill>
          <a:ln w="9525">
            <a:solidFill>
              <a:schemeClr val="tx1"/>
            </a:solidFill>
            <a:miter lim="800000"/>
            <a:headEnd/>
            <a:tailEnd/>
          </a:ln>
        </p:spPr>
        <p:txBody>
          <a:bodyPr wrap="none" anchor="ctr"/>
          <a:lstStyle>
            <a:lvl1pPr>
              <a:lnSpc>
                <a:spcPct val="105000"/>
              </a:lnSpc>
              <a:spcBef>
                <a:spcPct val="20000"/>
              </a:spcBef>
              <a:buSzPct val="100000"/>
              <a:buChar char="•"/>
              <a:defRPr sz="2000">
                <a:solidFill>
                  <a:srgbClr val="000000"/>
                </a:solidFill>
                <a:latin typeface="Arial" panose="020B0604020202020204" pitchFamily="34" charset="0"/>
              </a:defRPr>
            </a:lvl1pPr>
            <a:lvl2pPr marL="742950" indent="-285750">
              <a:lnSpc>
                <a:spcPct val="105000"/>
              </a:lnSpc>
              <a:spcBef>
                <a:spcPct val="20000"/>
              </a:spcBef>
              <a:buSzPct val="100000"/>
              <a:buChar char="–"/>
              <a:defRPr sz="2000">
                <a:solidFill>
                  <a:srgbClr val="000000"/>
                </a:solidFill>
                <a:latin typeface="Arial" panose="020B0604020202020204" pitchFamily="34" charset="0"/>
              </a:defRPr>
            </a:lvl2pPr>
            <a:lvl3pPr marL="1143000" indent="-228600">
              <a:lnSpc>
                <a:spcPct val="105000"/>
              </a:lnSpc>
              <a:spcBef>
                <a:spcPct val="20000"/>
              </a:spcBef>
              <a:buSzPct val="100000"/>
              <a:buChar char="•"/>
              <a:defRPr>
                <a:solidFill>
                  <a:srgbClr val="000000"/>
                </a:solidFill>
                <a:latin typeface="Arial" panose="020B0604020202020204" pitchFamily="34" charset="0"/>
              </a:defRPr>
            </a:lvl3pPr>
            <a:lvl4pPr marL="1600200" indent="-228600">
              <a:lnSpc>
                <a:spcPct val="105000"/>
              </a:lnSpc>
              <a:spcBef>
                <a:spcPct val="20000"/>
              </a:spcBef>
              <a:buSzPct val="100000"/>
              <a:buChar char="–"/>
              <a:defRPr sz="1600">
                <a:solidFill>
                  <a:srgbClr val="000000"/>
                </a:solidFill>
                <a:latin typeface="Arial" panose="020B0604020202020204" pitchFamily="34" charset="0"/>
              </a:defRPr>
            </a:lvl4pPr>
            <a:lvl5pPr marL="2057400" indent="-228600">
              <a:lnSpc>
                <a:spcPct val="105000"/>
              </a:lnSpc>
              <a:spcBef>
                <a:spcPct val="20000"/>
              </a:spcBef>
              <a:buSzPct val="100000"/>
              <a:buChar char="–"/>
              <a:defRPr sz="16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algn="ctr" eaLnBrk="1" hangingPunct="1">
              <a:lnSpc>
                <a:spcPct val="100000"/>
              </a:lnSpc>
              <a:spcBef>
                <a:spcPct val="0"/>
              </a:spcBef>
              <a:buSzTx/>
              <a:buFontTx/>
              <a:buNone/>
            </a:pPr>
            <a:endParaRPr lang="en-GB" altLang="nl-NL"/>
          </a:p>
        </p:txBody>
      </p:sp>
      <p:pic>
        <p:nvPicPr>
          <p:cNvPr id="38919" name="Picture 10" descr="3">
            <a:extLst>
              <a:ext uri="{FF2B5EF4-FFF2-40B4-BE49-F238E27FC236}">
                <a16:creationId xmlns:a16="http://schemas.microsoft.com/office/drawing/2014/main" id="{DFAB8333-E5A5-7C79-1C70-60E9A286C6C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742114" y="2571751"/>
            <a:ext cx="2897187" cy="302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ED7EAA99-A7CA-9265-A203-D01C31FF2EC7}"/>
              </a:ext>
            </a:extLst>
          </p:cNvPr>
          <p:cNvSpPr>
            <a:spLocks noGrp="1" noChangeArrowheads="1"/>
          </p:cNvSpPr>
          <p:nvPr>
            <p:ph type="title"/>
            <p:custDataLst>
              <p:tags r:id="rId2"/>
            </p:custDataLst>
          </p:nvPr>
        </p:nvSpPr>
        <p:spPr>
          <a:xfrm>
            <a:off x="970722" y="2343"/>
            <a:ext cx="10263893" cy="782357"/>
          </a:xfrm>
          <a:noFill/>
        </p:spPr>
        <p:txBody>
          <a:bodyPr/>
          <a:lstStyle/>
          <a:p>
            <a:pPr algn="ctr" eaLnBrk="1" hangingPunct="1"/>
            <a:r>
              <a:rPr lang="en-US" altLang="nl-NL" dirty="0"/>
              <a:t>Base moves</a:t>
            </a:r>
          </a:p>
        </p:txBody>
      </p:sp>
      <p:sp>
        <p:nvSpPr>
          <p:cNvPr id="39939" name="Rectangle 3">
            <a:extLst>
              <a:ext uri="{FF2B5EF4-FFF2-40B4-BE49-F238E27FC236}">
                <a16:creationId xmlns:a16="http://schemas.microsoft.com/office/drawing/2014/main" id="{E14022A2-4F8B-BEEA-D8E3-3D7E32B6DA55}"/>
              </a:ext>
            </a:extLst>
          </p:cNvPr>
          <p:cNvSpPr>
            <a:spLocks noGrp="1" noChangeArrowheads="1"/>
          </p:cNvSpPr>
          <p:nvPr>
            <p:ph type="body" idx="1"/>
            <p:custDataLst>
              <p:tags r:id="rId3"/>
            </p:custDataLst>
          </p:nvPr>
        </p:nvSpPr>
        <p:spPr>
          <a:xfrm>
            <a:off x="967154" y="1252747"/>
            <a:ext cx="10267462" cy="4170363"/>
          </a:xfrm>
          <a:noFill/>
        </p:spPr>
        <p:txBody>
          <a:bodyPr/>
          <a:lstStyle/>
          <a:p>
            <a:pPr marL="381000" indent="-381000"/>
            <a:r>
              <a:rPr lang="en-US" altLang="nl-NL"/>
              <a:t>One </a:t>
            </a:r>
            <a:r>
              <a:rPr lang="en-US" altLang="nl-NL" i="1"/>
              <a:t>terminal node</a:t>
            </a:r>
            <a:r>
              <a:rPr lang="en-US" altLang="nl-NL"/>
              <a:t> and one </a:t>
            </a:r>
            <a:r>
              <a:rPr lang="en-US" altLang="nl-NL" i="1"/>
              <a:t>cross node</a:t>
            </a:r>
            <a:endParaRPr lang="en-US" altLang="nl-NL"/>
          </a:p>
          <a:p>
            <a:pPr marL="381000" indent="-381000"/>
            <a:r>
              <a:rPr lang="en-US" altLang="nl-NL"/>
              <a:t>	</a:t>
            </a:r>
            <a:r>
              <a:rPr lang="en-US" altLang="nl-NL">
                <a:sym typeface="Wingdings" panose="05000000000000000000" pitchFamily="2" charset="2"/>
              </a:rPr>
              <a:t> </a:t>
            </a:r>
            <a:r>
              <a:rPr lang="en-US" altLang="nl-NL"/>
              <a:t>Transform into two </a:t>
            </a:r>
            <a:r>
              <a:rPr lang="en-US" altLang="nl-NL" i="1"/>
              <a:t>transition nodes</a:t>
            </a:r>
          </a:p>
        </p:txBody>
      </p:sp>
      <p:grpSp>
        <p:nvGrpSpPr>
          <p:cNvPr id="39940" name="Group 4">
            <a:extLst>
              <a:ext uri="{FF2B5EF4-FFF2-40B4-BE49-F238E27FC236}">
                <a16:creationId xmlns:a16="http://schemas.microsoft.com/office/drawing/2014/main" id="{D6A1DB7A-A6D6-754A-BC26-BD48F532A373}"/>
              </a:ext>
            </a:extLst>
          </p:cNvPr>
          <p:cNvGrpSpPr>
            <a:grpSpLocks/>
          </p:cNvGrpSpPr>
          <p:nvPr/>
        </p:nvGrpSpPr>
        <p:grpSpPr bwMode="auto">
          <a:xfrm>
            <a:off x="6742114" y="2571751"/>
            <a:ext cx="3144837" cy="3001963"/>
            <a:chOff x="566" y="1620"/>
            <a:chExt cx="1981" cy="1891"/>
          </a:xfrm>
        </p:grpSpPr>
        <p:pic>
          <p:nvPicPr>
            <p:cNvPr id="39946" name="Picture 5" descr="bm1">
              <a:extLst>
                <a:ext uri="{FF2B5EF4-FFF2-40B4-BE49-F238E27FC236}">
                  <a16:creationId xmlns:a16="http://schemas.microsoft.com/office/drawing/2014/main" id="{8193D4DB-F8B9-4435-0A1A-6776FFE8408E}"/>
                </a:ext>
              </a:extLst>
            </p:cNvPr>
            <p:cNvPicPr>
              <a:picLocks noChangeAspect="1" noChangeArrowheads="1"/>
            </p:cNvPicPr>
            <p:nvPr>
              <p:custDataLst>
                <p:tags r:id="rId8"/>
              </p:custDataLst>
            </p:nvPr>
          </p:nvPicPr>
          <p:blipFill>
            <a:blip r:embed="rId12">
              <a:extLst>
                <a:ext uri="{28A0092B-C50C-407E-A947-70E740481C1C}">
                  <a14:useLocalDpi xmlns:a14="http://schemas.microsoft.com/office/drawing/2010/main" val="0"/>
                </a:ext>
              </a:extLst>
            </a:blip>
            <a:srcRect/>
            <a:stretch>
              <a:fillRect/>
            </a:stretch>
          </p:blipFill>
          <p:spPr bwMode="auto">
            <a:xfrm>
              <a:off x="566" y="1620"/>
              <a:ext cx="1981" cy="18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7" name="AutoShape 6">
              <a:extLst>
                <a:ext uri="{FF2B5EF4-FFF2-40B4-BE49-F238E27FC236}">
                  <a16:creationId xmlns:a16="http://schemas.microsoft.com/office/drawing/2014/main" id="{3EA05F4A-6B8B-FE75-C854-C0164C7589F0}"/>
                </a:ext>
              </a:extLst>
            </p:cNvPr>
            <p:cNvSpPr>
              <a:spLocks noChangeArrowheads="1"/>
            </p:cNvSpPr>
            <p:nvPr>
              <p:custDataLst>
                <p:tags r:id="rId9"/>
              </p:custDataLst>
            </p:nvPr>
          </p:nvSpPr>
          <p:spPr bwMode="auto">
            <a:xfrm rot="3725607">
              <a:off x="1417" y="2647"/>
              <a:ext cx="136" cy="136"/>
            </a:xfrm>
            <a:prstGeom prst="star4">
              <a:avLst>
                <a:gd name="adj" fmla="val 10352"/>
              </a:avLst>
            </a:prstGeom>
            <a:solidFill>
              <a:srgbClr val="FF0000"/>
            </a:solidFill>
            <a:ln w="9525">
              <a:solidFill>
                <a:schemeClr val="tx1"/>
              </a:solidFill>
              <a:miter lim="800000"/>
              <a:headEnd/>
              <a:tailEnd/>
            </a:ln>
          </p:spPr>
          <p:txBody>
            <a:bodyPr rot="10800000" vert="eaVert" wrap="none" anchor="ctr"/>
            <a:lstStyle>
              <a:lvl1pPr>
                <a:lnSpc>
                  <a:spcPct val="105000"/>
                </a:lnSpc>
                <a:spcBef>
                  <a:spcPct val="20000"/>
                </a:spcBef>
                <a:buSzPct val="100000"/>
                <a:buChar char="•"/>
                <a:defRPr sz="2000">
                  <a:solidFill>
                    <a:srgbClr val="000000"/>
                  </a:solidFill>
                  <a:latin typeface="Arial" panose="020B0604020202020204" pitchFamily="34" charset="0"/>
                </a:defRPr>
              </a:lvl1pPr>
              <a:lvl2pPr marL="742950" indent="-285750">
                <a:lnSpc>
                  <a:spcPct val="105000"/>
                </a:lnSpc>
                <a:spcBef>
                  <a:spcPct val="20000"/>
                </a:spcBef>
                <a:buSzPct val="100000"/>
                <a:buChar char="–"/>
                <a:defRPr sz="2000">
                  <a:solidFill>
                    <a:srgbClr val="000000"/>
                  </a:solidFill>
                  <a:latin typeface="Arial" panose="020B0604020202020204" pitchFamily="34" charset="0"/>
                </a:defRPr>
              </a:lvl2pPr>
              <a:lvl3pPr marL="1143000" indent="-228600">
                <a:lnSpc>
                  <a:spcPct val="105000"/>
                </a:lnSpc>
                <a:spcBef>
                  <a:spcPct val="20000"/>
                </a:spcBef>
                <a:buSzPct val="100000"/>
                <a:buChar char="•"/>
                <a:defRPr>
                  <a:solidFill>
                    <a:srgbClr val="000000"/>
                  </a:solidFill>
                  <a:latin typeface="Arial" panose="020B0604020202020204" pitchFamily="34" charset="0"/>
                </a:defRPr>
              </a:lvl3pPr>
              <a:lvl4pPr marL="1600200" indent="-228600">
                <a:lnSpc>
                  <a:spcPct val="105000"/>
                </a:lnSpc>
                <a:spcBef>
                  <a:spcPct val="20000"/>
                </a:spcBef>
                <a:buSzPct val="100000"/>
                <a:buChar char="–"/>
                <a:defRPr sz="1600">
                  <a:solidFill>
                    <a:srgbClr val="000000"/>
                  </a:solidFill>
                  <a:latin typeface="Arial" panose="020B0604020202020204" pitchFamily="34" charset="0"/>
                </a:defRPr>
              </a:lvl4pPr>
              <a:lvl5pPr marL="2057400" indent="-228600">
                <a:lnSpc>
                  <a:spcPct val="105000"/>
                </a:lnSpc>
                <a:spcBef>
                  <a:spcPct val="20000"/>
                </a:spcBef>
                <a:buSzPct val="100000"/>
                <a:buChar char="–"/>
                <a:defRPr sz="16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algn="ctr" eaLnBrk="1" hangingPunct="1">
                <a:lnSpc>
                  <a:spcPct val="100000"/>
                </a:lnSpc>
                <a:spcBef>
                  <a:spcPct val="0"/>
                </a:spcBef>
                <a:buSzTx/>
                <a:buFontTx/>
                <a:buNone/>
              </a:pPr>
              <a:endParaRPr lang="en-GB" altLang="nl-NL"/>
            </a:p>
          </p:txBody>
        </p:sp>
        <p:sp>
          <p:nvSpPr>
            <p:cNvPr id="39948" name="AutoShape 7">
              <a:extLst>
                <a:ext uri="{FF2B5EF4-FFF2-40B4-BE49-F238E27FC236}">
                  <a16:creationId xmlns:a16="http://schemas.microsoft.com/office/drawing/2014/main" id="{43D5FE99-525A-AA67-B2E0-FA8A42906EE3}"/>
                </a:ext>
              </a:extLst>
            </p:cNvPr>
            <p:cNvSpPr>
              <a:spLocks noChangeArrowheads="1"/>
            </p:cNvSpPr>
            <p:nvPr>
              <p:custDataLst>
                <p:tags r:id="rId10"/>
              </p:custDataLst>
            </p:nvPr>
          </p:nvSpPr>
          <p:spPr bwMode="auto">
            <a:xfrm rot="2700000">
              <a:off x="1795" y="2081"/>
              <a:ext cx="136" cy="136"/>
            </a:xfrm>
            <a:prstGeom prst="star4">
              <a:avLst>
                <a:gd name="adj" fmla="val 10352"/>
              </a:avLst>
            </a:prstGeom>
            <a:solidFill>
              <a:srgbClr val="FF0000"/>
            </a:solidFill>
            <a:ln w="9525">
              <a:solidFill>
                <a:schemeClr val="tx1"/>
              </a:solidFill>
              <a:miter lim="800000"/>
              <a:headEnd/>
              <a:tailEnd/>
            </a:ln>
          </p:spPr>
          <p:txBody>
            <a:bodyPr rot="10800000" vert="eaVert" wrap="none" anchor="ctr"/>
            <a:lstStyle>
              <a:lvl1pPr>
                <a:lnSpc>
                  <a:spcPct val="105000"/>
                </a:lnSpc>
                <a:spcBef>
                  <a:spcPct val="20000"/>
                </a:spcBef>
                <a:buSzPct val="100000"/>
                <a:buChar char="•"/>
                <a:defRPr sz="2000">
                  <a:solidFill>
                    <a:srgbClr val="000000"/>
                  </a:solidFill>
                  <a:latin typeface="Arial" panose="020B0604020202020204" pitchFamily="34" charset="0"/>
                </a:defRPr>
              </a:lvl1pPr>
              <a:lvl2pPr marL="742950" indent="-285750">
                <a:lnSpc>
                  <a:spcPct val="105000"/>
                </a:lnSpc>
                <a:spcBef>
                  <a:spcPct val="20000"/>
                </a:spcBef>
                <a:buSzPct val="100000"/>
                <a:buChar char="–"/>
                <a:defRPr sz="2000">
                  <a:solidFill>
                    <a:srgbClr val="000000"/>
                  </a:solidFill>
                  <a:latin typeface="Arial" panose="020B0604020202020204" pitchFamily="34" charset="0"/>
                </a:defRPr>
              </a:lvl2pPr>
              <a:lvl3pPr marL="1143000" indent="-228600">
                <a:lnSpc>
                  <a:spcPct val="105000"/>
                </a:lnSpc>
                <a:spcBef>
                  <a:spcPct val="20000"/>
                </a:spcBef>
                <a:buSzPct val="100000"/>
                <a:buChar char="•"/>
                <a:defRPr>
                  <a:solidFill>
                    <a:srgbClr val="000000"/>
                  </a:solidFill>
                  <a:latin typeface="Arial" panose="020B0604020202020204" pitchFamily="34" charset="0"/>
                </a:defRPr>
              </a:lvl3pPr>
              <a:lvl4pPr marL="1600200" indent="-228600">
                <a:lnSpc>
                  <a:spcPct val="105000"/>
                </a:lnSpc>
                <a:spcBef>
                  <a:spcPct val="20000"/>
                </a:spcBef>
                <a:buSzPct val="100000"/>
                <a:buChar char="–"/>
                <a:defRPr sz="1600">
                  <a:solidFill>
                    <a:srgbClr val="000000"/>
                  </a:solidFill>
                  <a:latin typeface="Arial" panose="020B0604020202020204" pitchFamily="34" charset="0"/>
                </a:defRPr>
              </a:lvl4pPr>
              <a:lvl5pPr marL="2057400" indent="-228600">
                <a:lnSpc>
                  <a:spcPct val="105000"/>
                </a:lnSpc>
                <a:spcBef>
                  <a:spcPct val="20000"/>
                </a:spcBef>
                <a:buSzPct val="100000"/>
                <a:buChar char="–"/>
                <a:defRPr sz="16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algn="ctr" eaLnBrk="1" hangingPunct="1">
                <a:lnSpc>
                  <a:spcPct val="100000"/>
                </a:lnSpc>
                <a:spcBef>
                  <a:spcPct val="0"/>
                </a:spcBef>
                <a:buSzTx/>
                <a:buFontTx/>
                <a:buNone/>
              </a:pPr>
              <a:endParaRPr lang="en-GB" altLang="nl-NL"/>
            </a:p>
          </p:txBody>
        </p:sp>
      </p:grpSp>
      <p:grpSp>
        <p:nvGrpSpPr>
          <p:cNvPr id="39941" name="Group 8">
            <a:extLst>
              <a:ext uri="{FF2B5EF4-FFF2-40B4-BE49-F238E27FC236}">
                <a16:creationId xmlns:a16="http://schemas.microsoft.com/office/drawing/2014/main" id="{C6EE8FFA-1A40-93AC-FDD4-3FC2329F397D}"/>
              </a:ext>
            </a:extLst>
          </p:cNvPr>
          <p:cNvGrpSpPr>
            <a:grpSpLocks/>
          </p:cNvGrpSpPr>
          <p:nvPr/>
        </p:nvGrpSpPr>
        <p:grpSpPr bwMode="auto">
          <a:xfrm>
            <a:off x="2566988" y="2924175"/>
            <a:ext cx="2894012" cy="2470150"/>
            <a:chOff x="3287" y="1842"/>
            <a:chExt cx="1823" cy="1556"/>
          </a:xfrm>
        </p:grpSpPr>
        <p:pic>
          <p:nvPicPr>
            <p:cNvPr id="39943" name="Picture 9" descr="bm2">
              <a:extLst>
                <a:ext uri="{FF2B5EF4-FFF2-40B4-BE49-F238E27FC236}">
                  <a16:creationId xmlns:a16="http://schemas.microsoft.com/office/drawing/2014/main" id="{394E1C0E-330C-2B0C-F0ED-E92877F74DFC}"/>
                </a:ext>
              </a:extLst>
            </p:cNvPr>
            <p:cNvPicPr>
              <a:picLocks noChangeAspect="1" noChangeArrowheads="1"/>
            </p:cNvPicPr>
            <p:nvPr>
              <p:custDataLst>
                <p:tags r:id="rId5"/>
              </p:custDataLst>
            </p:nvPr>
          </p:nvPicPr>
          <p:blipFill>
            <a:blip r:embed="rId13">
              <a:extLst>
                <a:ext uri="{28A0092B-C50C-407E-A947-70E740481C1C}">
                  <a14:useLocalDpi xmlns:a14="http://schemas.microsoft.com/office/drawing/2010/main" val="0"/>
                </a:ext>
              </a:extLst>
            </a:blip>
            <a:srcRect/>
            <a:stretch>
              <a:fillRect/>
            </a:stretch>
          </p:blipFill>
          <p:spPr bwMode="auto">
            <a:xfrm>
              <a:off x="3287" y="1842"/>
              <a:ext cx="1823" cy="1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4" name="AutoShape 10">
              <a:extLst>
                <a:ext uri="{FF2B5EF4-FFF2-40B4-BE49-F238E27FC236}">
                  <a16:creationId xmlns:a16="http://schemas.microsoft.com/office/drawing/2014/main" id="{69D209BE-4218-0923-1A44-14FDB83F9126}"/>
                </a:ext>
              </a:extLst>
            </p:cNvPr>
            <p:cNvSpPr>
              <a:spLocks noChangeArrowheads="1"/>
            </p:cNvSpPr>
            <p:nvPr>
              <p:custDataLst>
                <p:tags r:id="rId6"/>
              </p:custDataLst>
            </p:nvPr>
          </p:nvSpPr>
          <p:spPr bwMode="auto">
            <a:xfrm rot="3725607">
              <a:off x="4117" y="2574"/>
              <a:ext cx="136" cy="136"/>
            </a:xfrm>
            <a:prstGeom prst="star4">
              <a:avLst>
                <a:gd name="adj" fmla="val 10352"/>
              </a:avLst>
            </a:prstGeom>
            <a:solidFill>
              <a:srgbClr val="FF0000"/>
            </a:solidFill>
            <a:ln w="9525">
              <a:solidFill>
                <a:schemeClr val="tx1"/>
              </a:solidFill>
              <a:miter lim="800000"/>
              <a:headEnd/>
              <a:tailEnd/>
            </a:ln>
          </p:spPr>
          <p:txBody>
            <a:bodyPr rot="10800000" vert="eaVert" wrap="none" anchor="ctr"/>
            <a:lstStyle>
              <a:lvl1pPr>
                <a:lnSpc>
                  <a:spcPct val="105000"/>
                </a:lnSpc>
                <a:spcBef>
                  <a:spcPct val="20000"/>
                </a:spcBef>
                <a:buSzPct val="100000"/>
                <a:buChar char="•"/>
                <a:defRPr sz="2000">
                  <a:solidFill>
                    <a:srgbClr val="000000"/>
                  </a:solidFill>
                  <a:latin typeface="Arial" panose="020B0604020202020204" pitchFamily="34" charset="0"/>
                </a:defRPr>
              </a:lvl1pPr>
              <a:lvl2pPr marL="742950" indent="-285750">
                <a:lnSpc>
                  <a:spcPct val="105000"/>
                </a:lnSpc>
                <a:spcBef>
                  <a:spcPct val="20000"/>
                </a:spcBef>
                <a:buSzPct val="100000"/>
                <a:buChar char="–"/>
                <a:defRPr sz="2000">
                  <a:solidFill>
                    <a:srgbClr val="000000"/>
                  </a:solidFill>
                  <a:latin typeface="Arial" panose="020B0604020202020204" pitchFamily="34" charset="0"/>
                </a:defRPr>
              </a:lvl2pPr>
              <a:lvl3pPr marL="1143000" indent="-228600">
                <a:lnSpc>
                  <a:spcPct val="105000"/>
                </a:lnSpc>
                <a:spcBef>
                  <a:spcPct val="20000"/>
                </a:spcBef>
                <a:buSzPct val="100000"/>
                <a:buChar char="•"/>
                <a:defRPr>
                  <a:solidFill>
                    <a:srgbClr val="000000"/>
                  </a:solidFill>
                  <a:latin typeface="Arial" panose="020B0604020202020204" pitchFamily="34" charset="0"/>
                </a:defRPr>
              </a:lvl3pPr>
              <a:lvl4pPr marL="1600200" indent="-228600">
                <a:lnSpc>
                  <a:spcPct val="105000"/>
                </a:lnSpc>
                <a:spcBef>
                  <a:spcPct val="20000"/>
                </a:spcBef>
                <a:buSzPct val="100000"/>
                <a:buChar char="–"/>
                <a:defRPr sz="1600">
                  <a:solidFill>
                    <a:srgbClr val="000000"/>
                  </a:solidFill>
                  <a:latin typeface="Arial" panose="020B0604020202020204" pitchFamily="34" charset="0"/>
                </a:defRPr>
              </a:lvl4pPr>
              <a:lvl5pPr marL="2057400" indent="-228600">
                <a:lnSpc>
                  <a:spcPct val="105000"/>
                </a:lnSpc>
                <a:spcBef>
                  <a:spcPct val="20000"/>
                </a:spcBef>
                <a:buSzPct val="100000"/>
                <a:buChar char="–"/>
                <a:defRPr sz="16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algn="ctr" eaLnBrk="1" hangingPunct="1">
                <a:lnSpc>
                  <a:spcPct val="100000"/>
                </a:lnSpc>
                <a:spcBef>
                  <a:spcPct val="0"/>
                </a:spcBef>
                <a:buSzTx/>
                <a:buFontTx/>
                <a:buNone/>
              </a:pPr>
              <a:endParaRPr lang="en-GB" altLang="nl-NL"/>
            </a:p>
          </p:txBody>
        </p:sp>
        <p:sp>
          <p:nvSpPr>
            <p:cNvPr id="39945" name="AutoShape 11">
              <a:extLst>
                <a:ext uri="{FF2B5EF4-FFF2-40B4-BE49-F238E27FC236}">
                  <a16:creationId xmlns:a16="http://schemas.microsoft.com/office/drawing/2014/main" id="{1A0DA223-6B13-F9A6-7C54-43D09B70604A}"/>
                </a:ext>
              </a:extLst>
            </p:cNvPr>
            <p:cNvSpPr>
              <a:spLocks noChangeArrowheads="1"/>
            </p:cNvSpPr>
            <p:nvPr>
              <p:custDataLst>
                <p:tags r:id="rId7"/>
              </p:custDataLst>
            </p:nvPr>
          </p:nvSpPr>
          <p:spPr bwMode="auto">
            <a:xfrm rot="2700000">
              <a:off x="4362" y="2336"/>
              <a:ext cx="136" cy="136"/>
            </a:xfrm>
            <a:prstGeom prst="star4">
              <a:avLst>
                <a:gd name="adj" fmla="val 10352"/>
              </a:avLst>
            </a:prstGeom>
            <a:solidFill>
              <a:srgbClr val="FF0000"/>
            </a:solidFill>
            <a:ln w="9525">
              <a:solidFill>
                <a:schemeClr val="tx1"/>
              </a:solidFill>
              <a:miter lim="800000"/>
              <a:headEnd/>
              <a:tailEnd/>
            </a:ln>
          </p:spPr>
          <p:txBody>
            <a:bodyPr rot="10800000" vert="eaVert" wrap="none" anchor="ctr"/>
            <a:lstStyle>
              <a:lvl1pPr>
                <a:lnSpc>
                  <a:spcPct val="105000"/>
                </a:lnSpc>
                <a:spcBef>
                  <a:spcPct val="20000"/>
                </a:spcBef>
                <a:buSzPct val="100000"/>
                <a:buChar char="•"/>
                <a:defRPr sz="2000">
                  <a:solidFill>
                    <a:srgbClr val="000000"/>
                  </a:solidFill>
                  <a:latin typeface="Arial" panose="020B0604020202020204" pitchFamily="34" charset="0"/>
                </a:defRPr>
              </a:lvl1pPr>
              <a:lvl2pPr marL="742950" indent="-285750">
                <a:lnSpc>
                  <a:spcPct val="105000"/>
                </a:lnSpc>
                <a:spcBef>
                  <a:spcPct val="20000"/>
                </a:spcBef>
                <a:buSzPct val="100000"/>
                <a:buChar char="–"/>
                <a:defRPr sz="2000">
                  <a:solidFill>
                    <a:srgbClr val="000000"/>
                  </a:solidFill>
                  <a:latin typeface="Arial" panose="020B0604020202020204" pitchFamily="34" charset="0"/>
                </a:defRPr>
              </a:lvl2pPr>
              <a:lvl3pPr marL="1143000" indent="-228600">
                <a:lnSpc>
                  <a:spcPct val="105000"/>
                </a:lnSpc>
                <a:spcBef>
                  <a:spcPct val="20000"/>
                </a:spcBef>
                <a:buSzPct val="100000"/>
                <a:buChar char="•"/>
                <a:defRPr>
                  <a:solidFill>
                    <a:srgbClr val="000000"/>
                  </a:solidFill>
                  <a:latin typeface="Arial" panose="020B0604020202020204" pitchFamily="34" charset="0"/>
                </a:defRPr>
              </a:lvl3pPr>
              <a:lvl4pPr marL="1600200" indent="-228600">
                <a:lnSpc>
                  <a:spcPct val="105000"/>
                </a:lnSpc>
                <a:spcBef>
                  <a:spcPct val="20000"/>
                </a:spcBef>
                <a:buSzPct val="100000"/>
                <a:buChar char="–"/>
                <a:defRPr sz="1600">
                  <a:solidFill>
                    <a:srgbClr val="000000"/>
                  </a:solidFill>
                  <a:latin typeface="Arial" panose="020B0604020202020204" pitchFamily="34" charset="0"/>
                </a:defRPr>
              </a:lvl4pPr>
              <a:lvl5pPr marL="2057400" indent="-228600">
                <a:lnSpc>
                  <a:spcPct val="105000"/>
                </a:lnSpc>
                <a:spcBef>
                  <a:spcPct val="20000"/>
                </a:spcBef>
                <a:buSzPct val="100000"/>
                <a:buChar char="–"/>
                <a:defRPr sz="16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algn="ctr" eaLnBrk="1" hangingPunct="1">
                <a:lnSpc>
                  <a:spcPct val="100000"/>
                </a:lnSpc>
                <a:spcBef>
                  <a:spcPct val="0"/>
                </a:spcBef>
                <a:buSzTx/>
                <a:buFontTx/>
                <a:buNone/>
              </a:pPr>
              <a:endParaRPr lang="en-GB" altLang="nl-NL"/>
            </a:p>
          </p:txBody>
        </p:sp>
      </p:grpSp>
      <p:sp>
        <p:nvSpPr>
          <p:cNvPr id="39942" name="AutoShape 12">
            <a:extLst>
              <a:ext uri="{FF2B5EF4-FFF2-40B4-BE49-F238E27FC236}">
                <a16:creationId xmlns:a16="http://schemas.microsoft.com/office/drawing/2014/main" id="{57D59253-A636-B447-71C6-A05D512E9769}"/>
              </a:ext>
            </a:extLst>
          </p:cNvPr>
          <p:cNvSpPr>
            <a:spLocks noChangeArrowheads="1"/>
          </p:cNvSpPr>
          <p:nvPr>
            <p:custDataLst>
              <p:tags r:id="rId4"/>
            </p:custDataLst>
          </p:nvPr>
        </p:nvSpPr>
        <p:spPr bwMode="auto">
          <a:xfrm>
            <a:off x="5519738" y="3716338"/>
            <a:ext cx="792162" cy="792162"/>
          </a:xfrm>
          <a:prstGeom prst="rightArrow">
            <a:avLst>
              <a:gd name="adj1" fmla="val 50000"/>
              <a:gd name="adj2" fmla="val 25000"/>
            </a:avLst>
          </a:prstGeom>
          <a:solidFill>
            <a:schemeClr val="accent1"/>
          </a:solidFill>
          <a:ln w="9525">
            <a:solidFill>
              <a:schemeClr val="tx1"/>
            </a:solidFill>
            <a:miter lim="800000"/>
            <a:headEnd/>
            <a:tailEnd/>
          </a:ln>
        </p:spPr>
        <p:txBody>
          <a:bodyPr wrap="none" anchor="ctr"/>
          <a:lstStyle>
            <a:lvl1pPr>
              <a:lnSpc>
                <a:spcPct val="105000"/>
              </a:lnSpc>
              <a:spcBef>
                <a:spcPct val="20000"/>
              </a:spcBef>
              <a:buSzPct val="100000"/>
              <a:buChar char="•"/>
              <a:defRPr sz="2000">
                <a:solidFill>
                  <a:srgbClr val="000000"/>
                </a:solidFill>
                <a:latin typeface="Arial" panose="020B0604020202020204" pitchFamily="34" charset="0"/>
              </a:defRPr>
            </a:lvl1pPr>
            <a:lvl2pPr marL="742950" indent="-285750">
              <a:lnSpc>
                <a:spcPct val="105000"/>
              </a:lnSpc>
              <a:spcBef>
                <a:spcPct val="20000"/>
              </a:spcBef>
              <a:buSzPct val="100000"/>
              <a:buChar char="–"/>
              <a:defRPr sz="2000">
                <a:solidFill>
                  <a:srgbClr val="000000"/>
                </a:solidFill>
                <a:latin typeface="Arial" panose="020B0604020202020204" pitchFamily="34" charset="0"/>
              </a:defRPr>
            </a:lvl2pPr>
            <a:lvl3pPr marL="1143000" indent="-228600">
              <a:lnSpc>
                <a:spcPct val="105000"/>
              </a:lnSpc>
              <a:spcBef>
                <a:spcPct val="20000"/>
              </a:spcBef>
              <a:buSzPct val="100000"/>
              <a:buChar char="•"/>
              <a:defRPr>
                <a:solidFill>
                  <a:srgbClr val="000000"/>
                </a:solidFill>
                <a:latin typeface="Arial" panose="020B0604020202020204" pitchFamily="34" charset="0"/>
              </a:defRPr>
            </a:lvl3pPr>
            <a:lvl4pPr marL="1600200" indent="-228600">
              <a:lnSpc>
                <a:spcPct val="105000"/>
              </a:lnSpc>
              <a:spcBef>
                <a:spcPct val="20000"/>
              </a:spcBef>
              <a:buSzPct val="100000"/>
              <a:buChar char="–"/>
              <a:defRPr sz="1600">
                <a:solidFill>
                  <a:srgbClr val="000000"/>
                </a:solidFill>
                <a:latin typeface="Arial" panose="020B0604020202020204" pitchFamily="34" charset="0"/>
              </a:defRPr>
            </a:lvl4pPr>
            <a:lvl5pPr marL="2057400" indent="-228600">
              <a:lnSpc>
                <a:spcPct val="105000"/>
              </a:lnSpc>
              <a:spcBef>
                <a:spcPct val="20000"/>
              </a:spcBef>
              <a:buSzPct val="100000"/>
              <a:buChar char="–"/>
              <a:defRPr sz="16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algn="ctr" eaLnBrk="1" hangingPunct="1">
              <a:lnSpc>
                <a:spcPct val="100000"/>
              </a:lnSpc>
              <a:spcBef>
                <a:spcPct val="0"/>
              </a:spcBef>
              <a:buSzTx/>
              <a:buFontTx/>
              <a:buNone/>
            </a:pPr>
            <a:endParaRPr lang="en-GB" altLang="nl-NL"/>
          </a:p>
        </p:txBody>
      </p:sp>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2" descr="bm3">
            <a:extLst>
              <a:ext uri="{FF2B5EF4-FFF2-40B4-BE49-F238E27FC236}">
                <a16:creationId xmlns:a16="http://schemas.microsoft.com/office/drawing/2014/main" id="{621F9F1E-4EF6-1296-107F-C6F3237C667A}"/>
              </a:ext>
            </a:extLst>
          </p:cNvPr>
          <p:cNvPicPr>
            <a:picLocks noChangeAspect="1" noChangeArrowheads="1"/>
          </p:cNvPicPr>
          <p:nvPr>
            <p:custDataLst>
              <p:tags r:id="rId2"/>
            </p:custDataLst>
          </p:nvPr>
        </p:nvPicPr>
        <p:blipFill>
          <a:blip r:embed="rId9">
            <a:extLst>
              <a:ext uri="{28A0092B-C50C-407E-A947-70E740481C1C}">
                <a14:useLocalDpi xmlns:a14="http://schemas.microsoft.com/office/drawing/2010/main" val="0"/>
              </a:ext>
            </a:extLst>
          </a:blip>
          <a:srcRect/>
          <a:stretch>
            <a:fillRect/>
          </a:stretch>
        </p:blipFill>
        <p:spPr bwMode="auto">
          <a:xfrm>
            <a:off x="2566989" y="2571751"/>
            <a:ext cx="3144837" cy="300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3" name="Rectangle 3">
            <a:extLst>
              <a:ext uri="{FF2B5EF4-FFF2-40B4-BE49-F238E27FC236}">
                <a16:creationId xmlns:a16="http://schemas.microsoft.com/office/drawing/2014/main" id="{1239D299-D7DD-1DA6-84D1-C000F5A8FC3E}"/>
              </a:ext>
            </a:extLst>
          </p:cNvPr>
          <p:cNvSpPr>
            <a:spLocks noGrp="1" noChangeArrowheads="1"/>
          </p:cNvSpPr>
          <p:nvPr>
            <p:ph type="title"/>
            <p:custDataLst>
              <p:tags r:id="rId3"/>
            </p:custDataLst>
          </p:nvPr>
        </p:nvSpPr>
        <p:spPr>
          <a:xfrm>
            <a:off x="970722" y="13357"/>
            <a:ext cx="10263893" cy="782357"/>
          </a:xfrm>
          <a:noFill/>
        </p:spPr>
        <p:txBody>
          <a:bodyPr/>
          <a:lstStyle/>
          <a:p>
            <a:pPr algn="ctr" eaLnBrk="1" hangingPunct="1"/>
            <a:r>
              <a:rPr lang="en-US" altLang="nl-NL" dirty="0"/>
              <a:t>Base moves</a:t>
            </a:r>
          </a:p>
        </p:txBody>
      </p:sp>
      <p:sp>
        <p:nvSpPr>
          <p:cNvPr id="40964" name="AutoShape 4">
            <a:extLst>
              <a:ext uri="{FF2B5EF4-FFF2-40B4-BE49-F238E27FC236}">
                <a16:creationId xmlns:a16="http://schemas.microsoft.com/office/drawing/2014/main" id="{2C6CD5B4-F59D-64C1-70F7-3E33C10A27FA}"/>
              </a:ext>
            </a:extLst>
          </p:cNvPr>
          <p:cNvSpPr>
            <a:spLocks noChangeArrowheads="1"/>
          </p:cNvSpPr>
          <p:nvPr>
            <p:custDataLst>
              <p:tags r:id="rId4"/>
            </p:custDataLst>
          </p:nvPr>
        </p:nvSpPr>
        <p:spPr bwMode="auto">
          <a:xfrm>
            <a:off x="5519738" y="3716338"/>
            <a:ext cx="792162" cy="792162"/>
          </a:xfrm>
          <a:prstGeom prst="rightArrow">
            <a:avLst>
              <a:gd name="adj1" fmla="val 50000"/>
              <a:gd name="adj2" fmla="val 25000"/>
            </a:avLst>
          </a:prstGeom>
          <a:solidFill>
            <a:schemeClr val="accent1"/>
          </a:solidFill>
          <a:ln w="9525">
            <a:solidFill>
              <a:schemeClr val="tx1"/>
            </a:solidFill>
            <a:miter lim="800000"/>
            <a:headEnd/>
            <a:tailEnd/>
          </a:ln>
        </p:spPr>
        <p:txBody>
          <a:bodyPr wrap="none" anchor="ctr"/>
          <a:lstStyle>
            <a:lvl1pPr>
              <a:lnSpc>
                <a:spcPct val="105000"/>
              </a:lnSpc>
              <a:spcBef>
                <a:spcPct val="20000"/>
              </a:spcBef>
              <a:buSzPct val="100000"/>
              <a:buChar char="•"/>
              <a:defRPr sz="2000">
                <a:solidFill>
                  <a:srgbClr val="000000"/>
                </a:solidFill>
                <a:latin typeface="Arial" panose="020B0604020202020204" pitchFamily="34" charset="0"/>
              </a:defRPr>
            </a:lvl1pPr>
            <a:lvl2pPr marL="742950" indent="-285750">
              <a:lnSpc>
                <a:spcPct val="105000"/>
              </a:lnSpc>
              <a:spcBef>
                <a:spcPct val="20000"/>
              </a:spcBef>
              <a:buSzPct val="100000"/>
              <a:buChar char="–"/>
              <a:defRPr sz="2000">
                <a:solidFill>
                  <a:srgbClr val="000000"/>
                </a:solidFill>
                <a:latin typeface="Arial" panose="020B0604020202020204" pitchFamily="34" charset="0"/>
              </a:defRPr>
            </a:lvl2pPr>
            <a:lvl3pPr marL="1143000" indent="-228600">
              <a:lnSpc>
                <a:spcPct val="105000"/>
              </a:lnSpc>
              <a:spcBef>
                <a:spcPct val="20000"/>
              </a:spcBef>
              <a:buSzPct val="100000"/>
              <a:buChar char="•"/>
              <a:defRPr>
                <a:solidFill>
                  <a:srgbClr val="000000"/>
                </a:solidFill>
                <a:latin typeface="Arial" panose="020B0604020202020204" pitchFamily="34" charset="0"/>
              </a:defRPr>
            </a:lvl3pPr>
            <a:lvl4pPr marL="1600200" indent="-228600">
              <a:lnSpc>
                <a:spcPct val="105000"/>
              </a:lnSpc>
              <a:spcBef>
                <a:spcPct val="20000"/>
              </a:spcBef>
              <a:buSzPct val="100000"/>
              <a:buChar char="–"/>
              <a:defRPr sz="1600">
                <a:solidFill>
                  <a:srgbClr val="000000"/>
                </a:solidFill>
                <a:latin typeface="Arial" panose="020B0604020202020204" pitchFamily="34" charset="0"/>
              </a:defRPr>
            </a:lvl4pPr>
            <a:lvl5pPr marL="2057400" indent="-228600">
              <a:lnSpc>
                <a:spcPct val="105000"/>
              </a:lnSpc>
              <a:spcBef>
                <a:spcPct val="20000"/>
              </a:spcBef>
              <a:buSzPct val="100000"/>
              <a:buChar char="–"/>
              <a:defRPr sz="16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algn="ctr" eaLnBrk="1" hangingPunct="1">
              <a:lnSpc>
                <a:spcPct val="100000"/>
              </a:lnSpc>
              <a:spcBef>
                <a:spcPct val="0"/>
              </a:spcBef>
              <a:buSzTx/>
              <a:buFontTx/>
              <a:buNone/>
            </a:pPr>
            <a:endParaRPr lang="en-GB" altLang="nl-NL"/>
          </a:p>
        </p:txBody>
      </p:sp>
      <p:sp>
        <p:nvSpPr>
          <p:cNvPr id="40965" name="Line 5">
            <a:extLst>
              <a:ext uri="{FF2B5EF4-FFF2-40B4-BE49-F238E27FC236}">
                <a16:creationId xmlns:a16="http://schemas.microsoft.com/office/drawing/2014/main" id="{CF8F290E-69F9-0339-A343-BB2F47EAE923}"/>
              </a:ext>
            </a:extLst>
          </p:cNvPr>
          <p:cNvSpPr>
            <a:spLocks noChangeShapeType="1"/>
          </p:cNvSpPr>
          <p:nvPr>
            <p:custDataLst>
              <p:tags r:id="rId5"/>
            </p:custDataLst>
          </p:nvPr>
        </p:nvSpPr>
        <p:spPr bwMode="auto">
          <a:xfrm flipH="1">
            <a:off x="4151314" y="4221163"/>
            <a:ext cx="73025" cy="576262"/>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it-IT"/>
          </a:p>
        </p:txBody>
      </p:sp>
      <p:pic>
        <p:nvPicPr>
          <p:cNvPr id="40966" name="Picture 6" descr="bm3b">
            <a:extLst>
              <a:ext uri="{FF2B5EF4-FFF2-40B4-BE49-F238E27FC236}">
                <a16:creationId xmlns:a16="http://schemas.microsoft.com/office/drawing/2014/main" id="{B6FA12B1-7622-98A1-5E64-F70D45182BC3}"/>
              </a:ext>
            </a:extLst>
          </p:cNvPr>
          <p:cNvPicPr>
            <a:picLocks noChangeAspect="1" noChangeArrowheads="1"/>
          </p:cNvPicPr>
          <p:nvPr>
            <p:custDataLst>
              <p:tags r:id="rId6"/>
            </p:custDataLst>
          </p:nvPr>
        </p:nvPicPr>
        <p:blipFill>
          <a:blip r:embed="rId10">
            <a:extLst>
              <a:ext uri="{28A0092B-C50C-407E-A947-70E740481C1C}">
                <a14:useLocalDpi xmlns:a14="http://schemas.microsoft.com/office/drawing/2010/main" val="0"/>
              </a:ext>
            </a:extLst>
          </a:blip>
          <a:srcRect/>
          <a:stretch>
            <a:fillRect/>
          </a:stretch>
        </p:blipFill>
        <p:spPr bwMode="auto">
          <a:xfrm>
            <a:off x="6742114" y="2571751"/>
            <a:ext cx="2897187" cy="302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7" name="Rectangle 7">
            <a:extLst>
              <a:ext uri="{FF2B5EF4-FFF2-40B4-BE49-F238E27FC236}">
                <a16:creationId xmlns:a16="http://schemas.microsoft.com/office/drawing/2014/main" id="{D8990D04-F9D3-5168-1CCF-C0B0B0E3A1BA}"/>
              </a:ext>
            </a:extLst>
          </p:cNvPr>
          <p:cNvSpPr>
            <a:spLocks noGrp="1" noChangeArrowheads="1"/>
          </p:cNvSpPr>
          <p:nvPr>
            <p:ph type="body" idx="1"/>
            <p:custDataLst>
              <p:tags r:id="rId7"/>
            </p:custDataLst>
          </p:nvPr>
        </p:nvSpPr>
        <p:spPr>
          <a:xfrm>
            <a:off x="967154" y="1263761"/>
            <a:ext cx="10267462" cy="4170363"/>
          </a:xfrm>
          <a:noFill/>
        </p:spPr>
        <p:txBody>
          <a:bodyPr/>
          <a:lstStyle/>
          <a:p>
            <a:pPr marL="381000" indent="-381000"/>
            <a:r>
              <a:rPr lang="en-US" altLang="nl-NL"/>
              <a:t>One </a:t>
            </a:r>
            <a:r>
              <a:rPr lang="en-US" altLang="nl-NL" i="1"/>
              <a:t>transition node</a:t>
            </a:r>
            <a:r>
              <a:rPr lang="en-US" altLang="nl-NL"/>
              <a:t> and one </a:t>
            </a:r>
            <a:r>
              <a:rPr lang="en-US" altLang="nl-NL" i="1"/>
              <a:t>cross node</a:t>
            </a:r>
            <a:endParaRPr lang="en-US" altLang="nl-NL"/>
          </a:p>
          <a:p>
            <a:pPr marL="381000" indent="-381000"/>
            <a:r>
              <a:rPr lang="en-US" altLang="nl-NL">
                <a:sym typeface="Wingdings" panose="05000000000000000000" pitchFamily="2" charset="2"/>
              </a:rPr>
              <a:t>	 </a:t>
            </a:r>
            <a:r>
              <a:rPr lang="en-US" altLang="nl-NL"/>
              <a:t>Move the </a:t>
            </a:r>
            <a:r>
              <a:rPr lang="en-US" altLang="nl-NL" i="1"/>
              <a:t>transition node</a:t>
            </a:r>
            <a:r>
              <a:rPr lang="en-US" altLang="nl-NL"/>
              <a:t> in one of the other two branches of the </a:t>
            </a:r>
            <a:r>
              <a:rPr lang="en-US" altLang="nl-NL" i="1"/>
              <a:t>cross node</a:t>
            </a:r>
          </a:p>
        </p:txBody>
      </p:sp>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C8310086-5069-CAE8-8316-57338C4BCC67}"/>
              </a:ext>
            </a:extLst>
          </p:cNvPr>
          <p:cNvSpPr>
            <a:spLocks noGrp="1" noChangeArrowheads="1"/>
          </p:cNvSpPr>
          <p:nvPr>
            <p:ph type="title"/>
            <p:custDataLst>
              <p:tags r:id="rId2"/>
            </p:custDataLst>
          </p:nvPr>
        </p:nvSpPr>
        <p:spPr>
          <a:xfrm>
            <a:off x="970722" y="13356"/>
            <a:ext cx="10263893" cy="782357"/>
          </a:xfrm>
          <a:noFill/>
        </p:spPr>
        <p:txBody>
          <a:bodyPr/>
          <a:lstStyle/>
          <a:p>
            <a:pPr algn="ctr" eaLnBrk="1" hangingPunct="1"/>
            <a:r>
              <a:rPr lang="en-US" altLang="nl-NL" dirty="0"/>
              <a:t>Base moves</a:t>
            </a:r>
          </a:p>
        </p:txBody>
      </p:sp>
      <p:sp>
        <p:nvSpPr>
          <p:cNvPr id="41987" name="AutoShape 3">
            <a:extLst>
              <a:ext uri="{FF2B5EF4-FFF2-40B4-BE49-F238E27FC236}">
                <a16:creationId xmlns:a16="http://schemas.microsoft.com/office/drawing/2014/main" id="{6795DF66-D294-8896-8193-39503A1CC1BE}"/>
              </a:ext>
            </a:extLst>
          </p:cNvPr>
          <p:cNvSpPr>
            <a:spLocks noChangeArrowheads="1"/>
          </p:cNvSpPr>
          <p:nvPr>
            <p:custDataLst>
              <p:tags r:id="rId3"/>
            </p:custDataLst>
          </p:nvPr>
        </p:nvSpPr>
        <p:spPr bwMode="auto">
          <a:xfrm>
            <a:off x="5519738" y="3716338"/>
            <a:ext cx="792162" cy="792162"/>
          </a:xfrm>
          <a:prstGeom prst="rightArrow">
            <a:avLst>
              <a:gd name="adj1" fmla="val 50000"/>
              <a:gd name="adj2" fmla="val 25000"/>
            </a:avLst>
          </a:prstGeom>
          <a:solidFill>
            <a:schemeClr val="accent1"/>
          </a:solidFill>
          <a:ln w="9525">
            <a:solidFill>
              <a:schemeClr val="tx1"/>
            </a:solidFill>
            <a:miter lim="800000"/>
            <a:headEnd/>
            <a:tailEnd/>
          </a:ln>
        </p:spPr>
        <p:txBody>
          <a:bodyPr wrap="none" anchor="ctr"/>
          <a:lstStyle>
            <a:lvl1pPr>
              <a:lnSpc>
                <a:spcPct val="105000"/>
              </a:lnSpc>
              <a:spcBef>
                <a:spcPct val="20000"/>
              </a:spcBef>
              <a:buSzPct val="100000"/>
              <a:buChar char="•"/>
              <a:defRPr sz="2000">
                <a:solidFill>
                  <a:srgbClr val="000000"/>
                </a:solidFill>
                <a:latin typeface="Arial" panose="020B0604020202020204" pitchFamily="34" charset="0"/>
              </a:defRPr>
            </a:lvl1pPr>
            <a:lvl2pPr marL="742950" indent="-285750">
              <a:lnSpc>
                <a:spcPct val="105000"/>
              </a:lnSpc>
              <a:spcBef>
                <a:spcPct val="20000"/>
              </a:spcBef>
              <a:buSzPct val="100000"/>
              <a:buChar char="–"/>
              <a:defRPr sz="2000">
                <a:solidFill>
                  <a:srgbClr val="000000"/>
                </a:solidFill>
                <a:latin typeface="Arial" panose="020B0604020202020204" pitchFamily="34" charset="0"/>
              </a:defRPr>
            </a:lvl2pPr>
            <a:lvl3pPr marL="1143000" indent="-228600">
              <a:lnSpc>
                <a:spcPct val="105000"/>
              </a:lnSpc>
              <a:spcBef>
                <a:spcPct val="20000"/>
              </a:spcBef>
              <a:buSzPct val="100000"/>
              <a:buChar char="•"/>
              <a:defRPr>
                <a:solidFill>
                  <a:srgbClr val="000000"/>
                </a:solidFill>
                <a:latin typeface="Arial" panose="020B0604020202020204" pitchFamily="34" charset="0"/>
              </a:defRPr>
            </a:lvl3pPr>
            <a:lvl4pPr marL="1600200" indent="-228600">
              <a:lnSpc>
                <a:spcPct val="105000"/>
              </a:lnSpc>
              <a:spcBef>
                <a:spcPct val="20000"/>
              </a:spcBef>
              <a:buSzPct val="100000"/>
              <a:buChar char="–"/>
              <a:defRPr sz="1600">
                <a:solidFill>
                  <a:srgbClr val="000000"/>
                </a:solidFill>
                <a:latin typeface="Arial" panose="020B0604020202020204" pitchFamily="34" charset="0"/>
              </a:defRPr>
            </a:lvl4pPr>
            <a:lvl5pPr marL="2057400" indent="-228600">
              <a:lnSpc>
                <a:spcPct val="105000"/>
              </a:lnSpc>
              <a:spcBef>
                <a:spcPct val="20000"/>
              </a:spcBef>
              <a:buSzPct val="100000"/>
              <a:buChar char="–"/>
              <a:defRPr sz="16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algn="ctr" eaLnBrk="1" hangingPunct="1">
              <a:lnSpc>
                <a:spcPct val="100000"/>
              </a:lnSpc>
              <a:spcBef>
                <a:spcPct val="0"/>
              </a:spcBef>
              <a:buSzTx/>
              <a:buFontTx/>
              <a:buNone/>
            </a:pPr>
            <a:endParaRPr lang="en-GB" altLang="nl-NL"/>
          </a:p>
        </p:txBody>
      </p:sp>
      <p:sp>
        <p:nvSpPr>
          <p:cNvPr id="41988" name="Rectangle 4">
            <a:extLst>
              <a:ext uri="{FF2B5EF4-FFF2-40B4-BE49-F238E27FC236}">
                <a16:creationId xmlns:a16="http://schemas.microsoft.com/office/drawing/2014/main" id="{EAAF78D6-678D-A5B1-F376-CFCF2C43262E}"/>
              </a:ext>
            </a:extLst>
          </p:cNvPr>
          <p:cNvSpPr>
            <a:spLocks noGrp="1" noChangeArrowheads="1"/>
          </p:cNvSpPr>
          <p:nvPr>
            <p:ph type="body" idx="1"/>
            <p:custDataLst>
              <p:tags r:id="rId4"/>
            </p:custDataLst>
          </p:nvPr>
        </p:nvSpPr>
        <p:spPr>
          <a:xfrm>
            <a:off x="967154" y="1263760"/>
            <a:ext cx="10267462" cy="4170363"/>
          </a:xfrm>
          <a:noFill/>
        </p:spPr>
        <p:txBody>
          <a:bodyPr/>
          <a:lstStyle/>
          <a:p>
            <a:pPr marL="381000" indent="-381000"/>
            <a:r>
              <a:rPr lang="en-US" altLang="nl-NL"/>
              <a:t>Two consecutive </a:t>
            </a:r>
            <a:r>
              <a:rPr lang="en-US" altLang="nl-NL" i="1"/>
              <a:t>cross nodes</a:t>
            </a:r>
            <a:endParaRPr lang="en-US" altLang="nl-NL"/>
          </a:p>
          <a:p>
            <a:pPr marL="381000" indent="-381000"/>
            <a:r>
              <a:rPr lang="en-US" altLang="nl-NL">
                <a:sym typeface="Wingdings" panose="05000000000000000000" pitchFamily="2" charset="2"/>
              </a:rPr>
              <a:t>	 Try to exchange one of the subtree</a:t>
            </a:r>
            <a:r>
              <a:rPr lang="en-US" altLang="nl-NL"/>
              <a:t> rooted at one cross node with another subtree rooted at the other cross node </a:t>
            </a:r>
          </a:p>
          <a:p>
            <a:pPr marL="381000" indent="-381000"/>
            <a:endParaRPr lang="en-US" altLang="nl-NL" i="1"/>
          </a:p>
        </p:txBody>
      </p:sp>
      <p:pic>
        <p:nvPicPr>
          <p:cNvPr id="41989" name="Picture 6" descr="2cross">
            <a:extLst>
              <a:ext uri="{FF2B5EF4-FFF2-40B4-BE49-F238E27FC236}">
                <a16:creationId xmlns:a16="http://schemas.microsoft.com/office/drawing/2014/main" id="{4538378B-9A4B-9D21-301B-1A65DBA50FE0}"/>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208213" y="2924176"/>
            <a:ext cx="2914650" cy="2487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990" name="Picture 7" descr="2cross-after">
            <a:extLst>
              <a:ext uri="{FF2B5EF4-FFF2-40B4-BE49-F238E27FC236}">
                <a16:creationId xmlns:a16="http://schemas.microsoft.com/office/drawing/2014/main" id="{C9AD36A8-DE46-ECAC-12FF-33E7AAC97820}"/>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672263" y="2924176"/>
            <a:ext cx="3314700" cy="2498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91" name="Oval 8">
            <a:extLst>
              <a:ext uri="{FF2B5EF4-FFF2-40B4-BE49-F238E27FC236}">
                <a16:creationId xmlns:a16="http://schemas.microsoft.com/office/drawing/2014/main" id="{6237BEA0-0264-0657-DBC1-0B89E6C01D61}"/>
              </a:ext>
            </a:extLst>
          </p:cNvPr>
          <p:cNvSpPr>
            <a:spLocks noChangeArrowheads="1"/>
          </p:cNvSpPr>
          <p:nvPr>
            <p:custDataLst>
              <p:tags r:id="rId5"/>
            </p:custDataLst>
          </p:nvPr>
        </p:nvSpPr>
        <p:spPr bwMode="auto">
          <a:xfrm>
            <a:off x="3763963" y="2881314"/>
            <a:ext cx="1439862" cy="1152525"/>
          </a:xfrm>
          <a:prstGeom prst="ellipse">
            <a:avLst/>
          </a:prstGeom>
          <a:solidFill>
            <a:srgbClr val="FF0000">
              <a:alpha val="5098"/>
            </a:srgbClr>
          </a:solidFill>
          <a:ln w="9525">
            <a:solidFill>
              <a:schemeClr val="tx1"/>
            </a:solidFill>
            <a:prstDash val="sysDot"/>
            <a:round/>
            <a:headEnd/>
            <a:tailEnd/>
          </a:ln>
        </p:spPr>
        <p:txBody>
          <a:bodyPr wrap="none" anchor="ctr"/>
          <a:lstStyle>
            <a:lvl1pPr>
              <a:lnSpc>
                <a:spcPct val="105000"/>
              </a:lnSpc>
              <a:spcBef>
                <a:spcPct val="20000"/>
              </a:spcBef>
              <a:buSzPct val="100000"/>
              <a:buChar char="•"/>
              <a:defRPr sz="2000">
                <a:solidFill>
                  <a:srgbClr val="000000"/>
                </a:solidFill>
                <a:latin typeface="Arial" panose="020B0604020202020204" pitchFamily="34" charset="0"/>
              </a:defRPr>
            </a:lvl1pPr>
            <a:lvl2pPr marL="742950" indent="-285750">
              <a:lnSpc>
                <a:spcPct val="105000"/>
              </a:lnSpc>
              <a:spcBef>
                <a:spcPct val="20000"/>
              </a:spcBef>
              <a:buSzPct val="100000"/>
              <a:buChar char="–"/>
              <a:defRPr sz="2000">
                <a:solidFill>
                  <a:srgbClr val="000000"/>
                </a:solidFill>
                <a:latin typeface="Arial" panose="020B0604020202020204" pitchFamily="34" charset="0"/>
              </a:defRPr>
            </a:lvl2pPr>
            <a:lvl3pPr marL="1143000" indent="-228600">
              <a:lnSpc>
                <a:spcPct val="105000"/>
              </a:lnSpc>
              <a:spcBef>
                <a:spcPct val="20000"/>
              </a:spcBef>
              <a:buSzPct val="100000"/>
              <a:buChar char="•"/>
              <a:defRPr>
                <a:solidFill>
                  <a:srgbClr val="000000"/>
                </a:solidFill>
                <a:latin typeface="Arial" panose="020B0604020202020204" pitchFamily="34" charset="0"/>
              </a:defRPr>
            </a:lvl3pPr>
            <a:lvl4pPr marL="1600200" indent="-228600">
              <a:lnSpc>
                <a:spcPct val="105000"/>
              </a:lnSpc>
              <a:spcBef>
                <a:spcPct val="20000"/>
              </a:spcBef>
              <a:buSzPct val="100000"/>
              <a:buChar char="–"/>
              <a:defRPr sz="1600">
                <a:solidFill>
                  <a:srgbClr val="000000"/>
                </a:solidFill>
                <a:latin typeface="Arial" panose="020B0604020202020204" pitchFamily="34" charset="0"/>
              </a:defRPr>
            </a:lvl4pPr>
            <a:lvl5pPr marL="2057400" indent="-228600">
              <a:lnSpc>
                <a:spcPct val="105000"/>
              </a:lnSpc>
              <a:spcBef>
                <a:spcPct val="20000"/>
              </a:spcBef>
              <a:buSzPct val="100000"/>
              <a:buChar char="–"/>
              <a:defRPr sz="16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algn="ctr" eaLnBrk="1" hangingPunct="1">
              <a:lnSpc>
                <a:spcPct val="100000"/>
              </a:lnSpc>
              <a:spcBef>
                <a:spcPct val="0"/>
              </a:spcBef>
              <a:buSzTx/>
              <a:buFontTx/>
              <a:buNone/>
            </a:pPr>
            <a:endParaRPr lang="en-GB" altLang="nl-NL"/>
          </a:p>
        </p:txBody>
      </p:sp>
      <p:sp>
        <p:nvSpPr>
          <p:cNvPr id="41992" name="Oval 9">
            <a:extLst>
              <a:ext uri="{FF2B5EF4-FFF2-40B4-BE49-F238E27FC236}">
                <a16:creationId xmlns:a16="http://schemas.microsoft.com/office/drawing/2014/main" id="{2B2FA338-F37F-146B-DE5B-802D857F1319}"/>
              </a:ext>
            </a:extLst>
          </p:cNvPr>
          <p:cNvSpPr>
            <a:spLocks noChangeArrowheads="1"/>
          </p:cNvSpPr>
          <p:nvPr>
            <p:custDataLst>
              <p:tags r:id="rId6"/>
            </p:custDataLst>
          </p:nvPr>
        </p:nvSpPr>
        <p:spPr bwMode="auto">
          <a:xfrm>
            <a:off x="1992313" y="3789364"/>
            <a:ext cx="1236662" cy="1152525"/>
          </a:xfrm>
          <a:prstGeom prst="ellipse">
            <a:avLst/>
          </a:prstGeom>
          <a:solidFill>
            <a:srgbClr val="FF0000">
              <a:alpha val="5098"/>
            </a:srgbClr>
          </a:solidFill>
          <a:ln w="9525">
            <a:solidFill>
              <a:schemeClr val="tx1"/>
            </a:solidFill>
            <a:prstDash val="sysDot"/>
            <a:round/>
            <a:headEnd/>
            <a:tailEnd/>
          </a:ln>
        </p:spPr>
        <p:txBody>
          <a:bodyPr wrap="none" anchor="ctr"/>
          <a:lstStyle>
            <a:lvl1pPr>
              <a:lnSpc>
                <a:spcPct val="105000"/>
              </a:lnSpc>
              <a:spcBef>
                <a:spcPct val="20000"/>
              </a:spcBef>
              <a:buSzPct val="100000"/>
              <a:buChar char="•"/>
              <a:defRPr sz="2000">
                <a:solidFill>
                  <a:srgbClr val="000000"/>
                </a:solidFill>
                <a:latin typeface="Arial" panose="020B0604020202020204" pitchFamily="34" charset="0"/>
              </a:defRPr>
            </a:lvl1pPr>
            <a:lvl2pPr marL="742950" indent="-285750">
              <a:lnSpc>
                <a:spcPct val="105000"/>
              </a:lnSpc>
              <a:spcBef>
                <a:spcPct val="20000"/>
              </a:spcBef>
              <a:buSzPct val="100000"/>
              <a:buChar char="–"/>
              <a:defRPr sz="2000">
                <a:solidFill>
                  <a:srgbClr val="000000"/>
                </a:solidFill>
                <a:latin typeface="Arial" panose="020B0604020202020204" pitchFamily="34" charset="0"/>
              </a:defRPr>
            </a:lvl2pPr>
            <a:lvl3pPr marL="1143000" indent="-228600">
              <a:lnSpc>
                <a:spcPct val="105000"/>
              </a:lnSpc>
              <a:spcBef>
                <a:spcPct val="20000"/>
              </a:spcBef>
              <a:buSzPct val="100000"/>
              <a:buChar char="•"/>
              <a:defRPr>
                <a:solidFill>
                  <a:srgbClr val="000000"/>
                </a:solidFill>
                <a:latin typeface="Arial" panose="020B0604020202020204" pitchFamily="34" charset="0"/>
              </a:defRPr>
            </a:lvl3pPr>
            <a:lvl4pPr marL="1600200" indent="-228600">
              <a:lnSpc>
                <a:spcPct val="105000"/>
              </a:lnSpc>
              <a:spcBef>
                <a:spcPct val="20000"/>
              </a:spcBef>
              <a:buSzPct val="100000"/>
              <a:buChar char="–"/>
              <a:defRPr sz="1600">
                <a:solidFill>
                  <a:srgbClr val="000000"/>
                </a:solidFill>
                <a:latin typeface="Arial" panose="020B0604020202020204" pitchFamily="34" charset="0"/>
              </a:defRPr>
            </a:lvl4pPr>
            <a:lvl5pPr marL="2057400" indent="-228600">
              <a:lnSpc>
                <a:spcPct val="105000"/>
              </a:lnSpc>
              <a:spcBef>
                <a:spcPct val="20000"/>
              </a:spcBef>
              <a:buSzPct val="100000"/>
              <a:buChar char="–"/>
              <a:defRPr sz="16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algn="ctr" eaLnBrk="1" hangingPunct="1">
              <a:lnSpc>
                <a:spcPct val="100000"/>
              </a:lnSpc>
              <a:spcBef>
                <a:spcPct val="0"/>
              </a:spcBef>
              <a:buSzTx/>
              <a:buFontTx/>
              <a:buNone/>
            </a:pPr>
            <a:endParaRPr lang="en-GB" altLang="nl-NL"/>
          </a:p>
        </p:txBody>
      </p:sp>
      <p:sp>
        <p:nvSpPr>
          <p:cNvPr id="41993" name="Oval 10">
            <a:extLst>
              <a:ext uri="{FF2B5EF4-FFF2-40B4-BE49-F238E27FC236}">
                <a16:creationId xmlns:a16="http://schemas.microsoft.com/office/drawing/2014/main" id="{C2B32D1F-6FBD-4184-B95A-DEC0CB8F65B8}"/>
              </a:ext>
            </a:extLst>
          </p:cNvPr>
          <p:cNvSpPr>
            <a:spLocks noChangeArrowheads="1"/>
          </p:cNvSpPr>
          <p:nvPr>
            <p:custDataLst>
              <p:tags r:id="rId7"/>
            </p:custDataLst>
          </p:nvPr>
        </p:nvSpPr>
        <p:spPr bwMode="auto">
          <a:xfrm>
            <a:off x="8543926" y="2781301"/>
            <a:ext cx="1439863" cy="1152525"/>
          </a:xfrm>
          <a:prstGeom prst="ellipse">
            <a:avLst/>
          </a:prstGeom>
          <a:solidFill>
            <a:srgbClr val="FF0000">
              <a:alpha val="5098"/>
            </a:srgbClr>
          </a:solidFill>
          <a:ln w="9525">
            <a:solidFill>
              <a:schemeClr val="tx1"/>
            </a:solidFill>
            <a:prstDash val="sysDot"/>
            <a:round/>
            <a:headEnd/>
            <a:tailEnd/>
          </a:ln>
        </p:spPr>
        <p:txBody>
          <a:bodyPr wrap="none" anchor="ctr"/>
          <a:lstStyle>
            <a:lvl1pPr>
              <a:lnSpc>
                <a:spcPct val="105000"/>
              </a:lnSpc>
              <a:spcBef>
                <a:spcPct val="20000"/>
              </a:spcBef>
              <a:buSzPct val="100000"/>
              <a:buChar char="•"/>
              <a:defRPr sz="2000">
                <a:solidFill>
                  <a:srgbClr val="000000"/>
                </a:solidFill>
                <a:latin typeface="Arial" panose="020B0604020202020204" pitchFamily="34" charset="0"/>
              </a:defRPr>
            </a:lvl1pPr>
            <a:lvl2pPr marL="742950" indent="-285750">
              <a:lnSpc>
                <a:spcPct val="105000"/>
              </a:lnSpc>
              <a:spcBef>
                <a:spcPct val="20000"/>
              </a:spcBef>
              <a:buSzPct val="100000"/>
              <a:buChar char="–"/>
              <a:defRPr sz="2000">
                <a:solidFill>
                  <a:srgbClr val="000000"/>
                </a:solidFill>
                <a:latin typeface="Arial" panose="020B0604020202020204" pitchFamily="34" charset="0"/>
              </a:defRPr>
            </a:lvl2pPr>
            <a:lvl3pPr marL="1143000" indent="-228600">
              <a:lnSpc>
                <a:spcPct val="105000"/>
              </a:lnSpc>
              <a:spcBef>
                <a:spcPct val="20000"/>
              </a:spcBef>
              <a:buSzPct val="100000"/>
              <a:buChar char="•"/>
              <a:defRPr>
                <a:solidFill>
                  <a:srgbClr val="000000"/>
                </a:solidFill>
                <a:latin typeface="Arial" panose="020B0604020202020204" pitchFamily="34" charset="0"/>
              </a:defRPr>
            </a:lvl3pPr>
            <a:lvl4pPr marL="1600200" indent="-228600">
              <a:lnSpc>
                <a:spcPct val="105000"/>
              </a:lnSpc>
              <a:spcBef>
                <a:spcPct val="20000"/>
              </a:spcBef>
              <a:buSzPct val="100000"/>
              <a:buChar char="–"/>
              <a:defRPr sz="1600">
                <a:solidFill>
                  <a:srgbClr val="000000"/>
                </a:solidFill>
                <a:latin typeface="Arial" panose="020B0604020202020204" pitchFamily="34" charset="0"/>
              </a:defRPr>
            </a:lvl4pPr>
            <a:lvl5pPr marL="2057400" indent="-228600">
              <a:lnSpc>
                <a:spcPct val="105000"/>
              </a:lnSpc>
              <a:spcBef>
                <a:spcPct val="20000"/>
              </a:spcBef>
              <a:buSzPct val="100000"/>
              <a:buChar char="–"/>
              <a:defRPr sz="16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algn="ctr" eaLnBrk="1" hangingPunct="1">
              <a:lnSpc>
                <a:spcPct val="100000"/>
              </a:lnSpc>
              <a:spcBef>
                <a:spcPct val="0"/>
              </a:spcBef>
              <a:buSzTx/>
              <a:buFontTx/>
              <a:buNone/>
            </a:pPr>
            <a:endParaRPr lang="en-GB" altLang="nl-NL"/>
          </a:p>
        </p:txBody>
      </p:sp>
      <p:sp>
        <p:nvSpPr>
          <p:cNvPr id="41994" name="Oval 11">
            <a:extLst>
              <a:ext uri="{FF2B5EF4-FFF2-40B4-BE49-F238E27FC236}">
                <a16:creationId xmlns:a16="http://schemas.microsoft.com/office/drawing/2014/main" id="{0BC1EE8D-7382-587D-1489-6446DF8C64A1}"/>
              </a:ext>
            </a:extLst>
          </p:cNvPr>
          <p:cNvSpPr>
            <a:spLocks noChangeArrowheads="1"/>
          </p:cNvSpPr>
          <p:nvPr>
            <p:custDataLst>
              <p:tags r:id="rId8"/>
            </p:custDataLst>
          </p:nvPr>
        </p:nvSpPr>
        <p:spPr bwMode="auto">
          <a:xfrm>
            <a:off x="6657976" y="3803651"/>
            <a:ext cx="1236663" cy="1152525"/>
          </a:xfrm>
          <a:prstGeom prst="ellipse">
            <a:avLst/>
          </a:prstGeom>
          <a:solidFill>
            <a:srgbClr val="FF0000">
              <a:alpha val="5098"/>
            </a:srgbClr>
          </a:solidFill>
          <a:ln w="9525">
            <a:solidFill>
              <a:schemeClr val="tx1"/>
            </a:solidFill>
            <a:prstDash val="sysDot"/>
            <a:round/>
            <a:headEnd/>
            <a:tailEnd/>
          </a:ln>
        </p:spPr>
        <p:txBody>
          <a:bodyPr wrap="none" anchor="ctr"/>
          <a:lstStyle>
            <a:lvl1pPr>
              <a:lnSpc>
                <a:spcPct val="105000"/>
              </a:lnSpc>
              <a:spcBef>
                <a:spcPct val="20000"/>
              </a:spcBef>
              <a:buSzPct val="100000"/>
              <a:buChar char="•"/>
              <a:defRPr sz="2000">
                <a:solidFill>
                  <a:srgbClr val="000000"/>
                </a:solidFill>
                <a:latin typeface="Arial" panose="020B0604020202020204" pitchFamily="34" charset="0"/>
              </a:defRPr>
            </a:lvl1pPr>
            <a:lvl2pPr marL="742950" indent="-285750">
              <a:lnSpc>
                <a:spcPct val="105000"/>
              </a:lnSpc>
              <a:spcBef>
                <a:spcPct val="20000"/>
              </a:spcBef>
              <a:buSzPct val="100000"/>
              <a:buChar char="–"/>
              <a:defRPr sz="2000">
                <a:solidFill>
                  <a:srgbClr val="000000"/>
                </a:solidFill>
                <a:latin typeface="Arial" panose="020B0604020202020204" pitchFamily="34" charset="0"/>
              </a:defRPr>
            </a:lvl2pPr>
            <a:lvl3pPr marL="1143000" indent="-228600">
              <a:lnSpc>
                <a:spcPct val="105000"/>
              </a:lnSpc>
              <a:spcBef>
                <a:spcPct val="20000"/>
              </a:spcBef>
              <a:buSzPct val="100000"/>
              <a:buChar char="•"/>
              <a:defRPr>
                <a:solidFill>
                  <a:srgbClr val="000000"/>
                </a:solidFill>
                <a:latin typeface="Arial" panose="020B0604020202020204" pitchFamily="34" charset="0"/>
              </a:defRPr>
            </a:lvl3pPr>
            <a:lvl4pPr marL="1600200" indent="-228600">
              <a:lnSpc>
                <a:spcPct val="105000"/>
              </a:lnSpc>
              <a:spcBef>
                <a:spcPct val="20000"/>
              </a:spcBef>
              <a:buSzPct val="100000"/>
              <a:buChar char="–"/>
              <a:defRPr sz="1600">
                <a:solidFill>
                  <a:srgbClr val="000000"/>
                </a:solidFill>
                <a:latin typeface="Arial" panose="020B0604020202020204" pitchFamily="34" charset="0"/>
              </a:defRPr>
            </a:lvl4pPr>
            <a:lvl5pPr marL="2057400" indent="-228600">
              <a:lnSpc>
                <a:spcPct val="105000"/>
              </a:lnSpc>
              <a:spcBef>
                <a:spcPct val="20000"/>
              </a:spcBef>
              <a:buSzPct val="100000"/>
              <a:buChar char="–"/>
              <a:defRPr sz="16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algn="ctr" eaLnBrk="1" hangingPunct="1">
              <a:lnSpc>
                <a:spcPct val="100000"/>
              </a:lnSpc>
              <a:spcBef>
                <a:spcPct val="0"/>
              </a:spcBef>
              <a:buSzTx/>
              <a:buFontTx/>
              <a:buNone/>
            </a:pPr>
            <a:endParaRPr lang="en-GB" altLang="nl-NL"/>
          </a:p>
        </p:txBody>
      </p:sp>
      <p:sp>
        <p:nvSpPr>
          <p:cNvPr id="41995" name="Line 12">
            <a:extLst>
              <a:ext uri="{FF2B5EF4-FFF2-40B4-BE49-F238E27FC236}">
                <a16:creationId xmlns:a16="http://schemas.microsoft.com/office/drawing/2014/main" id="{B8674132-B6B4-6E72-C4E3-716615FAE0E6}"/>
              </a:ext>
            </a:extLst>
          </p:cNvPr>
          <p:cNvSpPr>
            <a:spLocks noChangeShapeType="1"/>
          </p:cNvSpPr>
          <p:nvPr>
            <p:custDataLst>
              <p:tags r:id="rId9"/>
            </p:custDataLst>
          </p:nvPr>
        </p:nvSpPr>
        <p:spPr bwMode="auto">
          <a:xfrm flipH="1">
            <a:off x="3143250" y="3644900"/>
            <a:ext cx="649288" cy="431800"/>
          </a:xfrm>
          <a:prstGeom prst="line">
            <a:avLst/>
          </a:prstGeom>
          <a:noFill/>
          <a:ln w="9525">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it-IT"/>
          </a:p>
        </p:txBody>
      </p:sp>
    </p:spTree>
    <p:custDataLst>
      <p:tags r:id="rId1"/>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a:extLst>
              <a:ext uri="{FF2B5EF4-FFF2-40B4-BE49-F238E27FC236}">
                <a16:creationId xmlns:a16="http://schemas.microsoft.com/office/drawing/2014/main" id="{214BF205-6CCC-824D-7DED-B445FFCDF34A}"/>
              </a:ext>
            </a:extLst>
          </p:cNvPr>
          <p:cNvSpPr>
            <a:spLocks noGrp="1"/>
          </p:cNvSpPr>
          <p:nvPr>
            <p:ph type="title"/>
          </p:nvPr>
        </p:nvSpPr>
        <p:spPr>
          <a:xfrm>
            <a:off x="522818" y="277257"/>
            <a:ext cx="11146367" cy="914400"/>
          </a:xfrm>
        </p:spPr>
        <p:txBody>
          <a:bodyPr>
            <a:normAutofit/>
          </a:bodyPr>
          <a:lstStyle/>
          <a:p>
            <a:r>
              <a:rPr lang="en-US" altLang="en-US" dirty="0"/>
              <a:t>Improved greedy constructive heuristic</a:t>
            </a:r>
            <a:endParaRPr lang="en-GB" altLang="en-US" dirty="0"/>
          </a:p>
        </p:txBody>
      </p:sp>
      <p:sp>
        <p:nvSpPr>
          <p:cNvPr id="2" name="Content Placeholder 2">
            <a:extLst>
              <a:ext uri="{FF2B5EF4-FFF2-40B4-BE49-F238E27FC236}">
                <a16:creationId xmlns:a16="http://schemas.microsoft.com/office/drawing/2014/main" id="{689BEC46-999D-7AD9-EDCE-F84967C309AF}"/>
              </a:ext>
            </a:extLst>
          </p:cNvPr>
          <p:cNvSpPr>
            <a:spLocks noGrp="1"/>
          </p:cNvSpPr>
          <p:nvPr>
            <p:ph type="body" sz="half" idx="1"/>
          </p:nvPr>
        </p:nvSpPr>
        <p:spPr>
          <a:xfrm>
            <a:off x="474022" y="1164113"/>
            <a:ext cx="11448465" cy="5804246"/>
          </a:xfrm>
        </p:spPr>
        <p:txBody>
          <a:bodyPr>
            <a:normAutofit/>
          </a:bodyPr>
          <a:lstStyle/>
          <a:p>
            <a:r>
              <a:rPr lang="en-GB" altLang="en-US" sz="1800" dirty="0"/>
              <a:t>MQTC metaheuristics </a:t>
            </a:r>
            <a:r>
              <a:rPr lang="en-GB" altLang="en-US" sz="1800" dirty="0">
                <a:sym typeface="Wingdings" panose="05000000000000000000" pitchFamily="2" charset="2"/>
              </a:rPr>
              <a:t> </a:t>
            </a:r>
            <a:r>
              <a:rPr lang="en-GB" altLang="en-US" sz="1800" dirty="0"/>
              <a:t>initial solution at random, or selecting flat structure</a:t>
            </a:r>
          </a:p>
          <a:p>
            <a:r>
              <a:rPr lang="en-GB" altLang="en-US" sz="1800" dirty="0"/>
              <a:t>Greedy constructive heuristic </a:t>
            </a:r>
            <a:r>
              <a:rPr lang="en-GB" altLang="en-US" sz="1800" dirty="0">
                <a:sym typeface="Wingdings" panose="05000000000000000000" pitchFamily="2" charset="2"/>
              </a:rPr>
              <a:t> </a:t>
            </a:r>
            <a:r>
              <a:rPr lang="en-GB" altLang="en-US" sz="1800" dirty="0"/>
              <a:t>initial starting solutions already of good quality and requiring short computational running time</a:t>
            </a:r>
          </a:p>
          <a:p>
            <a:endParaRPr lang="en-GB" altLang="en-US" sz="1800" dirty="0"/>
          </a:p>
          <a:p>
            <a:endParaRPr lang="en-GB" altLang="en-US" sz="1800" dirty="0"/>
          </a:p>
          <a:p>
            <a:endParaRPr lang="en-GB" altLang="en-US" sz="1800" dirty="0"/>
          </a:p>
          <a:p>
            <a:endParaRPr lang="en-GB" altLang="en-US" sz="1800" dirty="0"/>
          </a:p>
          <a:p>
            <a:endParaRPr lang="en-GB" altLang="en-US" sz="1800" dirty="0"/>
          </a:p>
          <a:p>
            <a:endParaRPr lang="en-GB" altLang="en-US" sz="1800" dirty="0"/>
          </a:p>
          <a:p>
            <a:r>
              <a:rPr lang="en-GB" altLang="en-US" sz="1800" dirty="0"/>
              <a:t>It brings improvement of the overall performance of the MQTC heuristics deployed afterwards to the problem</a:t>
            </a:r>
          </a:p>
          <a:p>
            <a:endParaRPr lang="en-GB" altLang="en-US" sz="1800" dirty="0"/>
          </a:p>
        </p:txBody>
      </p:sp>
      <p:pic>
        <p:nvPicPr>
          <p:cNvPr id="50179" name="Content Placeholder 3">
            <a:extLst>
              <a:ext uri="{FF2B5EF4-FFF2-40B4-BE49-F238E27FC236}">
                <a16:creationId xmlns:a16="http://schemas.microsoft.com/office/drawing/2014/main" id="{7B112855-15D2-48C2-E3D1-9DBDDD8F3F8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324578" y="2131063"/>
            <a:ext cx="5471584" cy="3447098"/>
          </a:xfrm>
          <a:prstGeom prst="rect">
            <a:avLst/>
          </a:prstGeom>
          <a:noFill/>
        </p:spPr>
      </p:pic>
      <p:sp>
        <p:nvSpPr>
          <p:cNvPr id="4" name="Rectangle 4">
            <a:extLst>
              <a:ext uri="{FF2B5EF4-FFF2-40B4-BE49-F238E27FC236}">
                <a16:creationId xmlns:a16="http://schemas.microsoft.com/office/drawing/2014/main" id="{849DF886-D06A-2486-16DF-70716C571CE4}"/>
              </a:ext>
            </a:extLst>
          </p:cNvPr>
          <p:cNvSpPr>
            <a:spLocks noChangeArrowheads="1"/>
          </p:cNvSpPr>
          <p:nvPr/>
        </p:nvSpPr>
        <p:spPr bwMode="auto">
          <a:xfrm>
            <a:off x="726669" y="2744787"/>
            <a:ext cx="5471584" cy="211455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marL="228600" indent="-228600">
              <a:lnSpc>
                <a:spcPct val="90000"/>
              </a:lnSpc>
              <a:spcAft>
                <a:spcPts val="1800"/>
              </a:spcAft>
              <a:buClr>
                <a:srgbClr val="2B91C5"/>
              </a:buClr>
              <a:buAutoNum type="alphaLcPeriod"/>
            </a:pPr>
            <a:r>
              <a:rPr lang="en-US" altLang="en-US" sz="1200" dirty="0">
                <a:solidFill>
                  <a:schemeClr val="tx1"/>
                </a:solidFill>
                <a:latin typeface="+mn-lt"/>
              </a:rPr>
              <a:t>None of the two objects are already connected in </a:t>
            </a:r>
            <a:r>
              <a:rPr lang="en-US" altLang="en-US" sz="1200" i="1" dirty="0">
                <a:solidFill>
                  <a:schemeClr val="tx1"/>
                </a:solidFill>
                <a:latin typeface="+mn-lt"/>
              </a:rPr>
              <a:t>t′</a:t>
            </a:r>
            <a:r>
              <a:rPr lang="en-US" altLang="en-US" sz="1200" dirty="0">
                <a:solidFill>
                  <a:schemeClr val="tx1"/>
                </a:solidFill>
                <a:latin typeface="+mn-lt"/>
              </a:rPr>
              <a:t>, and therefore they are joined together by means of a terminal node (i.e. the dotted internal node in the figure); </a:t>
            </a:r>
          </a:p>
          <a:p>
            <a:pPr marL="228600" indent="-228600">
              <a:lnSpc>
                <a:spcPct val="90000"/>
              </a:lnSpc>
              <a:spcAft>
                <a:spcPts val="1800"/>
              </a:spcAft>
              <a:buClr>
                <a:srgbClr val="2B91C5"/>
              </a:buClr>
              <a:buAutoNum type="alphaLcPeriod"/>
            </a:pPr>
            <a:r>
              <a:rPr lang="en-US" altLang="en-US" sz="1200" dirty="0">
                <a:solidFill>
                  <a:schemeClr val="tx1"/>
                </a:solidFill>
                <a:latin typeface="+mn-lt"/>
              </a:rPr>
              <a:t>One of the two objects, in the example </a:t>
            </a:r>
            <a:r>
              <a:rPr lang="en-US" altLang="en-US" sz="1200" i="1" dirty="0">
                <a:solidFill>
                  <a:schemeClr val="tx1"/>
                </a:solidFill>
                <a:latin typeface="+mn-lt"/>
              </a:rPr>
              <a:t>a</a:t>
            </a:r>
            <a:r>
              <a:rPr lang="en-US" altLang="en-US" sz="1200" dirty="0">
                <a:solidFill>
                  <a:schemeClr val="tx1"/>
                </a:solidFill>
                <a:latin typeface="+mn-lt"/>
              </a:rPr>
              <a:t>, is already included as a leaf in </a:t>
            </a:r>
            <a:r>
              <a:rPr lang="en-US" altLang="en-US" sz="1200" i="1" dirty="0">
                <a:solidFill>
                  <a:schemeClr val="tx1"/>
                </a:solidFill>
                <a:latin typeface="+mn-lt"/>
              </a:rPr>
              <a:t>t′</a:t>
            </a:r>
            <a:r>
              <a:rPr lang="en-US" altLang="en-US" sz="1200" dirty="0">
                <a:solidFill>
                  <a:schemeClr val="tx1"/>
                </a:solidFill>
                <a:latin typeface="+mn-lt"/>
              </a:rPr>
              <a:t>, and therefore the other object </a:t>
            </a:r>
            <a:r>
              <a:rPr lang="en-US" altLang="en-US" sz="1200" i="1" dirty="0">
                <a:solidFill>
                  <a:schemeClr val="tx1"/>
                </a:solidFill>
                <a:latin typeface="+mn-lt"/>
              </a:rPr>
              <a:t>b </a:t>
            </a:r>
            <a:r>
              <a:rPr lang="en-US" altLang="en-US" sz="1200" dirty="0">
                <a:solidFill>
                  <a:schemeClr val="tx1"/>
                </a:solidFill>
                <a:latin typeface="+mn-lt"/>
              </a:rPr>
              <a:t>is linked to the subgraph in </a:t>
            </a:r>
            <a:r>
              <a:rPr lang="en-US" altLang="en-US" sz="1200" i="1" dirty="0">
                <a:solidFill>
                  <a:schemeClr val="tx1"/>
                </a:solidFill>
                <a:latin typeface="+mn-lt"/>
              </a:rPr>
              <a:t>t′ </a:t>
            </a:r>
            <a:r>
              <a:rPr lang="en-US" altLang="en-US" sz="1200" dirty="0">
                <a:solidFill>
                  <a:schemeClr val="tx1"/>
                </a:solidFill>
                <a:latin typeface="+mn-lt"/>
              </a:rPr>
              <a:t>containing </a:t>
            </a:r>
            <a:r>
              <a:rPr lang="en-US" altLang="en-US" sz="1200" i="1" dirty="0">
                <a:solidFill>
                  <a:schemeClr val="tx1"/>
                </a:solidFill>
                <a:latin typeface="+mn-lt"/>
              </a:rPr>
              <a:t>a </a:t>
            </a:r>
            <a:r>
              <a:rPr lang="en-US" altLang="en-US" sz="1200" dirty="0">
                <a:solidFill>
                  <a:schemeClr val="tx1"/>
                </a:solidFill>
                <a:latin typeface="+mn-lt"/>
              </a:rPr>
              <a:t>by means of a transition node (i.e. the dotted internal node in the figure); </a:t>
            </a:r>
          </a:p>
          <a:p>
            <a:pPr marL="228600" indent="-228600">
              <a:lnSpc>
                <a:spcPct val="90000"/>
              </a:lnSpc>
              <a:spcAft>
                <a:spcPts val="1800"/>
              </a:spcAft>
              <a:buClr>
                <a:srgbClr val="2B91C5"/>
              </a:buClr>
              <a:buAutoNum type="alphaLcPeriod"/>
            </a:pPr>
            <a:r>
              <a:rPr lang="en-US" altLang="en-US" sz="1200" dirty="0">
                <a:solidFill>
                  <a:schemeClr val="tx1"/>
                </a:solidFill>
                <a:latin typeface="+mn-lt"/>
              </a:rPr>
              <a:t>Both objects are already included in </a:t>
            </a:r>
            <a:r>
              <a:rPr lang="en-US" altLang="en-US" sz="1200" i="1" dirty="0">
                <a:solidFill>
                  <a:schemeClr val="tx1"/>
                </a:solidFill>
                <a:latin typeface="+mn-lt"/>
              </a:rPr>
              <a:t>t′ </a:t>
            </a:r>
            <a:r>
              <a:rPr lang="en-US" altLang="en-US" sz="1200" dirty="0">
                <a:solidFill>
                  <a:schemeClr val="tx1"/>
                </a:solidFill>
                <a:latin typeface="+mn-lt"/>
              </a:rPr>
              <a:t>but they belong to two different subgraphs, and therefore these two subgraphs containing respectively </a:t>
            </a:r>
            <a:r>
              <a:rPr lang="en-US" altLang="en-US" sz="1200" i="1" dirty="0">
                <a:solidFill>
                  <a:schemeClr val="tx1"/>
                </a:solidFill>
                <a:latin typeface="+mn-lt"/>
              </a:rPr>
              <a:t>a </a:t>
            </a:r>
            <a:r>
              <a:rPr lang="en-US" altLang="en-US" sz="1200" dirty="0">
                <a:solidFill>
                  <a:schemeClr val="tx1"/>
                </a:solidFill>
                <a:latin typeface="+mn-lt"/>
              </a:rPr>
              <a:t>and </a:t>
            </a:r>
            <a:r>
              <a:rPr lang="en-US" altLang="en-US" sz="1200" i="1" dirty="0">
                <a:solidFill>
                  <a:schemeClr val="tx1"/>
                </a:solidFill>
                <a:latin typeface="+mn-lt"/>
              </a:rPr>
              <a:t>b </a:t>
            </a:r>
            <a:r>
              <a:rPr lang="en-US" altLang="en-US" sz="1200" dirty="0">
                <a:solidFill>
                  <a:schemeClr val="tx1"/>
                </a:solidFill>
                <a:latin typeface="+mn-lt"/>
              </a:rPr>
              <a:t>are connected together by means of a cross node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D8DC08D-7256-5939-A67A-ECFE2D0CA1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8008883" y="188476"/>
            <a:ext cx="3783724" cy="287332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7" name="Picture 3">
            <a:extLst>
              <a:ext uri="{FF2B5EF4-FFF2-40B4-BE49-F238E27FC236}">
                <a16:creationId xmlns:a16="http://schemas.microsoft.com/office/drawing/2014/main" id="{3190AEFB-9B58-391F-C232-8A018D5C67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7755289" y="3194208"/>
            <a:ext cx="4207397" cy="293466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9" name="Picture 3">
            <a:extLst>
              <a:ext uri="{FF2B5EF4-FFF2-40B4-BE49-F238E27FC236}">
                <a16:creationId xmlns:a16="http://schemas.microsoft.com/office/drawing/2014/main" id="{FC49FB01-F8BB-ED42-492E-92687873D957}"/>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9504" y="406449"/>
            <a:ext cx="7695785" cy="5575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4" name="Picture 2" descr="flat">
            <a:extLst>
              <a:ext uri="{FF2B5EF4-FFF2-40B4-BE49-F238E27FC236}">
                <a16:creationId xmlns:a16="http://schemas.microsoft.com/office/drawing/2014/main" id="{DDEC218F-27AF-5748-F617-A5E392672D87}"/>
              </a:ext>
            </a:extLst>
          </p:cNvPr>
          <p:cNvPicPr>
            <a:picLocks noChangeAspect="1" noChangeArrowheads="1"/>
          </p:cNvPicPr>
          <p:nvPr>
            <p:custDataLst>
              <p:tags r:id="rId2"/>
            </p:custDataLst>
          </p:nvPr>
        </p:nvPicPr>
        <p:blipFill>
          <a:blip r:embed="rId7">
            <a:extLst>
              <a:ext uri="{28A0092B-C50C-407E-A947-70E740481C1C}">
                <a14:useLocalDpi xmlns:a14="http://schemas.microsoft.com/office/drawing/2010/main" val="0"/>
              </a:ext>
            </a:extLst>
          </a:blip>
          <a:srcRect/>
          <a:stretch>
            <a:fillRect/>
          </a:stretch>
        </p:blipFill>
        <p:spPr bwMode="auto">
          <a:xfrm>
            <a:off x="7429009" y="734457"/>
            <a:ext cx="3170237" cy="418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F3CDA231-F4F8-E541-C3E8-A6E1064C6642}"/>
              </a:ext>
            </a:extLst>
          </p:cNvPr>
          <p:cNvSpPr>
            <a:spLocks noGrp="1"/>
          </p:cNvSpPr>
          <p:nvPr>
            <p:ph type="title"/>
          </p:nvPr>
        </p:nvSpPr>
        <p:spPr>
          <a:xfrm>
            <a:off x="522818" y="277257"/>
            <a:ext cx="11146367" cy="914400"/>
          </a:xfrm>
        </p:spPr>
        <p:txBody>
          <a:bodyPr>
            <a:normAutofit/>
          </a:bodyPr>
          <a:lstStyle/>
          <a:p>
            <a:pPr algn="ctr"/>
            <a:r>
              <a:rPr lang="en-US" altLang="en-US" dirty="0"/>
              <a:t>Exact approach</a:t>
            </a:r>
            <a:endParaRPr lang="en-GB" altLang="en-US" dirty="0"/>
          </a:p>
        </p:txBody>
      </p:sp>
      <p:sp>
        <p:nvSpPr>
          <p:cNvPr id="3" name="Rectangle 4">
            <a:extLst>
              <a:ext uri="{FF2B5EF4-FFF2-40B4-BE49-F238E27FC236}">
                <a16:creationId xmlns:a16="http://schemas.microsoft.com/office/drawing/2014/main" id="{15733A94-F637-FCE1-88FC-A35622CCAC02}"/>
              </a:ext>
            </a:extLst>
          </p:cNvPr>
          <p:cNvSpPr txBox="1">
            <a:spLocks noChangeArrowheads="1"/>
          </p:cNvSpPr>
          <p:nvPr>
            <p:custDataLst>
              <p:tags r:id="rId3"/>
            </p:custDataLst>
          </p:nvPr>
        </p:nvSpPr>
        <p:spPr>
          <a:xfrm>
            <a:off x="730249" y="989593"/>
            <a:ext cx="8359775" cy="5256212"/>
          </a:xfrm>
          <a:prstGeom prst="rect">
            <a:avLst/>
          </a:prstGeom>
          <a:noFill/>
        </p:spPr>
        <p:txBody>
          <a:bodyPr/>
          <a:lstStyle>
            <a:lvl1pPr marL="228600" indent="-228600" algn="l" defTabSz="914400" rtl="0" eaLnBrk="1" latinLnBrk="0" hangingPunct="1">
              <a:lnSpc>
                <a:spcPct val="100000"/>
              </a:lnSpc>
              <a:spcBef>
                <a:spcPts val="0"/>
              </a:spcBef>
              <a:spcAft>
                <a:spcPts val="1800"/>
              </a:spcAft>
              <a:buClr>
                <a:srgbClr val="2B91C5"/>
              </a:buClr>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spcAft>
                <a:spcPts val="1800"/>
              </a:spcAft>
              <a:buClr>
                <a:srgbClr val="2B91C5"/>
              </a:buClr>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spcAft>
                <a:spcPts val="1800"/>
              </a:spcAft>
              <a:buClr>
                <a:srgbClr val="2B91C5"/>
              </a:buClr>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spcAft>
                <a:spcPts val="1800"/>
              </a:spcAft>
              <a:buClr>
                <a:srgbClr val="2B91C5"/>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spcAft>
                <a:spcPts val="1800"/>
              </a:spcAft>
              <a:buClr>
                <a:srgbClr val="2B91C5"/>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0"/>
              </a:spcAft>
            </a:pPr>
            <a:r>
              <a:rPr lang="en-US" altLang="nl-NL" b="1" dirty="0"/>
              <a:t>INPUT:</a:t>
            </a:r>
            <a:r>
              <a:rPr lang="en-US" altLang="nl-NL" i="1" dirty="0"/>
              <a:t> </a:t>
            </a:r>
            <a:r>
              <a:rPr lang="en-US" altLang="nl-NL" i="1" dirty="0" err="1"/>
              <a:t>distance_matrix</a:t>
            </a:r>
            <a:r>
              <a:rPr lang="en-US" altLang="nl-NL" i="1" dirty="0"/>
              <a:t>(</a:t>
            </a:r>
            <a:r>
              <a:rPr lang="en-US" altLang="nl-NL" i="1" dirty="0" err="1"/>
              <a:t>n,n</a:t>
            </a:r>
            <a:r>
              <a:rPr lang="en-US" altLang="nl-NL" i="1" dirty="0"/>
              <a:t>)</a:t>
            </a:r>
          </a:p>
          <a:p>
            <a:pPr>
              <a:spcAft>
                <a:spcPts val="0"/>
              </a:spcAft>
            </a:pPr>
            <a:r>
              <a:rPr lang="en-US" altLang="nl-NL" i="1" dirty="0">
                <a:solidFill>
                  <a:srgbClr val="FF0000"/>
                </a:solidFill>
              </a:rPr>
              <a:t>t(structure)</a:t>
            </a:r>
            <a:r>
              <a:rPr lang="en-US" altLang="nl-NL" dirty="0">
                <a:solidFill>
                  <a:srgbClr val="FF0000"/>
                </a:solidFill>
              </a:rPr>
              <a:t> </a:t>
            </a:r>
            <a:r>
              <a:rPr lang="en-US" altLang="nl-NL" dirty="0">
                <a:solidFill>
                  <a:srgbClr val="FF0000"/>
                </a:solidFill>
                <a:sym typeface="Wingdings" panose="05000000000000000000" pitchFamily="2" charset="2"/>
              </a:rPr>
              <a:t> </a:t>
            </a:r>
            <a:r>
              <a:rPr lang="en-US" altLang="nl-NL" i="1" dirty="0">
                <a:solidFill>
                  <a:srgbClr val="FF0000"/>
                </a:solidFill>
                <a:sym typeface="Wingdings" panose="05000000000000000000" pitchFamily="2" charset="2"/>
              </a:rPr>
              <a:t>INITIALIZATION(n);</a:t>
            </a:r>
          </a:p>
          <a:p>
            <a:pPr>
              <a:spcAft>
                <a:spcPts val="0"/>
              </a:spcAft>
            </a:pPr>
            <a:r>
              <a:rPr lang="en-US" altLang="nl-NL" i="1" dirty="0" err="1">
                <a:solidFill>
                  <a:srgbClr val="FF0000"/>
                </a:solidFill>
                <a:sym typeface="Wingdings" panose="05000000000000000000" pitchFamily="2" charset="2"/>
              </a:rPr>
              <a:t>best_t</a:t>
            </a:r>
            <a:r>
              <a:rPr lang="en-US" altLang="nl-NL" i="1" dirty="0">
                <a:solidFill>
                  <a:srgbClr val="FF0000"/>
                </a:solidFill>
                <a:sym typeface="Wingdings" panose="05000000000000000000" pitchFamily="2" charset="2"/>
              </a:rPr>
              <a:t> </a:t>
            </a:r>
            <a:r>
              <a:rPr lang="en-US" altLang="nl-NL" dirty="0">
                <a:solidFill>
                  <a:srgbClr val="FF0000"/>
                </a:solidFill>
                <a:sym typeface="Wingdings" panose="05000000000000000000" pitchFamily="2" charset="2"/>
              </a:rPr>
              <a:t></a:t>
            </a:r>
            <a:r>
              <a:rPr lang="en-US" altLang="nl-NL" i="1" dirty="0">
                <a:solidFill>
                  <a:srgbClr val="FF0000"/>
                </a:solidFill>
                <a:sym typeface="Wingdings" panose="05000000000000000000" pitchFamily="2" charset="2"/>
              </a:rPr>
              <a:t> t</a:t>
            </a:r>
            <a:r>
              <a:rPr lang="en-US" altLang="nl-NL" dirty="0">
                <a:solidFill>
                  <a:srgbClr val="FF0000"/>
                </a:solidFill>
                <a:sym typeface="Wingdings" panose="05000000000000000000" pitchFamily="2" charset="2"/>
              </a:rPr>
              <a:t>;</a:t>
            </a:r>
          </a:p>
          <a:p>
            <a:pPr>
              <a:spcAft>
                <a:spcPts val="0"/>
              </a:spcAft>
            </a:pPr>
            <a:r>
              <a:rPr lang="en-US" altLang="nl-NL" b="1" dirty="0">
                <a:sym typeface="Wingdings" panose="05000000000000000000" pitchFamily="2" charset="2"/>
              </a:rPr>
              <a:t>While</a:t>
            </a:r>
            <a:r>
              <a:rPr lang="en-US" altLang="nl-NL" dirty="0">
                <a:sym typeface="Wingdings" panose="05000000000000000000" pitchFamily="2" charset="2"/>
              </a:rPr>
              <a:t> </a:t>
            </a:r>
            <a:r>
              <a:rPr lang="en-US" altLang="nl-NL" b="1" dirty="0">
                <a:sym typeface="Wingdings" panose="05000000000000000000" pitchFamily="2" charset="2"/>
              </a:rPr>
              <a:t>( </a:t>
            </a:r>
            <a:r>
              <a:rPr lang="en-US" altLang="nl-NL" i="1" dirty="0">
                <a:sym typeface="Wingdings" panose="05000000000000000000" pitchFamily="2" charset="2"/>
              </a:rPr>
              <a:t>t(structure)</a:t>
            </a:r>
            <a:r>
              <a:rPr lang="en-US" altLang="nl-NL" dirty="0">
                <a:sym typeface="Wingdings" panose="05000000000000000000" pitchFamily="2" charset="2"/>
              </a:rPr>
              <a:t> != NULL </a:t>
            </a:r>
            <a:r>
              <a:rPr lang="en-US" altLang="nl-NL" b="1" dirty="0">
                <a:sym typeface="Wingdings" panose="05000000000000000000" pitchFamily="2" charset="2"/>
              </a:rPr>
              <a:t>)</a:t>
            </a:r>
          </a:p>
          <a:p>
            <a:pPr lvl="1">
              <a:spcAft>
                <a:spcPts val="0"/>
              </a:spcAft>
            </a:pPr>
            <a:r>
              <a:rPr lang="en-US" altLang="nl-NL" i="1" dirty="0">
                <a:sym typeface="Wingdings" panose="05000000000000000000" pitchFamily="2" charset="2"/>
              </a:rPr>
              <a:t>t</a:t>
            </a:r>
            <a:r>
              <a:rPr lang="en-US" altLang="nl-NL" dirty="0">
                <a:sym typeface="Wingdings" panose="05000000000000000000" pitchFamily="2" charset="2"/>
              </a:rPr>
              <a:t>  </a:t>
            </a:r>
            <a:r>
              <a:rPr lang="en-US" altLang="nl-NL" i="1" dirty="0">
                <a:sym typeface="Wingdings" panose="05000000000000000000" pitchFamily="2" charset="2"/>
              </a:rPr>
              <a:t>ASSIGN_LEAVES(leaves</a:t>
            </a:r>
            <a:r>
              <a:rPr lang="en-US" altLang="nl-NL" dirty="0">
                <a:sym typeface="Wingdings" panose="05000000000000000000" pitchFamily="2" charset="2"/>
              </a:rPr>
              <a:t>[n]</a:t>
            </a:r>
            <a:r>
              <a:rPr lang="en-US" altLang="nl-NL" i="1" dirty="0">
                <a:sym typeface="Wingdings" panose="05000000000000000000" pitchFamily="2" charset="2"/>
              </a:rPr>
              <a:t>);</a:t>
            </a:r>
          </a:p>
          <a:p>
            <a:pPr lvl="1">
              <a:spcAft>
                <a:spcPts val="0"/>
              </a:spcAft>
            </a:pPr>
            <a:r>
              <a:rPr lang="en-US" altLang="nl-NL" i="1" dirty="0">
                <a:sym typeface="Wingdings" panose="05000000000000000000" pitchFamily="2" charset="2"/>
              </a:rPr>
              <a:t>C(t)</a:t>
            </a:r>
            <a:r>
              <a:rPr lang="en-US" altLang="nl-NL" dirty="0">
                <a:sym typeface="Wingdings" panose="05000000000000000000" pitchFamily="2" charset="2"/>
              </a:rPr>
              <a:t>  </a:t>
            </a:r>
            <a:r>
              <a:rPr lang="en-US" altLang="nl-NL" i="1" dirty="0">
                <a:sym typeface="Wingdings" panose="05000000000000000000" pitchFamily="2" charset="2"/>
              </a:rPr>
              <a:t>EVALUATE_COST_FUNCTION(t);</a:t>
            </a:r>
          </a:p>
          <a:p>
            <a:pPr lvl="1">
              <a:spcAft>
                <a:spcPts val="0"/>
              </a:spcAft>
            </a:pPr>
            <a:r>
              <a:rPr lang="en-US" altLang="nl-NL" b="1" i="1" dirty="0">
                <a:sym typeface="Wingdings" panose="05000000000000000000" pitchFamily="2" charset="2"/>
              </a:rPr>
              <a:t>If(</a:t>
            </a:r>
            <a:r>
              <a:rPr lang="en-US" altLang="nl-NL" i="1" dirty="0">
                <a:sym typeface="Wingdings" panose="05000000000000000000" pitchFamily="2" charset="2"/>
              </a:rPr>
              <a:t> C(t) &lt; C(</a:t>
            </a:r>
            <a:r>
              <a:rPr lang="en-US" altLang="nl-NL" i="1" dirty="0" err="1">
                <a:sym typeface="Wingdings" panose="05000000000000000000" pitchFamily="2" charset="2"/>
              </a:rPr>
              <a:t>best_t</a:t>
            </a:r>
            <a:r>
              <a:rPr lang="en-US" altLang="nl-NL" i="1" dirty="0">
                <a:sym typeface="Wingdings" panose="05000000000000000000" pitchFamily="2" charset="2"/>
              </a:rPr>
              <a:t>) </a:t>
            </a:r>
            <a:r>
              <a:rPr lang="en-US" altLang="nl-NL" b="1" i="1" dirty="0">
                <a:sym typeface="Wingdings" panose="05000000000000000000" pitchFamily="2" charset="2"/>
              </a:rPr>
              <a:t>)</a:t>
            </a:r>
            <a:r>
              <a:rPr lang="en-US" altLang="nl-NL" i="1" dirty="0">
                <a:sym typeface="Wingdings" panose="05000000000000000000" pitchFamily="2" charset="2"/>
              </a:rPr>
              <a:t>  </a:t>
            </a:r>
            <a:r>
              <a:rPr lang="en-US" altLang="nl-NL" dirty="0">
                <a:sym typeface="Wingdings" panose="05000000000000000000" pitchFamily="2" charset="2"/>
              </a:rPr>
              <a:t>1) </a:t>
            </a:r>
            <a:r>
              <a:rPr lang="en-US" altLang="nl-NL" i="1" dirty="0" err="1">
                <a:sym typeface="Wingdings" panose="05000000000000000000" pitchFamily="2" charset="2"/>
              </a:rPr>
              <a:t>best_t</a:t>
            </a:r>
            <a:r>
              <a:rPr lang="en-US" altLang="nl-NL" i="1" dirty="0">
                <a:sym typeface="Wingdings" panose="05000000000000000000" pitchFamily="2" charset="2"/>
              </a:rPr>
              <a:t> </a:t>
            </a:r>
            <a:r>
              <a:rPr lang="en-US" altLang="nl-NL" dirty="0">
                <a:sym typeface="Wingdings" panose="05000000000000000000" pitchFamily="2" charset="2"/>
              </a:rPr>
              <a:t></a:t>
            </a:r>
            <a:r>
              <a:rPr lang="en-US" altLang="nl-NL" i="1" dirty="0">
                <a:sym typeface="Wingdings" panose="05000000000000000000" pitchFamily="2" charset="2"/>
              </a:rPr>
              <a:t> t;</a:t>
            </a:r>
          </a:p>
          <a:p>
            <a:pPr lvl="1">
              <a:spcAft>
                <a:spcPts val="0"/>
              </a:spcAft>
              <a:buFontTx/>
              <a:buNone/>
            </a:pPr>
            <a:r>
              <a:rPr lang="en-US" altLang="nl-NL" b="1" dirty="0">
                <a:sym typeface="Wingdings" panose="05000000000000000000" pitchFamily="2" charset="2"/>
              </a:rPr>
              <a:t>Repeat</a:t>
            </a:r>
          </a:p>
          <a:p>
            <a:pPr lvl="2">
              <a:spcAft>
                <a:spcPts val="0"/>
              </a:spcAft>
            </a:pPr>
            <a:r>
              <a:rPr lang="en-US" altLang="nl-NL" i="1" dirty="0">
                <a:sym typeface="Wingdings" panose="05000000000000000000" pitchFamily="2" charset="2"/>
              </a:rPr>
              <a:t>t</a:t>
            </a:r>
            <a:r>
              <a:rPr lang="en-US" altLang="nl-NL" dirty="0">
                <a:sym typeface="Wingdings" panose="05000000000000000000" pitchFamily="2" charset="2"/>
              </a:rPr>
              <a:t>  </a:t>
            </a:r>
            <a:r>
              <a:rPr lang="en-US" altLang="nl-NL" i="1" dirty="0">
                <a:sym typeface="Wingdings" panose="05000000000000000000" pitchFamily="2" charset="2"/>
              </a:rPr>
              <a:t>NEXT_PERMUTATION(leaves</a:t>
            </a:r>
            <a:r>
              <a:rPr lang="en-US" altLang="nl-NL" dirty="0">
                <a:sym typeface="Wingdings" panose="05000000000000000000" pitchFamily="2" charset="2"/>
              </a:rPr>
              <a:t>[n]</a:t>
            </a:r>
            <a:r>
              <a:rPr lang="en-US" altLang="nl-NL" i="1" dirty="0">
                <a:sym typeface="Wingdings" panose="05000000000000000000" pitchFamily="2" charset="2"/>
              </a:rPr>
              <a:t>);</a:t>
            </a:r>
            <a:endParaRPr lang="en-US" altLang="nl-NL" dirty="0">
              <a:sym typeface="Wingdings" panose="05000000000000000000" pitchFamily="2" charset="2"/>
            </a:endParaRPr>
          </a:p>
          <a:p>
            <a:pPr lvl="2">
              <a:spcAft>
                <a:spcPts val="0"/>
              </a:spcAft>
            </a:pPr>
            <a:r>
              <a:rPr lang="en-US" altLang="nl-NL" i="1" dirty="0">
                <a:sym typeface="Wingdings" panose="05000000000000000000" pitchFamily="2" charset="2"/>
              </a:rPr>
              <a:t>C(t)</a:t>
            </a:r>
            <a:r>
              <a:rPr lang="en-US" altLang="nl-NL" dirty="0">
                <a:sym typeface="Wingdings" panose="05000000000000000000" pitchFamily="2" charset="2"/>
              </a:rPr>
              <a:t>  </a:t>
            </a:r>
            <a:r>
              <a:rPr lang="en-US" altLang="nl-NL" i="1" dirty="0">
                <a:sym typeface="Wingdings" panose="05000000000000000000" pitchFamily="2" charset="2"/>
              </a:rPr>
              <a:t>EVALUATE_COST_FUNCTION(t);</a:t>
            </a:r>
            <a:r>
              <a:rPr lang="en-US" altLang="nl-NL" b="1" i="1" dirty="0">
                <a:sym typeface="Wingdings" panose="05000000000000000000" pitchFamily="2" charset="2"/>
              </a:rPr>
              <a:t> </a:t>
            </a:r>
          </a:p>
          <a:p>
            <a:pPr lvl="2">
              <a:spcAft>
                <a:spcPts val="0"/>
              </a:spcAft>
            </a:pPr>
            <a:r>
              <a:rPr lang="de-DE" altLang="nl-NL" b="1" i="1" dirty="0" err="1">
                <a:sym typeface="Wingdings" panose="05000000000000000000" pitchFamily="2" charset="2"/>
              </a:rPr>
              <a:t>If</a:t>
            </a:r>
            <a:r>
              <a:rPr lang="de-DE" altLang="nl-NL" b="1" i="1" dirty="0">
                <a:sym typeface="Wingdings" panose="05000000000000000000" pitchFamily="2" charset="2"/>
              </a:rPr>
              <a:t>( </a:t>
            </a:r>
            <a:r>
              <a:rPr lang="de-DE" altLang="nl-NL" i="1" dirty="0">
                <a:sym typeface="Wingdings" panose="05000000000000000000" pitchFamily="2" charset="2"/>
              </a:rPr>
              <a:t>C(t) &lt; C(</a:t>
            </a:r>
            <a:r>
              <a:rPr lang="de-DE" altLang="nl-NL" i="1" dirty="0" err="1">
                <a:sym typeface="Wingdings" panose="05000000000000000000" pitchFamily="2" charset="2"/>
              </a:rPr>
              <a:t>best_t</a:t>
            </a:r>
            <a:r>
              <a:rPr lang="de-DE" altLang="nl-NL" i="1" dirty="0">
                <a:sym typeface="Wingdings" panose="05000000000000000000" pitchFamily="2" charset="2"/>
              </a:rPr>
              <a:t>)</a:t>
            </a:r>
            <a:r>
              <a:rPr lang="de-DE" altLang="nl-NL" b="1" i="1" dirty="0">
                <a:sym typeface="Wingdings" panose="05000000000000000000" pitchFamily="2" charset="2"/>
              </a:rPr>
              <a:t> )  </a:t>
            </a:r>
            <a:r>
              <a:rPr lang="de-DE" altLang="nl-NL" dirty="0">
                <a:sym typeface="Wingdings" panose="05000000000000000000" pitchFamily="2" charset="2"/>
              </a:rPr>
              <a:t>1)</a:t>
            </a:r>
            <a:r>
              <a:rPr lang="de-DE" altLang="nl-NL" i="1" dirty="0">
                <a:sym typeface="Wingdings" panose="05000000000000000000" pitchFamily="2" charset="2"/>
              </a:rPr>
              <a:t> </a:t>
            </a:r>
            <a:r>
              <a:rPr lang="de-DE" altLang="nl-NL" i="1" dirty="0" err="1">
                <a:sym typeface="Wingdings" panose="05000000000000000000" pitchFamily="2" charset="2"/>
              </a:rPr>
              <a:t>best_t</a:t>
            </a:r>
            <a:r>
              <a:rPr lang="de-DE" altLang="nl-NL" i="1" dirty="0">
                <a:sym typeface="Wingdings" panose="05000000000000000000" pitchFamily="2" charset="2"/>
              </a:rPr>
              <a:t> </a:t>
            </a:r>
            <a:r>
              <a:rPr lang="de-DE" altLang="nl-NL" dirty="0">
                <a:sym typeface="Wingdings" panose="05000000000000000000" pitchFamily="2" charset="2"/>
              </a:rPr>
              <a:t> </a:t>
            </a:r>
            <a:r>
              <a:rPr lang="de-DE" altLang="nl-NL" i="1" dirty="0">
                <a:sym typeface="Wingdings" panose="05000000000000000000" pitchFamily="2" charset="2"/>
              </a:rPr>
              <a:t>t;</a:t>
            </a:r>
            <a:endParaRPr lang="en-US" altLang="nl-NL" i="1" dirty="0">
              <a:sym typeface="Wingdings" panose="05000000000000000000" pitchFamily="2" charset="2"/>
            </a:endParaRPr>
          </a:p>
          <a:p>
            <a:pPr lvl="1">
              <a:spcAft>
                <a:spcPts val="0"/>
              </a:spcAft>
            </a:pPr>
            <a:r>
              <a:rPr lang="en-US" altLang="nl-NL" b="1" dirty="0">
                <a:sym typeface="Wingdings" panose="05000000000000000000" pitchFamily="2" charset="2"/>
              </a:rPr>
              <a:t>Until( </a:t>
            </a:r>
            <a:r>
              <a:rPr lang="en-US" altLang="nl-NL" i="1" dirty="0">
                <a:sym typeface="Wingdings" panose="05000000000000000000" pitchFamily="2" charset="2"/>
              </a:rPr>
              <a:t>NO_FURTHER_PERMUTATIONS(</a:t>
            </a:r>
            <a:r>
              <a:rPr lang="en-US" altLang="nl-NL" i="1" dirty="0" err="1">
                <a:sym typeface="Wingdings" panose="05000000000000000000" pitchFamily="2" charset="2"/>
              </a:rPr>
              <a:t>t,leaves</a:t>
            </a:r>
            <a:r>
              <a:rPr lang="en-US" altLang="nl-NL" dirty="0">
                <a:sym typeface="Wingdings" panose="05000000000000000000" pitchFamily="2" charset="2"/>
              </a:rPr>
              <a:t>[n]</a:t>
            </a:r>
            <a:r>
              <a:rPr lang="en-US" altLang="nl-NL" i="1" dirty="0">
                <a:sym typeface="Wingdings" panose="05000000000000000000" pitchFamily="2" charset="2"/>
              </a:rPr>
              <a:t>) </a:t>
            </a:r>
            <a:r>
              <a:rPr lang="en-US" altLang="nl-NL" b="1" dirty="0">
                <a:sym typeface="Wingdings" panose="05000000000000000000" pitchFamily="2" charset="2"/>
              </a:rPr>
              <a:t>)</a:t>
            </a:r>
          </a:p>
          <a:p>
            <a:pPr lvl="1">
              <a:spcAft>
                <a:spcPts val="0"/>
              </a:spcAft>
            </a:pPr>
            <a:r>
              <a:rPr lang="en-US" altLang="nl-NL" i="1" dirty="0">
                <a:sym typeface="Wingdings" panose="05000000000000000000" pitchFamily="2" charset="2"/>
              </a:rPr>
              <a:t>t(structure)</a:t>
            </a:r>
            <a:r>
              <a:rPr lang="en-US" altLang="nl-NL" dirty="0">
                <a:sym typeface="Wingdings" panose="05000000000000000000" pitchFamily="2" charset="2"/>
              </a:rPr>
              <a:t>  </a:t>
            </a:r>
            <a:r>
              <a:rPr lang="en-US" altLang="nl-NL" i="1" dirty="0">
                <a:sym typeface="Wingdings" panose="05000000000000000000" pitchFamily="2" charset="2"/>
              </a:rPr>
              <a:t>NEXT_STRUCTURE(t);</a:t>
            </a:r>
          </a:p>
          <a:p>
            <a:pPr>
              <a:spcAft>
                <a:spcPts val="0"/>
              </a:spcAft>
            </a:pPr>
            <a:r>
              <a:rPr lang="en-US" altLang="nl-NL" b="1" dirty="0"/>
              <a:t>OUTPUT:</a:t>
            </a:r>
            <a:r>
              <a:rPr lang="en-US" altLang="nl-NL" i="1" dirty="0"/>
              <a:t> </a:t>
            </a:r>
            <a:r>
              <a:rPr lang="en-US" altLang="nl-NL" i="1" dirty="0" err="1"/>
              <a:t>best_t</a:t>
            </a:r>
            <a:endParaRPr lang="en-US" altLang="nl-NL" i="1" dirty="0"/>
          </a:p>
        </p:txBody>
      </p:sp>
      <p:sp>
        <p:nvSpPr>
          <p:cNvPr id="4" name="Rectangle 3">
            <a:extLst>
              <a:ext uri="{FF2B5EF4-FFF2-40B4-BE49-F238E27FC236}">
                <a16:creationId xmlns:a16="http://schemas.microsoft.com/office/drawing/2014/main" id="{4289FAAB-7765-FB2B-B018-2E47922E732D}"/>
              </a:ext>
            </a:extLst>
          </p:cNvPr>
          <p:cNvSpPr>
            <a:spLocks noGrp="1" noChangeArrowheads="1"/>
          </p:cNvSpPr>
          <p:nvPr>
            <p:ph type="body" sz="half" idx="1"/>
            <p:custDataLst>
              <p:tags r:id="rId4"/>
            </p:custDataLst>
          </p:nvPr>
        </p:nvSpPr>
        <p:spPr>
          <a:xfrm>
            <a:off x="270681" y="6245805"/>
            <a:ext cx="9661595" cy="540586"/>
          </a:xfrm>
          <a:noFill/>
        </p:spPr>
        <p:txBody>
          <a:bodyPr/>
          <a:lstStyle/>
          <a:p>
            <a:pPr lvl="2"/>
            <a:r>
              <a:rPr lang="en-US" altLang="nl-NL" sz="1600" i="1" dirty="0"/>
              <a:t>S. Consoli, J. Korst, S. </a:t>
            </a:r>
            <a:r>
              <a:rPr lang="en-US" altLang="nl-NL" sz="1600" i="1" dirty="0" err="1"/>
              <a:t>Pauws</a:t>
            </a:r>
            <a:r>
              <a:rPr lang="en-US" altLang="nl-NL" sz="1600" i="1" dirty="0"/>
              <a:t>, and G. </a:t>
            </a:r>
            <a:r>
              <a:rPr lang="en-US" altLang="nl-NL" sz="1600" i="1" dirty="0" err="1"/>
              <a:t>Geleijnse</a:t>
            </a:r>
            <a:r>
              <a:rPr lang="en-US" altLang="nl-NL" sz="1600" i="1" dirty="0"/>
              <a:t>, 2019. An exact algorithm for the minimum quartet tree cost problem. 4OR: A Quarterly Journal of Operations Research, 17(4), 401-425</a:t>
            </a:r>
            <a:endParaRPr lang="en-US" altLang="nl-NL" sz="1600" dirty="0"/>
          </a:p>
        </p:txBody>
      </p:sp>
    </p:spTree>
    <p:custDataLst>
      <p:tags r:id="rId1"/>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2C5367-3A90-1A2D-D97B-BED17E111819}"/>
            </a:ext>
          </a:extLst>
        </p:cNvPr>
        <p:cNvGrpSpPr/>
        <p:nvPr/>
      </p:nvGrpSpPr>
      <p:grpSpPr>
        <a:xfrm>
          <a:off x="0" y="0"/>
          <a:ext cx="0" cy="0"/>
          <a:chOff x="0" y="0"/>
          <a:chExt cx="0" cy="0"/>
        </a:xfrm>
      </p:grpSpPr>
      <p:sp>
        <p:nvSpPr>
          <p:cNvPr id="49154" name="Title 1">
            <a:extLst>
              <a:ext uri="{FF2B5EF4-FFF2-40B4-BE49-F238E27FC236}">
                <a16:creationId xmlns:a16="http://schemas.microsoft.com/office/drawing/2014/main" id="{CEDB8E8B-6A43-DDF0-7B2B-6EA27D845AC1}"/>
              </a:ext>
            </a:extLst>
          </p:cNvPr>
          <p:cNvSpPr>
            <a:spLocks noGrp="1"/>
          </p:cNvSpPr>
          <p:nvPr>
            <p:ph type="title"/>
          </p:nvPr>
        </p:nvSpPr>
        <p:spPr>
          <a:xfrm>
            <a:off x="522818" y="277257"/>
            <a:ext cx="11146367" cy="914400"/>
          </a:xfrm>
        </p:spPr>
        <p:txBody>
          <a:bodyPr>
            <a:normAutofit/>
          </a:bodyPr>
          <a:lstStyle/>
          <a:p>
            <a:r>
              <a:rPr lang="en-US" altLang="nl-NL" dirty="0"/>
              <a:t>Data representation</a:t>
            </a:r>
            <a:endParaRPr lang="en-GB" altLang="en-US" dirty="0"/>
          </a:p>
        </p:txBody>
      </p:sp>
      <p:sp>
        <p:nvSpPr>
          <p:cNvPr id="5" name="Text Placeholder 4">
            <a:extLst>
              <a:ext uri="{FF2B5EF4-FFF2-40B4-BE49-F238E27FC236}">
                <a16:creationId xmlns:a16="http://schemas.microsoft.com/office/drawing/2014/main" id="{213EA78C-CCA9-D598-CAC2-A8B90EC229FA}"/>
              </a:ext>
            </a:extLst>
          </p:cNvPr>
          <p:cNvSpPr>
            <a:spLocks noGrp="1"/>
          </p:cNvSpPr>
          <p:nvPr>
            <p:ph type="body" sz="half" idx="1"/>
          </p:nvPr>
        </p:nvSpPr>
        <p:spPr>
          <a:xfrm>
            <a:off x="522815" y="1055022"/>
            <a:ext cx="5471583" cy="4381500"/>
          </a:xfrm>
        </p:spPr>
        <p:txBody>
          <a:bodyPr/>
          <a:lstStyle/>
          <a:p>
            <a:r>
              <a:rPr lang="en-US" altLang="nl-NL" sz="2000" i="1" dirty="0"/>
              <a:t>Complete matrix </a:t>
            </a:r>
            <a:r>
              <a:rPr lang="en-US" altLang="nl-NL" sz="2000" dirty="0"/>
              <a:t>(e.g. with </a:t>
            </a:r>
            <a:r>
              <a:rPr lang="en-US" altLang="nl-NL" sz="2000" i="1" dirty="0"/>
              <a:t>n</a:t>
            </a:r>
            <a:r>
              <a:rPr lang="en-US" altLang="nl-NL" sz="2000" dirty="0"/>
              <a:t> = 9 leaves):</a:t>
            </a:r>
            <a:endParaRPr lang="it-IT" sz="2000" dirty="0"/>
          </a:p>
        </p:txBody>
      </p:sp>
      <p:graphicFrame>
        <p:nvGraphicFramePr>
          <p:cNvPr id="6" name="Group 4">
            <a:extLst>
              <a:ext uri="{FF2B5EF4-FFF2-40B4-BE49-F238E27FC236}">
                <a16:creationId xmlns:a16="http://schemas.microsoft.com/office/drawing/2014/main" id="{04F69EE8-E1EA-D431-4768-7531D49F7AE6}"/>
              </a:ext>
            </a:extLst>
          </p:cNvPr>
          <p:cNvGraphicFramePr>
            <a:graphicFrameLocks/>
          </p:cNvGraphicFramePr>
          <p:nvPr>
            <p:custDataLst>
              <p:tags r:id="rId1"/>
            </p:custDataLst>
            <p:extLst>
              <p:ext uri="{D42A27DB-BD31-4B8C-83A1-F6EECF244321}">
                <p14:modId xmlns:p14="http://schemas.microsoft.com/office/powerpoint/2010/main" val="3256607481"/>
              </p:ext>
            </p:extLst>
          </p:nvPr>
        </p:nvGraphicFramePr>
        <p:xfrm>
          <a:off x="522815" y="1551209"/>
          <a:ext cx="5040312" cy="4010031"/>
        </p:xfrm>
        <a:graphic>
          <a:graphicData uri="http://schemas.openxmlformats.org/drawingml/2006/table">
            <a:tbl>
              <a:tblPr/>
              <a:tblGrid>
                <a:gridCol w="296862">
                  <a:extLst>
                    <a:ext uri="{9D8B030D-6E8A-4147-A177-3AD203B41FA5}">
                      <a16:colId xmlns:a16="http://schemas.microsoft.com/office/drawing/2014/main" val="20000"/>
                    </a:ext>
                  </a:extLst>
                </a:gridCol>
                <a:gridCol w="295275">
                  <a:extLst>
                    <a:ext uri="{9D8B030D-6E8A-4147-A177-3AD203B41FA5}">
                      <a16:colId xmlns:a16="http://schemas.microsoft.com/office/drawing/2014/main" val="20001"/>
                    </a:ext>
                  </a:extLst>
                </a:gridCol>
                <a:gridCol w="296863">
                  <a:extLst>
                    <a:ext uri="{9D8B030D-6E8A-4147-A177-3AD203B41FA5}">
                      <a16:colId xmlns:a16="http://schemas.microsoft.com/office/drawing/2014/main" val="20002"/>
                    </a:ext>
                  </a:extLst>
                </a:gridCol>
                <a:gridCol w="298450">
                  <a:extLst>
                    <a:ext uri="{9D8B030D-6E8A-4147-A177-3AD203B41FA5}">
                      <a16:colId xmlns:a16="http://schemas.microsoft.com/office/drawing/2014/main" val="20003"/>
                    </a:ext>
                  </a:extLst>
                </a:gridCol>
                <a:gridCol w="293687">
                  <a:extLst>
                    <a:ext uri="{9D8B030D-6E8A-4147-A177-3AD203B41FA5}">
                      <a16:colId xmlns:a16="http://schemas.microsoft.com/office/drawing/2014/main" val="20004"/>
                    </a:ext>
                  </a:extLst>
                </a:gridCol>
                <a:gridCol w="296863">
                  <a:extLst>
                    <a:ext uri="{9D8B030D-6E8A-4147-A177-3AD203B41FA5}">
                      <a16:colId xmlns:a16="http://schemas.microsoft.com/office/drawing/2014/main" val="20005"/>
                    </a:ext>
                  </a:extLst>
                </a:gridCol>
                <a:gridCol w="296862">
                  <a:extLst>
                    <a:ext uri="{9D8B030D-6E8A-4147-A177-3AD203B41FA5}">
                      <a16:colId xmlns:a16="http://schemas.microsoft.com/office/drawing/2014/main" val="20006"/>
                    </a:ext>
                  </a:extLst>
                </a:gridCol>
                <a:gridCol w="296863">
                  <a:extLst>
                    <a:ext uri="{9D8B030D-6E8A-4147-A177-3AD203B41FA5}">
                      <a16:colId xmlns:a16="http://schemas.microsoft.com/office/drawing/2014/main" val="20007"/>
                    </a:ext>
                  </a:extLst>
                </a:gridCol>
                <a:gridCol w="296862">
                  <a:extLst>
                    <a:ext uri="{9D8B030D-6E8A-4147-A177-3AD203B41FA5}">
                      <a16:colId xmlns:a16="http://schemas.microsoft.com/office/drawing/2014/main" val="20008"/>
                    </a:ext>
                  </a:extLst>
                </a:gridCol>
                <a:gridCol w="296863">
                  <a:extLst>
                    <a:ext uri="{9D8B030D-6E8A-4147-A177-3AD203B41FA5}">
                      <a16:colId xmlns:a16="http://schemas.microsoft.com/office/drawing/2014/main" val="20009"/>
                    </a:ext>
                  </a:extLst>
                </a:gridCol>
                <a:gridCol w="296862">
                  <a:extLst>
                    <a:ext uri="{9D8B030D-6E8A-4147-A177-3AD203B41FA5}">
                      <a16:colId xmlns:a16="http://schemas.microsoft.com/office/drawing/2014/main" val="20010"/>
                    </a:ext>
                  </a:extLst>
                </a:gridCol>
                <a:gridCol w="296863">
                  <a:extLst>
                    <a:ext uri="{9D8B030D-6E8A-4147-A177-3AD203B41FA5}">
                      <a16:colId xmlns:a16="http://schemas.microsoft.com/office/drawing/2014/main" val="20011"/>
                    </a:ext>
                  </a:extLst>
                </a:gridCol>
                <a:gridCol w="293687">
                  <a:extLst>
                    <a:ext uri="{9D8B030D-6E8A-4147-A177-3AD203B41FA5}">
                      <a16:colId xmlns:a16="http://schemas.microsoft.com/office/drawing/2014/main" val="20012"/>
                    </a:ext>
                  </a:extLst>
                </a:gridCol>
                <a:gridCol w="298450">
                  <a:extLst>
                    <a:ext uri="{9D8B030D-6E8A-4147-A177-3AD203B41FA5}">
                      <a16:colId xmlns:a16="http://schemas.microsoft.com/office/drawing/2014/main" val="20013"/>
                    </a:ext>
                  </a:extLst>
                </a:gridCol>
                <a:gridCol w="296863">
                  <a:extLst>
                    <a:ext uri="{9D8B030D-6E8A-4147-A177-3AD203B41FA5}">
                      <a16:colId xmlns:a16="http://schemas.microsoft.com/office/drawing/2014/main" val="20014"/>
                    </a:ext>
                  </a:extLst>
                </a:gridCol>
                <a:gridCol w="295275">
                  <a:extLst>
                    <a:ext uri="{9D8B030D-6E8A-4147-A177-3AD203B41FA5}">
                      <a16:colId xmlns:a16="http://schemas.microsoft.com/office/drawing/2014/main" val="20015"/>
                    </a:ext>
                  </a:extLst>
                </a:gridCol>
                <a:gridCol w="296862">
                  <a:extLst>
                    <a:ext uri="{9D8B030D-6E8A-4147-A177-3AD203B41FA5}">
                      <a16:colId xmlns:a16="http://schemas.microsoft.com/office/drawing/2014/main" val="20016"/>
                    </a:ext>
                  </a:extLst>
                </a:gridCol>
              </a:tblGrid>
              <a:tr h="236526">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endParaRPr kumimoji="0" lang="en-GB" sz="1400" b="1" i="0" u="none" strike="noStrike" cap="none" normalizeH="0" baseline="-25000">
                        <a:ln>
                          <a:noFill/>
                        </a:ln>
                        <a:solidFill>
                          <a:srgbClr val="000000"/>
                        </a:solidFill>
                        <a:effectLst/>
                        <a:latin typeface="Arial" charset="0"/>
                      </a:endParaRPr>
                    </a:p>
                  </a:txBody>
                  <a:tcPr marL="0" marR="0" marT="0" marB="0" anchor="ctr" horzOverflow="overflow">
                    <a:lnL cap="flat">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k</a:t>
                      </a:r>
                      <a:r>
                        <a:rPr kumimoji="0" lang="en-US" sz="1400" b="1" i="0" u="none" strike="noStrike" cap="none" normalizeH="0" baseline="-25000">
                          <a:ln>
                            <a:noFill/>
                          </a:ln>
                          <a:solidFill>
                            <a:srgbClr val="000000"/>
                          </a:solidFill>
                          <a:effectLst/>
                          <a:latin typeface="Arial" charset="0"/>
                        </a:rPr>
                        <a:t>0</a:t>
                      </a:r>
                    </a:p>
                  </a:txBody>
                  <a:tcPr marL="0" marR="0" marT="0" marB="0" anchor="ct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k</a:t>
                      </a:r>
                      <a:r>
                        <a:rPr kumimoji="0" lang="en-US" sz="1400" b="1" i="0" u="none" strike="noStrike" cap="none" normalizeH="0" baseline="-25000">
                          <a:ln>
                            <a:noFill/>
                          </a:ln>
                          <a:solidFill>
                            <a:srgbClr val="000000"/>
                          </a:solidFill>
                          <a:effectLst/>
                          <a:latin typeface="Arial" charset="0"/>
                        </a:rPr>
                        <a:t>1</a:t>
                      </a:r>
                    </a:p>
                  </a:txBody>
                  <a:tcPr marL="0" marR="0" marT="0" marB="0" anchor="ct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k</a:t>
                      </a:r>
                      <a:r>
                        <a:rPr kumimoji="0" lang="en-US" sz="1400" b="1" i="0" u="none" strike="noStrike" cap="none" normalizeH="0" baseline="-25000">
                          <a:ln>
                            <a:noFill/>
                          </a:ln>
                          <a:solidFill>
                            <a:srgbClr val="000000"/>
                          </a:solidFill>
                          <a:effectLst/>
                          <a:latin typeface="Arial" charset="0"/>
                        </a:rPr>
                        <a:t>2</a:t>
                      </a:r>
                    </a:p>
                  </a:txBody>
                  <a:tcPr marL="0" marR="0" marT="0" marB="0" anchor="ct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k</a:t>
                      </a:r>
                      <a:r>
                        <a:rPr kumimoji="0" lang="en-US" sz="1400" b="1" i="0" u="none" strike="noStrike" cap="none" normalizeH="0" baseline="-25000">
                          <a:ln>
                            <a:noFill/>
                          </a:ln>
                          <a:solidFill>
                            <a:srgbClr val="000000"/>
                          </a:solidFill>
                          <a:effectLst/>
                          <a:latin typeface="Arial" charset="0"/>
                        </a:rPr>
                        <a:t>3</a:t>
                      </a:r>
                    </a:p>
                  </a:txBody>
                  <a:tcPr marL="0" marR="0" marT="0" marB="0" anchor="ct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k</a:t>
                      </a:r>
                      <a:r>
                        <a:rPr kumimoji="0" lang="en-US" sz="1400" b="1" i="0" u="none" strike="noStrike" cap="none" normalizeH="0" baseline="-25000">
                          <a:ln>
                            <a:noFill/>
                          </a:ln>
                          <a:solidFill>
                            <a:srgbClr val="000000"/>
                          </a:solidFill>
                          <a:effectLst/>
                          <a:latin typeface="Arial" charset="0"/>
                        </a:rPr>
                        <a:t>4</a:t>
                      </a:r>
                    </a:p>
                  </a:txBody>
                  <a:tcPr marL="0" marR="0" marT="0" marB="0" anchor="ct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dirty="0">
                          <a:ln>
                            <a:noFill/>
                          </a:ln>
                          <a:solidFill>
                            <a:srgbClr val="000000"/>
                          </a:solidFill>
                          <a:effectLst/>
                          <a:latin typeface="Arial" charset="0"/>
                        </a:rPr>
                        <a:t>k</a:t>
                      </a:r>
                      <a:r>
                        <a:rPr kumimoji="0" lang="en-US" sz="1400" b="1" i="0" u="none" strike="noStrike" cap="none" normalizeH="0" baseline="-25000" dirty="0">
                          <a:ln>
                            <a:noFill/>
                          </a:ln>
                          <a:solidFill>
                            <a:srgbClr val="000000"/>
                          </a:solidFill>
                          <a:effectLst/>
                          <a:latin typeface="Arial" charset="0"/>
                        </a:rPr>
                        <a:t>5</a:t>
                      </a:r>
                    </a:p>
                  </a:txBody>
                  <a:tcPr marL="0" marR="0" marT="0" marB="0" anchor="ct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k</a:t>
                      </a:r>
                      <a:r>
                        <a:rPr kumimoji="0" lang="en-US" sz="1400" b="1" i="0" u="none" strike="noStrike" cap="none" normalizeH="0" baseline="-25000">
                          <a:ln>
                            <a:noFill/>
                          </a:ln>
                          <a:solidFill>
                            <a:srgbClr val="000000"/>
                          </a:solidFill>
                          <a:effectLst/>
                          <a:latin typeface="Arial" charset="0"/>
                        </a:rPr>
                        <a:t>6</a:t>
                      </a:r>
                    </a:p>
                  </a:txBody>
                  <a:tcPr marL="0" marR="0" marT="0" marB="0" anchor="ctr" horzOverflow="overflow">
                    <a:lnL>
                      <a:noFill/>
                    </a:lnL>
                    <a:lnR w="12700" cap="flat" cmpd="sng" algn="ctr">
                      <a:solidFill>
                        <a:schemeClr val="tx1"/>
                      </a:solidFill>
                      <a:prstDash val="sysDash"/>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folHlink"/>
                          </a:solidFill>
                          <a:effectLst/>
                          <a:latin typeface="Arial" charset="0"/>
                        </a:rPr>
                        <a:t>7</a:t>
                      </a:r>
                    </a:p>
                  </a:txBody>
                  <a:tcPr marL="0" marR="0" marT="0" marB="0" anchor="ctr" horzOverflow="overflow">
                    <a:lnL w="12700" cap="flat" cmpd="sng" algn="ctr">
                      <a:solidFill>
                        <a:schemeClr val="tx1"/>
                      </a:solidFill>
                      <a:prstDash val="sysDash"/>
                      <a:round/>
                      <a:headEnd type="none" w="med" len="med"/>
                      <a:tailEnd type="none" w="med" len="med"/>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folHlink"/>
                          </a:solidFill>
                          <a:effectLst/>
                          <a:latin typeface="Arial" charset="0"/>
                        </a:rPr>
                        <a:t>8</a:t>
                      </a:r>
                    </a:p>
                  </a:txBody>
                  <a:tcPr marL="0" marR="0" marT="0" marB="0" anchor="ct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folHlink"/>
                          </a:solidFill>
                          <a:effectLst/>
                          <a:latin typeface="Arial" charset="0"/>
                        </a:rPr>
                        <a:t>9</a:t>
                      </a:r>
                    </a:p>
                  </a:txBody>
                  <a:tcPr marL="0" marR="0" marT="0" marB="0" anchor="ct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folHlink"/>
                          </a:solidFill>
                          <a:effectLst/>
                          <a:latin typeface="Arial" charset="0"/>
                        </a:rPr>
                        <a:t>10</a:t>
                      </a:r>
                    </a:p>
                  </a:txBody>
                  <a:tcPr marL="0" marR="0" marT="0" marB="0" anchor="ct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folHlink"/>
                          </a:solidFill>
                          <a:effectLst/>
                          <a:latin typeface="Arial" charset="0"/>
                        </a:rPr>
                        <a:t>11</a:t>
                      </a:r>
                    </a:p>
                  </a:txBody>
                  <a:tcPr marL="0" marR="0" marT="0" marB="0" anchor="ct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folHlink"/>
                          </a:solidFill>
                          <a:effectLst/>
                          <a:latin typeface="Arial" charset="0"/>
                        </a:rPr>
                        <a:t>12</a:t>
                      </a:r>
                    </a:p>
                  </a:txBody>
                  <a:tcPr marL="0" marR="0" marT="0" marB="0" anchor="ct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folHlink"/>
                          </a:solidFill>
                          <a:effectLst/>
                          <a:latin typeface="Arial" charset="0"/>
                        </a:rPr>
                        <a:t>13</a:t>
                      </a:r>
                    </a:p>
                  </a:txBody>
                  <a:tcPr marL="0" marR="0" marT="0" marB="0" anchor="ct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folHlink"/>
                          </a:solidFill>
                          <a:effectLst/>
                          <a:latin typeface="Arial" charset="0"/>
                        </a:rPr>
                        <a:t>14</a:t>
                      </a:r>
                    </a:p>
                  </a:txBody>
                  <a:tcPr marL="0" marR="0" marT="0" marB="0" anchor="ct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folHlink"/>
                          </a:solidFill>
                          <a:effectLst/>
                          <a:latin typeface="Arial" charset="0"/>
                        </a:rPr>
                        <a:t>15</a:t>
                      </a:r>
                    </a:p>
                  </a:txBody>
                  <a:tcPr marL="0" marR="0" marT="0" marB="0" anchor="ctr" horzOverflow="overflow">
                    <a:lnL>
                      <a:noFill/>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36526">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k</a:t>
                      </a:r>
                      <a:r>
                        <a:rPr kumimoji="0" lang="en-US" sz="1400" b="1" i="0" u="none" strike="noStrike" cap="none" normalizeH="0" baseline="-25000">
                          <a:ln>
                            <a:noFill/>
                          </a:ln>
                          <a:solidFill>
                            <a:srgbClr val="000000"/>
                          </a:solidFill>
                          <a:effectLst/>
                          <a:latin typeface="Arial" charset="0"/>
                        </a:rPr>
                        <a:t>0</a:t>
                      </a:r>
                    </a:p>
                  </a:txBody>
                  <a:tcPr marL="0" marR="0" marT="0" marB="0" anchor="ct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rowSpan="7" gridSpan="7">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dirty="0">
                          <a:ln>
                            <a:noFill/>
                          </a:ln>
                          <a:solidFill>
                            <a:schemeClr val="tx1"/>
                          </a:solidFill>
                          <a:effectLst/>
                          <a:latin typeface="Arial" charset="0"/>
                        </a:rPr>
                        <a:t>STRUCTURE</a:t>
                      </a:r>
                    </a:p>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dirty="0">
                          <a:ln>
                            <a:noFill/>
                          </a:ln>
                          <a:solidFill>
                            <a:schemeClr val="tx1"/>
                          </a:solidFill>
                          <a:effectLst/>
                          <a:latin typeface="Arial" charset="0"/>
                        </a:rPr>
                        <a:t>SUBMATRIX</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ash"/>
                      <a:round/>
                      <a:headEnd type="none" w="med" len="med"/>
                      <a:tailEnd type="none" w="med" len="med"/>
                    </a:lnB>
                    <a:lnTlToBr>
                      <a:noFill/>
                    </a:lnTlToBr>
                    <a:lnBlToTr>
                      <a:noFill/>
                    </a:lnBlToTr>
                    <a:noFill/>
                  </a:tcPr>
                </a:tc>
                <a:tc rowSpan="7" hMerge="1">
                  <a:txBody>
                    <a:bodyPr/>
                    <a:lstStyle/>
                    <a:p>
                      <a:endParaRPr lang="it-IT"/>
                    </a:p>
                  </a:txBody>
                  <a:tcPr/>
                </a:tc>
                <a:tc rowSpan="7" hMerge="1">
                  <a:txBody>
                    <a:bodyPr/>
                    <a:lstStyle/>
                    <a:p>
                      <a:endParaRPr lang="it-IT"/>
                    </a:p>
                  </a:txBody>
                  <a:tcPr/>
                </a:tc>
                <a:tc rowSpan="7" hMerge="1">
                  <a:txBody>
                    <a:bodyPr/>
                    <a:lstStyle/>
                    <a:p>
                      <a:endParaRPr lang="it-IT"/>
                    </a:p>
                  </a:txBody>
                  <a:tcPr/>
                </a:tc>
                <a:tc rowSpan="7" hMerge="1">
                  <a:txBody>
                    <a:bodyPr/>
                    <a:lstStyle/>
                    <a:p>
                      <a:endParaRPr lang="it-IT"/>
                    </a:p>
                  </a:txBody>
                  <a:tcPr/>
                </a:tc>
                <a:tc rowSpan="7" hMerge="1">
                  <a:txBody>
                    <a:bodyPr/>
                    <a:lstStyle/>
                    <a:p>
                      <a:endParaRPr lang="it-IT"/>
                    </a:p>
                  </a:txBody>
                  <a:tcPr/>
                </a:tc>
                <a:tc rowSpan="7" hMerge="1">
                  <a:txBody>
                    <a:bodyPr/>
                    <a:lstStyle/>
                    <a:p>
                      <a:endParaRPr lang="it-IT"/>
                    </a:p>
                  </a:txBody>
                  <a:tcPr/>
                </a:tc>
                <a:tc rowSpan="7" gridSpan="9">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folHlink"/>
                          </a:solidFill>
                          <a:effectLst/>
                          <a:latin typeface="Arial" charset="0"/>
                        </a:rPr>
                        <a:t>LEAVES SUBMATRIX</a:t>
                      </a:r>
                    </a:p>
                  </a:txBody>
                  <a:tcPr marL="0" marR="0" marT="0" marB="0" anchor="ctr" horzOverflow="overflow">
                    <a:lnL w="12700" cap="flat" cmpd="sng" algn="ctr">
                      <a:solidFill>
                        <a:schemeClr val="tx1"/>
                      </a:solidFill>
                      <a:prstDash val="sysDash"/>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ysDash"/>
                      <a:round/>
                      <a:headEnd type="none" w="med" len="med"/>
                      <a:tailEnd type="none" w="med" len="med"/>
                    </a:lnB>
                    <a:lnTlToBr>
                      <a:noFill/>
                    </a:lnTlToBr>
                    <a:lnBlToTr>
                      <a:noFill/>
                    </a:lnBlToTr>
                    <a:noFill/>
                  </a:tcPr>
                </a:tc>
                <a:tc rowSpan="7" hMerge="1">
                  <a:txBody>
                    <a:bodyPr/>
                    <a:lstStyle/>
                    <a:p>
                      <a:endParaRPr lang="it-IT"/>
                    </a:p>
                  </a:txBody>
                  <a:tcPr/>
                </a:tc>
                <a:tc rowSpan="7" hMerge="1">
                  <a:txBody>
                    <a:bodyPr/>
                    <a:lstStyle/>
                    <a:p>
                      <a:endParaRPr lang="it-IT"/>
                    </a:p>
                  </a:txBody>
                  <a:tcPr/>
                </a:tc>
                <a:tc rowSpan="7" hMerge="1">
                  <a:txBody>
                    <a:bodyPr/>
                    <a:lstStyle/>
                    <a:p>
                      <a:endParaRPr lang="it-IT"/>
                    </a:p>
                  </a:txBody>
                  <a:tcPr/>
                </a:tc>
                <a:tc rowSpan="7" hMerge="1">
                  <a:txBody>
                    <a:bodyPr/>
                    <a:lstStyle/>
                    <a:p>
                      <a:endParaRPr lang="it-IT"/>
                    </a:p>
                  </a:txBody>
                  <a:tcPr/>
                </a:tc>
                <a:tc rowSpan="7" hMerge="1">
                  <a:txBody>
                    <a:bodyPr/>
                    <a:lstStyle/>
                    <a:p>
                      <a:endParaRPr lang="it-IT"/>
                    </a:p>
                  </a:txBody>
                  <a:tcPr/>
                </a:tc>
                <a:tc rowSpan="7" hMerge="1">
                  <a:txBody>
                    <a:bodyPr/>
                    <a:lstStyle/>
                    <a:p>
                      <a:endParaRPr lang="it-IT"/>
                    </a:p>
                  </a:txBody>
                  <a:tcPr/>
                </a:tc>
                <a:tc rowSpan="7" hMerge="1">
                  <a:txBody>
                    <a:bodyPr/>
                    <a:lstStyle/>
                    <a:p>
                      <a:endParaRPr lang="it-IT"/>
                    </a:p>
                  </a:txBody>
                  <a:tcPr/>
                </a:tc>
                <a:tc rowSpan="7" hMerge="1">
                  <a:txBody>
                    <a:bodyPr/>
                    <a:lstStyle/>
                    <a:p>
                      <a:endParaRPr lang="it-IT"/>
                    </a:p>
                  </a:txBody>
                  <a:tcPr/>
                </a:tc>
                <a:extLst>
                  <a:ext uri="{0D108BD9-81ED-4DB2-BD59-A6C34878D82A}">
                    <a16:rowId xmlns:a16="http://schemas.microsoft.com/office/drawing/2014/main" val="10001"/>
                  </a:ext>
                </a:extLst>
              </a:tr>
              <a:tr h="224028">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k</a:t>
                      </a:r>
                      <a:r>
                        <a:rPr kumimoji="0" lang="en-US" sz="1400" b="1" i="0" u="none" strike="noStrike" cap="none" normalizeH="0" baseline="-25000">
                          <a:ln>
                            <a:noFill/>
                          </a:ln>
                          <a:solidFill>
                            <a:srgbClr val="000000"/>
                          </a:solidFill>
                          <a:effectLst/>
                          <a:latin typeface="Arial" charset="0"/>
                        </a:rPr>
                        <a:t>1</a:t>
                      </a:r>
                    </a:p>
                  </a:txBody>
                  <a:tcPr marL="0" marR="0" marT="0" marB="0" anchor="ct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gridSpan="7"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gridSpan="9"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extLst>
                  <a:ext uri="{0D108BD9-81ED-4DB2-BD59-A6C34878D82A}">
                    <a16:rowId xmlns:a16="http://schemas.microsoft.com/office/drawing/2014/main" val="10002"/>
                  </a:ext>
                </a:extLst>
              </a:tr>
              <a:tr h="236526">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k</a:t>
                      </a:r>
                      <a:r>
                        <a:rPr kumimoji="0" lang="en-US" sz="1400" b="1" i="0" u="none" strike="noStrike" cap="none" normalizeH="0" baseline="-25000">
                          <a:ln>
                            <a:noFill/>
                          </a:ln>
                          <a:solidFill>
                            <a:srgbClr val="000000"/>
                          </a:solidFill>
                          <a:effectLst/>
                          <a:latin typeface="Arial" charset="0"/>
                        </a:rPr>
                        <a:t>2</a:t>
                      </a:r>
                    </a:p>
                  </a:txBody>
                  <a:tcPr marL="0" marR="0" marT="0" marB="0" anchor="ct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gridSpan="7"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gridSpan="9"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extLst>
                  <a:ext uri="{0D108BD9-81ED-4DB2-BD59-A6C34878D82A}">
                    <a16:rowId xmlns:a16="http://schemas.microsoft.com/office/drawing/2014/main" val="10003"/>
                  </a:ext>
                </a:extLst>
              </a:tr>
              <a:tr h="236526">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k</a:t>
                      </a:r>
                      <a:r>
                        <a:rPr kumimoji="0" lang="en-US" sz="1400" b="1" i="0" u="none" strike="noStrike" cap="none" normalizeH="0" baseline="-25000">
                          <a:ln>
                            <a:noFill/>
                          </a:ln>
                          <a:solidFill>
                            <a:srgbClr val="000000"/>
                          </a:solidFill>
                          <a:effectLst/>
                          <a:latin typeface="Arial" charset="0"/>
                        </a:rPr>
                        <a:t>3</a:t>
                      </a:r>
                    </a:p>
                  </a:txBody>
                  <a:tcPr marL="0" marR="0" marT="0" marB="0" anchor="ct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gridSpan="7"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gridSpan="9"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extLst>
                  <a:ext uri="{0D108BD9-81ED-4DB2-BD59-A6C34878D82A}">
                    <a16:rowId xmlns:a16="http://schemas.microsoft.com/office/drawing/2014/main" val="10004"/>
                  </a:ext>
                </a:extLst>
              </a:tr>
              <a:tr h="236526">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k</a:t>
                      </a:r>
                      <a:r>
                        <a:rPr kumimoji="0" lang="en-US" sz="1400" b="1" i="0" u="none" strike="noStrike" cap="none" normalizeH="0" baseline="-25000">
                          <a:ln>
                            <a:noFill/>
                          </a:ln>
                          <a:solidFill>
                            <a:srgbClr val="000000"/>
                          </a:solidFill>
                          <a:effectLst/>
                          <a:latin typeface="Arial" charset="0"/>
                        </a:rPr>
                        <a:t>4</a:t>
                      </a:r>
                    </a:p>
                  </a:txBody>
                  <a:tcPr marL="0" marR="0" marT="0" marB="0" anchor="ct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gridSpan="7"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gridSpan="9"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extLst>
                  <a:ext uri="{0D108BD9-81ED-4DB2-BD59-A6C34878D82A}">
                    <a16:rowId xmlns:a16="http://schemas.microsoft.com/office/drawing/2014/main" val="10005"/>
                  </a:ext>
                </a:extLst>
              </a:tr>
              <a:tr h="236526">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k</a:t>
                      </a:r>
                      <a:r>
                        <a:rPr kumimoji="0" lang="en-US" sz="1400" b="1" i="0" u="none" strike="noStrike" cap="none" normalizeH="0" baseline="-25000">
                          <a:ln>
                            <a:noFill/>
                          </a:ln>
                          <a:solidFill>
                            <a:srgbClr val="000000"/>
                          </a:solidFill>
                          <a:effectLst/>
                          <a:latin typeface="Arial" charset="0"/>
                        </a:rPr>
                        <a:t>5</a:t>
                      </a:r>
                    </a:p>
                  </a:txBody>
                  <a:tcPr marL="0" marR="0" marT="0" marB="0" anchor="ct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gridSpan="7"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gridSpan="9"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extLst>
                  <a:ext uri="{0D108BD9-81ED-4DB2-BD59-A6C34878D82A}">
                    <a16:rowId xmlns:a16="http://schemas.microsoft.com/office/drawing/2014/main" val="10006"/>
                  </a:ext>
                </a:extLst>
              </a:tr>
              <a:tr h="236526">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k</a:t>
                      </a:r>
                      <a:r>
                        <a:rPr kumimoji="0" lang="en-US" sz="1400" b="1" i="0" u="none" strike="noStrike" cap="none" normalizeH="0" baseline="-25000">
                          <a:ln>
                            <a:noFill/>
                          </a:ln>
                          <a:solidFill>
                            <a:srgbClr val="000000"/>
                          </a:solidFill>
                          <a:effectLst/>
                          <a:latin typeface="Arial" charset="0"/>
                        </a:rPr>
                        <a:t>6</a:t>
                      </a:r>
                    </a:p>
                  </a:txBody>
                  <a:tcPr marL="0" marR="0" marT="0" marB="0" anchor="ctr" horzOverflow="overflow">
                    <a:lnL cap="flat">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ysDash"/>
                      <a:round/>
                      <a:headEnd type="none" w="med" len="med"/>
                      <a:tailEnd type="none" w="med" len="med"/>
                    </a:lnB>
                    <a:lnTlToBr>
                      <a:noFill/>
                    </a:lnTlToBr>
                    <a:lnBlToTr>
                      <a:noFill/>
                    </a:lnBlToTr>
                    <a:noFill/>
                  </a:tcPr>
                </a:tc>
                <a:tc gridSpan="7"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gridSpan="9"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extLst>
                  <a:ext uri="{0D108BD9-81ED-4DB2-BD59-A6C34878D82A}">
                    <a16:rowId xmlns:a16="http://schemas.microsoft.com/office/drawing/2014/main" val="10007"/>
                  </a:ext>
                </a:extLst>
              </a:tr>
              <a:tr h="238113">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folHlink"/>
                          </a:solidFill>
                          <a:effectLst/>
                          <a:latin typeface="Arial" charset="0"/>
                        </a:rPr>
                        <a:t>7</a:t>
                      </a:r>
                    </a:p>
                  </a:txBody>
                  <a:tcPr marL="0" marR="0" marT="0" marB="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ysDash"/>
                      <a:round/>
                      <a:headEnd type="none" w="med" len="med"/>
                      <a:tailEnd type="none" w="med" len="med"/>
                    </a:lnT>
                    <a:lnB>
                      <a:noFill/>
                    </a:lnB>
                    <a:lnTlToBr>
                      <a:noFill/>
                    </a:lnTlToBr>
                    <a:lnBlToTr>
                      <a:noFill/>
                    </a:lnBlToTr>
                    <a:noFill/>
                  </a:tcPr>
                </a:tc>
                <a:tc rowSpan="9" gridSpan="7">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folHlink"/>
                          </a:solidFill>
                          <a:effectLst/>
                          <a:latin typeface="Arial" charset="0"/>
                        </a:rPr>
                        <a:t>LEAVES SUBMATRIX</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cap="flat">
                      <a:noFill/>
                    </a:lnB>
                    <a:lnTlToBr>
                      <a:noFill/>
                    </a:lnTlToBr>
                    <a:lnBlToTr>
                      <a:noFill/>
                    </a:lnBlToTr>
                    <a:noFill/>
                  </a:tcPr>
                </a:tc>
                <a:tc rowSpan="9" hMerge="1">
                  <a:txBody>
                    <a:bodyPr/>
                    <a:lstStyle/>
                    <a:p>
                      <a:endParaRPr lang="it-IT"/>
                    </a:p>
                  </a:txBody>
                  <a:tcPr/>
                </a:tc>
                <a:tc rowSpan="9" hMerge="1">
                  <a:txBody>
                    <a:bodyPr/>
                    <a:lstStyle/>
                    <a:p>
                      <a:endParaRPr lang="it-IT"/>
                    </a:p>
                  </a:txBody>
                  <a:tcPr/>
                </a:tc>
                <a:tc rowSpan="9" hMerge="1">
                  <a:txBody>
                    <a:bodyPr/>
                    <a:lstStyle/>
                    <a:p>
                      <a:endParaRPr lang="it-IT"/>
                    </a:p>
                  </a:txBody>
                  <a:tcPr/>
                </a:tc>
                <a:tc rowSpan="9" hMerge="1">
                  <a:txBody>
                    <a:bodyPr/>
                    <a:lstStyle/>
                    <a:p>
                      <a:endParaRPr lang="it-IT"/>
                    </a:p>
                  </a:txBody>
                  <a:tcPr/>
                </a:tc>
                <a:tc rowSpan="9" hMerge="1">
                  <a:txBody>
                    <a:bodyPr/>
                    <a:lstStyle/>
                    <a:p>
                      <a:endParaRPr lang="it-IT"/>
                    </a:p>
                  </a:txBody>
                  <a:tcPr/>
                </a:tc>
                <a:tc rowSpan="9" hMerge="1">
                  <a:txBody>
                    <a:bodyPr/>
                    <a:lstStyle/>
                    <a:p>
                      <a:endParaRPr lang="it-IT"/>
                    </a:p>
                  </a:txBody>
                  <a:tcPr/>
                </a:tc>
                <a:tc rowSpan="9" gridSpan="9">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6600"/>
                          </a:solidFill>
                          <a:effectLst/>
                          <a:latin typeface="Arial" charset="0"/>
                        </a:rPr>
                        <a:t>COEFFICIENTS SUBMATRIX</a:t>
                      </a:r>
                    </a:p>
                  </a:txBody>
                  <a:tcPr marL="0" marR="0" marT="0" marB="0" anchor="ctr" horzOverflow="overflow">
                    <a:lnL w="12700" cap="flat" cmpd="sng" algn="ctr">
                      <a:solidFill>
                        <a:schemeClr val="tx1"/>
                      </a:solidFill>
                      <a:prstDash val="sysDash"/>
                      <a:round/>
                      <a:headEnd type="none" w="med" len="med"/>
                      <a:tailEnd type="none" w="med" len="med"/>
                    </a:lnL>
                    <a:lnR cap="flat">
                      <a:noFill/>
                    </a:lnR>
                    <a:lnT w="12700" cap="flat" cmpd="sng" algn="ctr">
                      <a:solidFill>
                        <a:schemeClr val="tx1"/>
                      </a:solidFill>
                      <a:prstDash val="sysDash"/>
                      <a:round/>
                      <a:headEnd type="none" w="med" len="med"/>
                      <a:tailEnd type="none" w="med" len="med"/>
                    </a:lnT>
                    <a:lnB cap="flat">
                      <a:noFill/>
                    </a:lnB>
                    <a:lnTlToBr>
                      <a:noFill/>
                    </a:lnTlToBr>
                    <a:lnBlToTr>
                      <a:noFill/>
                    </a:lnBlToTr>
                    <a:noFill/>
                  </a:tcPr>
                </a:tc>
                <a:tc rowSpan="9" hMerge="1">
                  <a:txBody>
                    <a:bodyPr/>
                    <a:lstStyle/>
                    <a:p>
                      <a:endParaRPr lang="it-IT"/>
                    </a:p>
                  </a:txBody>
                  <a:tcPr/>
                </a:tc>
                <a:tc rowSpan="9" hMerge="1">
                  <a:txBody>
                    <a:bodyPr/>
                    <a:lstStyle/>
                    <a:p>
                      <a:endParaRPr lang="it-IT"/>
                    </a:p>
                  </a:txBody>
                  <a:tcPr/>
                </a:tc>
                <a:tc rowSpan="9" hMerge="1">
                  <a:txBody>
                    <a:bodyPr/>
                    <a:lstStyle/>
                    <a:p>
                      <a:endParaRPr lang="it-IT"/>
                    </a:p>
                  </a:txBody>
                  <a:tcPr/>
                </a:tc>
                <a:tc rowSpan="9" hMerge="1">
                  <a:txBody>
                    <a:bodyPr/>
                    <a:lstStyle/>
                    <a:p>
                      <a:endParaRPr lang="it-IT"/>
                    </a:p>
                  </a:txBody>
                  <a:tcPr/>
                </a:tc>
                <a:tc rowSpan="9" hMerge="1">
                  <a:txBody>
                    <a:bodyPr/>
                    <a:lstStyle/>
                    <a:p>
                      <a:endParaRPr lang="it-IT"/>
                    </a:p>
                  </a:txBody>
                  <a:tcPr/>
                </a:tc>
                <a:tc rowSpan="9" hMerge="1">
                  <a:txBody>
                    <a:bodyPr/>
                    <a:lstStyle/>
                    <a:p>
                      <a:endParaRPr lang="it-IT"/>
                    </a:p>
                  </a:txBody>
                  <a:tcPr/>
                </a:tc>
                <a:tc rowSpan="9" hMerge="1">
                  <a:txBody>
                    <a:bodyPr/>
                    <a:lstStyle/>
                    <a:p>
                      <a:endParaRPr lang="it-IT"/>
                    </a:p>
                  </a:txBody>
                  <a:tcPr/>
                </a:tc>
                <a:tc rowSpan="9" hMerge="1">
                  <a:txBody>
                    <a:bodyPr/>
                    <a:lstStyle/>
                    <a:p>
                      <a:endParaRPr lang="it-IT"/>
                    </a:p>
                  </a:txBody>
                  <a:tcPr/>
                </a:tc>
                <a:extLst>
                  <a:ext uri="{0D108BD9-81ED-4DB2-BD59-A6C34878D82A}">
                    <a16:rowId xmlns:a16="http://schemas.microsoft.com/office/drawing/2014/main" val="10008"/>
                  </a:ext>
                </a:extLst>
              </a:tr>
              <a:tr h="236526">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folHlink"/>
                          </a:solidFill>
                          <a:effectLst/>
                          <a:latin typeface="Arial" charset="0"/>
                        </a:rPr>
                        <a:t>8</a:t>
                      </a:r>
                    </a:p>
                  </a:txBody>
                  <a:tcPr marL="0" marR="0" marT="0" marB="0" anchor="ct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gridSpan="7"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gridSpan="9"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extLst>
                  <a:ext uri="{0D108BD9-81ED-4DB2-BD59-A6C34878D82A}">
                    <a16:rowId xmlns:a16="http://schemas.microsoft.com/office/drawing/2014/main" val="10009"/>
                  </a:ext>
                </a:extLst>
              </a:tr>
              <a:tr h="236526">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folHlink"/>
                          </a:solidFill>
                          <a:effectLst/>
                          <a:latin typeface="Arial" charset="0"/>
                        </a:rPr>
                        <a:t>9</a:t>
                      </a:r>
                    </a:p>
                  </a:txBody>
                  <a:tcPr marL="0" marR="0" marT="0" marB="0" anchor="ct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gridSpan="7"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gridSpan="9"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extLst>
                  <a:ext uri="{0D108BD9-81ED-4DB2-BD59-A6C34878D82A}">
                    <a16:rowId xmlns:a16="http://schemas.microsoft.com/office/drawing/2014/main" val="10010"/>
                  </a:ext>
                </a:extLst>
              </a:tr>
              <a:tr h="236526">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folHlink"/>
                          </a:solidFill>
                          <a:effectLst/>
                          <a:latin typeface="Arial" charset="0"/>
                        </a:rPr>
                        <a:t>10</a:t>
                      </a:r>
                    </a:p>
                  </a:txBody>
                  <a:tcPr marL="0" marR="0" marT="0" marB="0" anchor="ct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gridSpan="7"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gridSpan="9"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extLst>
                  <a:ext uri="{0D108BD9-81ED-4DB2-BD59-A6C34878D82A}">
                    <a16:rowId xmlns:a16="http://schemas.microsoft.com/office/drawing/2014/main" val="10011"/>
                  </a:ext>
                </a:extLst>
              </a:tr>
              <a:tr h="236526">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folHlink"/>
                          </a:solidFill>
                          <a:effectLst/>
                          <a:latin typeface="Arial" charset="0"/>
                        </a:rPr>
                        <a:t>11</a:t>
                      </a:r>
                    </a:p>
                  </a:txBody>
                  <a:tcPr marL="0" marR="0" marT="0" marB="0" anchor="ct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gridSpan="7"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gridSpan="9"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extLst>
                  <a:ext uri="{0D108BD9-81ED-4DB2-BD59-A6C34878D82A}">
                    <a16:rowId xmlns:a16="http://schemas.microsoft.com/office/drawing/2014/main" val="10012"/>
                  </a:ext>
                </a:extLst>
              </a:tr>
              <a:tr h="236526">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folHlink"/>
                          </a:solidFill>
                          <a:effectLst/>
                          <a:latin typeface="Arial" charset="0"/>
                        </a:rPr>
                        <a:t>12</a:t>
                      </a:r>
                    </a:p>
                  </a:txBody>
                  <a:tcPr marL="0" marR="0" marT="0" marB="0" anchor="ct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gridSpan="7"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gridSpan="9"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extLst>
                  <a:ext uri="{0D108BD9-81ED-4DB2-BD59-A6C34878D82A}">
                    <a16:rowId xmlns:a16="http://schemas.microsoft.com/office/drawing/2014/main" val="10013"/>
                  </a:ext>
                </a:extLst>
              </a:tr>
              <a:tr h="236526">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folHlink"/>
                          </a:solidFill>
                          <a:effectLst/>
                          <a:latin typeface="Arial" charset="0"/>
                        </a:rPr>
                        <a:t>13</a:t>
                      </a:r>
                    </a:p>
                  </a:txBody>
                  <a:tcPr marL="0" marR="0" marT="0" marB="0" anchor="ct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gridSpan="7"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gridSpan="9"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extLst>
                  <a:ext uri="{0D108BD9-81ED-4DB2-BD59-A6C34878D82A}">
                    <a16:rowId xmlns:a16="http://schemas.microsoft.com/office/drawing/2014/main" val="10014"/>
                  </a:ext>
                </a:extLst>
              </a:tr>
              <a:tr h="236526">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folHlink"/>
                          </a:solidFill>
                          <a:effectLst/>
                          <a:latin typeface="Arial" charset="0"/>
                        </a:rPr>
                        <a:t>14</a:t>
                      </a:r>
                    </a:p>
                  </a:txBody>
                  <a:tcPr marL="0" marR="0" marT="0" marB="0" anchor="ct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gridSpan="7"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gridSpan="9"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extLst>
                  <a:ext uri="{0D108BD9-81ED-4DB2-BD59-A6C34878D82A}">
                    <a16:rowId xmlns:a16="http://schemas.microsoft.com/office/drawing/2014/main" val="10015"/>
                  </a:ext>
                </a:extLst>
              </a:tr>
              <a:tr h="236526">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dirty="0">
                          <a:ln>
                            <a:noFill/>
                          </a:ln>
                          <a:solidFill>
                            <a:schemeClr val="folHlink"/>
                          </a:solidFill>
                          <a:effectLst/>
                          <a:latin typeface="Arial" charset="0"/>
                        </a:rPr>
                        <a:t>15</a:t>
                      </a:r>
                    </a:p>
                  </a:txBody>
                  <a:tcPr marL="0" marR="0" marT="0" marB="0" anchor="ctr" horzOverflow="overflow">
                    <a:lnL cap="flat">
                      <a:noFill/>
                    </a:lnL>
                    <a:lnR w="12700" cap="flat" cmpd="sng" algn="ctr">
                      <a:solidFill>
                        <a:schemeClr val="tx1"/>
                      </a:solidFill>
                      <a:prstDash val="solid"/>
                      <a:round/>
                      <a:headEnd type="none" w="med" len="med"/>
                      <a:tailEnd type="none" w="med" len="med"/>
                    </a:lnR>
                    <a:lnT>
                      <a:noFill/>
                    </a:lnT>
                    <a:lnB cap="flat">
                      <a:noFill/>
                    </a:lnB>
                    <a:lnTlToBr>
                      <a:noFill/>
                    </a:lnTlToBr>
                    <a:lnBlToTr>
                      <a:noFill/>
                    </a:lnBlToTr>
                    <a:noFill/>
                  </a:tcPr>
                </a:tc>
                <a:tc gridSpan="7"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gridSpan="9"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tc hMerge="1" vMerge="1">
                  <a:txBody>
                    <a:bodyPr/>
                    <a:lstStyle/>
                    <a:p>
                      <a:endParaRPr lang="it-IT"/>
                    </a:p>
                  </a:txBody>
                  <a:tcPr/>
                </a:tc>
                <a:extLst>
                  <a:ext uri="{0D108BD9-81ED-4DB2-BD59-A6C34878D82A}">
                    <a16:rowId xmlns:a16="http://schemas.microsoft.com/office/drawing/2014/main" val="10016"/>
                  </a:ext>
                </a:extLst>
              </a:tr>
            </a:tbl>
          </a:graphicData>
        </a:graphic>
      </p:graphicFrame>
      <p:pic>
        <p:nvPicPr>
          <p:cNvPr id="8" name="Picture 2" descr="flat">
            <a:extLst>
              <a:ext uri="{FF2B5EF4-FFF2-40B4-BE49-F238E27FC236}">
                <a16:creationId xmlns:a16="http://schemas.microsoft.com/office/drawing/2014/main" id="{B9543689-9864-EC22-A440-079EFDCF1C50}"/>
              </a:ext>
            </a:extLst>
          </p:cNvPr>
          <p:cNvPicPr>
            <a:picLocks noChangeAspect="1" noChangeArrowheads="1"/>
          </p:cNvPicPr>
          <p:nvPr>
            <p:custDataLst>
              <p:tags r:id="rId2"/>
            </p:custDataLst>
          </p:nvPr>
        </p:nvPicPr>
        <p:blipFill>
          <a:blip r:embed="rId5">
            <a:extLst>
              <a:ext uri="{28A0092B-C50C-407E-A947-70E740481C1C}">
                <a14:useLocalDpi xmlns:a14="http://schemas.microsoft.com/office/drawing/2010/main" val="0"/>
              </a:ext>
            </a:extLst>
          </a:blip>
          <a:srcRect/>
          <a:stretch>
            <a:fillRect/>
          </a:stretch>
        </p:blipFill>
        <p:spPr bwMode="auto">
          <a:xfrm>
            <a:off x="5804393" y="415368"/>
            <a:ext cx="3573462" cy="4721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0" name="Group 5">
            <a:extLst>
              <a:ext uri="{FF2B5EF4-FFF2-40B4-BE49-F238E27FC236}">
                <a16:creationId xmlns:a16="http://schemas.microsoft.com/office/drawing/2014/main" id="{2437C7E3-368A-C123-5272-8FE43A482275}"/>
              </a:ext>
            </a:extLst>
          </p:cNvPr>
          <p:cNvGraphicFramePr>
            <a:graphicFrameLocks noGrp="1"/>
          </p:cNvGraphicFramePr>
          <p:nvPr>
            <p:custDataLst>
              <p:tags r:id="rId3"/>
            </p:custDataLst>
            <p:extLst>
              <p:ext uri="{D42A27DB-BD31-4B8C-83A1-F6EECF244321}">
                <p14:modId xmlns:p14="http://schemas.microsoft.com/office/powerpoint/2010/main" val="2419513413"/>
              </p:ext>
            </p:extLst>
          </p:nvPr>
        </p:nvGraphicFramePr>
        <p:xfrm>
          <a:off x="8848243" y="3245772"/>
          <a:ext cx="2951163" cy="2797176"/>
        </p:xfrm>
        <a:graphic>
          <a:graphicData uri="http://schemas.openxmlformats.org/drawingml/2006/table">
            <a:tbl>
              <a:tblPr/>
              <a:tblGrid>
                <a:gridCol w="368300">
                  <a:extLst>
                    <a:ext uri="{9D8B030D-6E8A-4147-A177-3AD203B41FA5}">
                      <a16:colId xmlns:a16="http://schemas.microsoft.com/office/drawing/2014/main" val="20000"/>
                    </a:ext>
                  </a:extLst>
                </a:gridCol>
                <a:gridCol w="369888">
                  <a:extLst>
                    <a:ext uri="{9D8B030D-6E8A-4147-A177-3AD203B41FA5}">
                      <a16:colId xmlns:a16="http://schemas.microsoft.com/office/drawing/2014/main" val="20001"/>
                    </a:ext>
                  </a:extLst>
                </a:gridCol>
                <a:gridCol w="368300">
                  <a:extLst>
                    <a:ext uri="{9D8B030D-6E8A-4147-A177-3AD203B41FA5}">
                      <a16:colId xmlns:a16="http://schemas.microsoft.com/office/drawing/2014/main" val="20002"/>
                    </a:ext>
                  </a:extLst>
                </a:gridCol>
                <a:gridCol w="369887">
                  <a:extLst>
                    <a:ext uri="{9D8B030D-6E8A-4147-A177-3AD203B41FA5}">
                      <a16:colId xmlns:a16="http://schemas.microsoft.com/office/drawing/2014/main" val="20003"/>
                    </a:ext>
                  </a:extLst>
                </a:gridCol>
                <a:gridCol w="368300">
                  <a:extLst>
                    <a:ext uri="{9D8B030D-6E8A-4147-A177-3AD203B41FA5}">
                      <a16:colId xmlns:a16="http://schemas.microsoft.com/office/drawing/2014/main" val="20004"/>
                    </a:ext>
                  </a:extLst>
                </a:gridCol>
                <a:gridCol w="368300">
                  <a:extLst>
                    <a:ext uri="{9D8B030D-6E8A-4147-A177-3AD203B41FA5}">
                      <a16:colId xmlns:a16="http://schemas.microsoft.com/office/drawing/2014/main" val="20005"/>
                    </a:ext>
                  </a:extLst>
                </a:gridCol>
                <a:gridCol w="369888">
                  <a:extLst>
                    <a:ext uri="{9D8B030D-6E8A-4147-A177-3AD203B41FA5}">
                      <a16:colId xmlns:a16="http://schemas.microsoft.com/office/drawing/2014/main" val="20006"/>
                    </a:ext>
                  </a:extLst>
                </a:gridCol>
                <a:gridCol w="368300">
                  <a:extLst>
                    <a:ext uri="{9D8B030D-6E8A-4147-A177-3AD203B41FA5}">
                      <a16:colId xmlns:a16="http://schemas.microsoft.com/office/drawing/2014/main" val="20007"/>
                    </a:ext>
                  </a:extLst>
                </a:gridCol>
              </a:tblGrid>
              <a:tr h="349250">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endParaRPr kumimoji="0" lang="en-GB" sz="1400" b="1" i="0" u="none" strike="noStrike" cap="none" normalizeH="0" baseline="-25000">
                        <a:ln>
                          <a:noFill/>
                        </a:ln>
                        <a:solidFill>
                          <a:srgbClr val="000000"/>
                        </a:solidFill>
                        <a:effectLst/>
                        <a:latin typeface="Arial" charset="0"/>
                      </a:endParaRPr>
                    </a:p>
                  </a:txBody>
                  <a:tcPr marL="0" marR="0" marT="0" marB="0" anchor="ctr" horzOverflow="overflow">
                    <a:lnL cap="flat">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k</a:t>
                      </a:r>
                      <a:r>
                        <a:rPr kumimoji="0" lang="en-US" sz="1400" b="1" i="0" u="none" strike="noStrike" cap="none" normalizeH="0" baseline="-25000">
                          <a:ln>
                            <a:noFill/>
                          </a:ln>
                          <a:solidFill>
                            <a:srgbClr val="000000"/>
                          </a:solidFill>
                          <a:effectLst/>
                          <a:latin typeface="Arial" charset="0"/>
                        </a:rPr>
                        <a:t>0</a:t>
                      </a:r>
                    </a:p>
                  </a:txBody>
                  <a:tcPr marL="0" marR="0" marT="0" marB="0" anchor="ct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k</a:t>
                      </a:r>
                      <a:r>
                        <a:rPr kumimoji="0" lang="en-US" sz="1400" b="1" i="0" u="none" strike="noStrike" cap="none" normalizeH="0" baseline="-25000">
                          <a:ln>
                            <a:noFill/>
                          </a:ln>
                          <a:solidFill>
                            <a:srgbClr val="000000"/>
                          </a:solidFill>
                          <a:effectLst/>
                          <a:latin typeface="Arial" charset="0"/>
                        </a:rPr>
                        <a:t>1</a:t>
                      </a:r>
                    </a:p>
                  </a:txBody>
                  <a:tcPr marL="0" marR="0" marT="0" marB="0" anchor="ct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k</a:t>
                      </a:r>
                      <a:r>
                        <a:rPr kumimoji="0" lang="en-US" sz="1400" b="1" i="0" u="none" strike="noStrike" cap="none" normalizeH="0" baseline="-25000">
                          <a:ln>
                            <a:noFill/>
                          </a:ln>
                          <a:solidFill>
                            <a:srgbClr val="000000"/>
                          </a:solidFill>
                          <a:effectLst/>
                          <a:latin typeface="Arial" charset="0"/>
                        </a:rPr>
                        <a:t>2</a:t>
                      </a:r>
                    </a:p>
                  </a:txBody>
                  <a:tcPr marL="0" marR="0" marT="0" marB="0" anchor="ct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k</a:t>
                      </a:r>
                      <a:r>
                        <a:rPr kumimoji="0" lang="en-US" sz="1400" b="1" i="0" u="none" strike="noStrike" cap="none" normalizeH="0" baseline="-25000">
                          <a:ln>
                            <a:noFill/>
                          </a:ln>
                          <a:solidFill>
                            <a:srgbClr val="000000"/>
                          </a:solidFill>
                          <a:effectLst/>
                          <a:latin typeface="Arial" charset="0"/>
                        </a:rPr>
                        <a:t>3</a:t>
                      </a:r>
                    </a:p>
                  </a:txBody>
                  <a:tcPr marL="0" marR="0" marT="0" marB="0" anchor="ct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k</a:t>
                      </a:r>
                      <a:r>
                        <a:rPr kumimoji="0" lang="en-US" sz="1400" b="1" i="0" u="none" strike="noStrike" cap="none" normalizeH="0" baseline="-25000">
                          <a:ln>
                            <a:noFill/>
                          </a:ln>
                          <a:solidFill>
                            <a:srgbClr val="000000"/>
                          </a:solidFill>
                          <a:effectLst/>
                          <a:latin typeface="Arial" charset="0"/>
                        </a:rPr>
                        <a:t>4</a:t>
                      </a:r>
                    </a:p>
                  </a:txBody>
                  <a:tcPr marL="0" marR="0" marT="0" marB="0" anchor="ct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k</a:t>
                      </a:r>
                      <a:r>
                        <a:rPr kumimoji="0" lang="en-US" sz="1400" b="1" i="0" u="none" strike="noStrike" cap="none" normalizeH="0" baseline="-25000">
                          <a:ln>
                            <a:noFill/>
                          </a:ln>
                          <a:solidFill>
                            <a:srgbClr val="000000"/>
                          </a:solidFill>
                          <a:effectLst/>
                          <a:latin typeface="Arial" charset="0"/>
                        </a:rPr>
                        <a:t>5</a:t>
                      </a:r>
                    </a:p>
                  </a:txBody>
                  <a:tcPr marL="0" marR="0" marT="0" marB="0" anchor="ct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k</a:t>
                      </a:r>
                      <a:r>
                        <a:rPr kumimoji="0" lang="en-US" sz="1400" b="1" i="0" u="none" strike="noStrike" cap="none" normalizeH="0" baseline="-25000">
                          <a:ln>
                            <a:noFill/>
                          </a:ln>
                          <a:solidFill>
                            <a:srgbClr val="000000"/>
                          </a:solidFill>
                          <a:effectLst/>
                          <a:latin typeface="Arial" charset="0"/>
                        </a:rPr>
                        <a:t>6</a:t>
                      </a:r>
                    </a:p>
                  </a:txBody>
                  <a:tcPr marL="0" marR="0" marT="0" marB="0" anchor="ctr" horzOverflow="overflow">
                    <a:lnL>
                      <a:noFill/>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50838">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k</a:t>
                      </a:r>
                      <a:r>
                        <a:rPr kumimoji="0" lang="en-US" sz="1400" b="1" i="0" u="none" strike="noStrike" cap="none" normalizeH="0" baseline="-25000">
                          <a:ln>
                            <a:noFill/>
                          </a:ln>
                          <a:solidFill>
                            <a:srgbClr val="000000"/>
                          </a:solidFill>
                          <a:effectLst/>
                          <a:latin typeface="Arial" charset="0"/>
                        </a:rPr>
                        <a:t>0</a:t>
                      </a:r>
                    </a:p>
                  </a:txBody>
                  <a:tcPr marL="0" marR="0" marT="0" marB="0" anchor="ct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tx1"/>
                          </a:solidFill>
                          <a:effectLst/>
                          <a:latin typeface="Arial" charset="0"/>
                        </a:rPr>
                        <a:t>1</a:t>
                      </a:r>
                    </a:p>
                  </a:txBody>
                  <a:tcPr marL="0" marR="0" marT="0" marB="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tx1"/>
                          </a:solidFill>
                          <a:effectLst/>
                          <a:latin typeface="Arial" charset="0"/>
                        </a:rPr>
                        <a:t>1</a:t>
                      </a: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dirty="0">
                          <a:ln>
                            <a:noFill/>
                          </a:ln>
                          <a:solidFill>
                            <a:schemeClr val="tx1"/>
                          </a:solidFill>
                          <a:effectLst/>
                          <a:latin typeface="Arial" charset="0"/>
                        </a:rPr>
                        <a:t>0</a:t>
                      </a: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cap="flat">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349250">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k</a:t>
                      </a:r>
                      <a:r>
                        <a:rPr kumimoji="0" lang="en-US" sz="1400" b="1" i="0" u="none" strike="noStrike" cap="none" normalizeH="0" baseline="-25000">
                          <a:ln>
                            <a:noFill/>
                          </a:ln>
                          <a:solidFill>
                            <a:srgbClr val="000000"/>
                          </a:solidFill>
                          <a:effectLst/>
                          <a:latin typeface="Arial" charset="0"/>
                        </a:rPr>
                        <a:t>1</a:t>
                      </a:r>
                    </a:p>
                  </a:txBody>
                  <a:tcPr marL="0" marR="0" marT="0" marB="0" anchor="ct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tx1"/>
                          </a:solidFill>
                          <a:effectLst/>
                          <a:latin typeface="Arial" charset="0"/>
                        </a:rPr>
                        <a:t>1</a:t>
                      </a: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tx1"/>
                          </a:solidFill>
                          <a:effectLst/>
                          <a:latin typeface="Arial" charset="0"/>
                        </a:rPr>
                        <a:t>2</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tx1"/>
                          </a:solidFill>
                          <a:effectLst/>
                          <a:latin typeface="Arial" charset="0"/>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dirty="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349250">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k</a:t>
                      </a:r>
                      <a:r>
                        <a:rPr kumimoji="0" lang="en-US" sz="1400" b="1" i="0" u="none" strike="noStrike" cap="none" normalizeH="0" baseline="-25000">
                          <a:ln>
                            <a:noFill/>
                          </a:ln>
                          <a:solidFill>
                            <a:srgbClr val="000000"/>
                          </a:solidFill>
                          <a:effectLst/>
                          <a:latin typeface="Arial" charset="0"/>
                        </a:rPr>
                        <a:t>2</a:t>
                      </a:r>
                    </a:p>
                  </a:txBody>
                  <a:tcPr marL="0" marR="0" marT="0" marB="0" anchor="ct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tx1"/>
                          </a:solidFill>
                          <a:effectLst/>
                          <a:latin typeface="Arial" charset="0"/>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tx1"/>
                          </a:solidFill>
                          <a:effectLst/>
                          <a:latin typeface="Arial" charset="0"/>
                        </a:rPr>
                        <a:t>2</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tx1"/>
                          </a:solidFill>
                          <a:effectLst/>
                          <a:latin typeface="Arial" charset="0"/>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dirty="0">
                          <a:ln>
                            <a:noFill/>
                          </a:ln>
                          <a:solidFill>
                            <a:schemeClr val="tx1"/>
                          </a:solidFill>
                          <a:effectLst/>
                          <a:latin typeface="Arial" charset="0"/>
                        </a:rPr>
                        <a:t>0</a:t>
                      </a:r>
                    </a:p>
                  </a:txBody>
                  <a:tcPr marL="0" marR="0" marT="0" marB="0"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349250">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k</a:t>
                      </a:r>
                      <a:r>
                        <a:rPr kumimoji="0" lang="en-US" sz="1400" b="1" i="0" u="none" strike="noStrike" cap="none" normalizeH="0" baseline="-25000">
                          <a:ln>
                            <a:noFill/>
                          </a:ln>
                          <a:solidFill>
                            <a:srgbClr val="000000"/>
                          </a:solidFill>
                          <a:effectLst/>
                          <a:latin typeface="Arial" charset="0"/>
                        </a:rPr>
                        <a:t>3</a:t>
                      </a:r>
                    </a:p>
                  </a:txBody>
                  <a:tcPr marL="0" marR="0" marT="0" marB="0" anchor="ct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dirty="0">
                          <a:ln>
                            <a:noFill/>
                          </a:ln>
                          <a:solidFill>
                            <a:schemeClr val="tx1"/>
                          </a:solidFill>
                          <a:effectLst/>
                          <a:latin typeface="Arial" charset="0"/>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tx1"/>
                          </a:solidFill>
                          <a:effectLst/>
                          <a:latin typeface="Arial" charset="0"/>
                        </a:rPr>
                        <a:t>2</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tx1"/>
                          </a:solidFill>
                          <a:effectLst/>
                          <a:latin typeface="Arial" charset="0"/>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350838">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k</a:t>
                      </a:r>
                      <a:r>
                        <a:rPr kumimoji="0" lang="en-US" sz="1400" b="1" i="0" u="none" strike="noStrike" cap="none" normalizeH="0" baseline="-25000">
                          <a:ln>
                            <a:noFill/>
                          </a:ln>
                          <a:solidFill>
                            <a:srgbClr val="000000"/>
                          </a:solidFill>
                          <a:effectLst/>
                          <a:latin typeface="Arial" charset="0"/>
                        </a:rPr>
                        <a:t>4</a:t>
                      </a:r>
                    </a:p>
                  </a:txBody>
                  <a:tcPr marL="0" marR="0" marT="0" marB="0" anchor="ct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tx1"/>
                          </a:solidFill>
                          <a:effectLst/>
                          <a:latin typeface="Arial" charset="0"/>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tx1"/>
                          </a:solidFill>
                          <a:effectLst/>
                          <a:latin typeface="Arial" charset="0"/>
                        </a:rPr>
                        <a:t>2</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tx1"/>
                          </a:solidFill>
                          <a:effectLst/>
                          <a:latin typeface="Arial" charset="0"/>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349250">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k</a:t>
                      </a:r>
                      <a:r>
                        <a:rPr kumimoji="0" lang="en-US" sz="1400" b="1" i="0" u="none" strike="noStrike" cap="none" normalizeH="0" baseline="-25000">
                          <a:ln>
                            <a:noFill/>
                          </a:ln>
                          <a:solidFill>
                            <a:srgbClr val="000000"/>
                          </a:solidFill>
                          <a:effectLst/>
                          <a:latin typeface="Arial" charset="0"/>
                        </a:rPr>
                        <a:t>5</a:t>
                      </a:r>
                    </a:p>
                  </a:txBody>
                  <a:tcPr marL="0" marR="0" marT="0" marB="0" anchor="ct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tx1"/>
                          </a:solidFill>
                          <a:effectLst/>
                          <a:latin typeface="Arial" charset="0"/>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tx1"/>
                          </a:solidFill>
                          <a:effectLst/>
                          <a:latin typeface="Arial" charset="0"/>
                        </a:rPr>
                        <a:t>2</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tx1"/>
                          </a:solidFill>
                          <a:effectLst/>
                          <a:latin typeface="Arial" charset="0"/>
                        </a:rPr>
                        <a:t>1</a:t>
                      </a:r>
                    </a:p>
                  </a:txBody>
                  <a:tcPr marL="0" marR="0" marT="0" marB="0"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6"/>
                  </a:ext>
                </a:extLst>
              </a:tr>
              <a:tr h="349250">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k</a:t>
                      </a:r>
                      <a:r>
                        <a:rPr kumimoji="0" lang="en-US" sz="1400" b="1" i="0" u="none" strike="noStrike" cap="none" normalizeH="0" baseline="-25000">
                          <a:ln>
                            <a:noFill/>
                          </a:ln>
                          <a:solidFill>
                            <a:srgbClr val="000000"/>
                          </a:solidFill>
                          <a:effectLst/>
                          <a:latin typeface="Arial" charset="0"/>
                        </a:rPr>
                        <a:t>6</a:t>
                      </a:r>
                    </a:p>
                  </a:txBody>
                  <a:tcPr marL="0" marR="0" marT="0" marB="0" anchor="ctr" horzOverflow="overflow">
                    <a:lnL cap="flat">
                      <a:noFill/>
                    </a:lnL>
                    <a:lnR w="12700"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tx1"/>
                          </a:solidFill>
                          <a:effectLst/>
                          <a:latin typeface="Arial" charset="0"/>
                        </a:rPr>
                        <a:t>1</a:t>
                      </a:r>
                    </a:p>
                  </a:txBody>
                  <a:tcPr marL="0" marR="0" marT="0" marB="0" anchor="ct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dirty="0">
                          <a:ln>
                            <a:noFill/>
                          </a:ln>
                          <a:solidFill>
                            <a:schemeClr val="tx1"/>
                          </a:solidFill>
                          <a:effectLst/>
                          <a:latin typeface="Arial" charset="0"/>
                        </a:rPr>
                        <a:t>1</a:t>
                      </a:r>
                    </a:p>
                  </a:txBody>
                  <a:tcPr marL="0" marR="0" marT="0" marB="0" anchor="ctr"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7"/>
                  </a:ext>
                </a:extLst>
              </a:tr>
            </a:tbl>
          </a:graphicData>
        </a:graphic>
      </p:graphicFrame>
      <p:sp>
        <p:nvSpPr>
          <p:cNvPr id="11" name="Text Placeholder 4">
            <a:extLst>
              <a:ext uri="{FF2B5EF4-FFF2-40B4-BE49-F238E27FC236}">
                <a16:creationId xmlns:a16="http://schemas.microsoft.com/office/drawing/2014/main" id="{3FD74783-F6E9-9ACE-C83C-3F2C29725F02}"/>
              </a:ext>
            </a:extLst>
          </p:cNvPr>
          <p:cNvSpPr txBox="1">
            <a:spLocks/>
          </p:cNvSpPr>
          <p:nvPr/>
        </p:nvSpPr>
        <p:spPr>
          <a:xfrm>
            <a:off x="8657998" y="2618345"/>
            <a:ext cx="3731045" cy="4381500"/>
          </a:xfrm>
        </p:spPr>
        <p:txBody>
          <a:bodyPr/>
          <a:lstStyle>
            <a:lvl1pPr marL="228600" indent="-228600" algn="l" defTabSz="914400" rtl="0" eaLnBrk="1" latinLnBrk="0" hangingPunct="1">
              <a:lnSpc>
                <a:spcPct val="100000"/>
              </a:lnSpc>
              <a:spcBef>
                <a:spcPts val="0"/>
              </a:spcBef>
              <a:spcAft>
                <a:spcPts val="1800"/>
              </a:spcAft>
              <a:buClr>
                <a:srgbClr val="2B91C5"/>
              </a:buClr>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spcAft>
                <a:spcPts val="1800"/>
              </a:spcAft>
              <a:buClr>
                <a:srgbClr val="2B91C5"/>
              </a:buClr>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spcAft>
                <a:spcPts val="1800"/>
              </a:spcAft>
              <a:buClr>
                <a:srgbClr val="2B91C5"/>
              </a:buClr>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spcAft>
                <a:spcPts val="1800"/>
              </a:spcAft>
              <a:buClr>
                <a:srgbClr val="2B91C5"/>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spcAft>
                <a:spcPts val="1800"/>
              </a:spcAft>
              <a:buClr>
                <a:srgbClr val="2B91C5"/>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nl-NL" sz="2000" i="1" dirty="0"/>
              <a:t>Initial Structure Submatrix (flat structure)</a:t>
            </a:r>
            <a:endParaRPr lang="it-IT" sz="2000" dirty="0"/>
          </a:p>
        </p:txBody>
      </p:sp>
    </p:spTree>
    <p:extLst>
      <p:ext uri="{BB962C8B-B14F-4D97-AF65-F5344CB8AC3E}">
        <p14:creationId xmlns:p14="http://schemas.microsoft.com/office/powerpoint/2010/main" val="701232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A1B7F-D80C-7F78-06EC-4C613A36C2B2}"/>
            </a:ext>
          </a:extLst>
        </p:cNvPr>
        <p:cNvGrpSpPr/>
        <p:nvPr/>
      </p:nvGrpSpPr>
      <p:grpSpPr>
        <a:xfrm>
          <a:off x="0" y="0"/>
          <a:ext cx="0" cy="0"/>
          <a:chOff x="0" y="0"/>
          <a:chExt cx="0" cy="0"/>
        </a:xfrm>
      </p:grpSpPr>
      <p:pic>
        <p:nvPicPr>
          <p:cNvPr id="6" name="Picture 2" descr="assign_leaves">
            <a:extLst>
              <a:ext uri="{FF2B5EF4-FFF2-40B4-BE49-F238E27FC236}">
                <a16:creationId xmlns:a16="http://schemas.microsoft.com/office/drawing/2014/main" id="{6A8549BB-F6BE-AB2F-9754-860273CDEC70}"/>
              </a:ext>
            </a:extLst>
          </p:cNvPr>
          <p:cNvPicPr>
            <a:picLocks noChangeAspect="1" noChangeArrowheads="1"/>
          </p:cNvPicPr>
          <p:nvPr>
            <p:custDataLst>
              <p:tags r:id="rId2"/>
            </p:custDataLst>
          </p:nvPr>
        </p:nvPicPr>
        <p:blipFill>
          <a:blip r:embed="rId6">
            <a:extLst>
              <a:ext uri="{28A0092B-C50C-407E-A947-70E740481C1C}">
                <a14:useLocalDpi xmlns:a14="http://schemas.microsoft.com/office/drawing/2010/main" val="0"/>
              </a:ext>
            </a:extLst>
          </a:blip>
          <a:srcRect/>
          <a:stretch>
            <a:fillRect/>
          </a:stretch>
        </p:blipFill>
        <p:spPr bwMode="auto">
          <a:xfrm>
            <a:off x="7506493" y="612195"/>
            <a:ext cx="3167062" cy="418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3C3A1F24-198B-5F02-E940-DF17FA62A7D0}"/>
              </a:ext>
            </a:extLst>
          </p:cNvPr>
          <p:cNvSpPr>
            <a:spLocks noGrp="1"/>
          </p:cNvSpPr>
          <p:nvPr>
            <p:ph type="title"/>
          </p:nvPr>
        </p:nvSpPr>
        <p:spPr>
          <a:xfrm>
            <a:off x="522818" y="277257"/>
            <a:ext cx="11146367" cy="914400"/>
          </a:xfrm>
        </p:spPr>
        <p:txBody>
          <a:bodyPr>
            <a:normAutofit/>
          </a:bodyPr>
          <a:lstStyle/>
          <a:p>
            <a:pPr algn="ctr"/>
            <a:r>
              <a:rPr lang="en-US" altLang="en-US" dirty="0"/>
              <a:t>Exact approach</a:t>
            </a:r>
            <a:endParaRPr lang="en-GB" altLang="en-US" dirty="0"/>
          </a:p>
        </p:txBody>
      </p:sp>
      <p:sp>
        <p:nvSpPr>
          <p:cNvPr id="3" name="Rectangle 4">
            <a:extLst>
              <a:ext uri="{FF2B5EF4-FFF2-40B4-BE49-F238E27FC236}">
                <a16:creationId xmlns:a16="http://schemas.microsoft.com/office/drawing/2014/main" id="{8E81457E-0442-8B2F-D2AA-B224B9C26D64}"/>
              </a:ext>
            </a:extLst>
          </p:cNvPr>
          <p:cNvSpPr txBox="1">
            <a:spLocks noChangeArrowheads="1"/>
          </p:cNvSpPr>
          <p:nvPr>
            <p:custDataLst>
              <p:tags r:id="rId3"/>
            </p:custDataLst>
          </p:nvPr>
        </p:nvSpPr>
        <p:spPr>
          <a:xfrm>
            <a:off x="730249" y="989593"/>
            <a:ext cx="8359775" cy="5256212"/>
          </a:xfrm>
          <a:prstGeom prst="rect">
            <a:avLst/>
          </a:prstGeom>
          <a:noFill/>
        </p:spPr>
        <p:txBody>
          <a:bodyPr/>
          <a:lstStyle>
            <a:lvl1pPr marL="228600" indent="-228600" algn="l" defTabSz="914400" rtl="0" eaLnBrk="1" latinLnBrk="0" hangingPunct="1">
              <a:lnSpc>
                <a:spcPct val="100000"/>
              </a:lnSpc>
              <a:spcBef>
                <a:spcPts val="0"/>
              </a:spcBef>
              <a:spcAft>
                <a:spcPts val="1800"/>
              </a:spcAft>
              <a:buClr>
                <a:srgbClr val="2B91C5"/>
              </a:buClr>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spcAft>
                <a:spcPts val="1800"/>
              </a:spcAft>
              <a:buClr>
                <a:srgbClr val="2B91C5"/>
              </a:buClr>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spcAft>
                <a:spcPts val="1800"/>
              </a:spcAft>
              <a:buClr>
                <a:srgbClr val="2B91C5"/>
              </a:buClr>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spcAft>
                <a:spcPts val="1800"/>
              </a:spcAft>
              <a:buClr>
                <a:srgbClr val="2B91C5"/>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spcAft>
                <a:spcPts val="1800"/>
              </a:spcAft>
              <a:buClr>
                <a:srgbClr val="2B91C5"/>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0"/>
              </a:spcAft>
            </a:pPr>
            <a:r>
              <a:rPr lang="en-US" altLang="nl-NL" b="1" dirty="0"/>
              <a:t>INPUT:</a:t>
            </a:r>
            <a:r>
              <a:rPr lang="en-US" altLang="nl-NL" i="1" dirty="0"/>
              <a:t> </a:t>
            </a:r>
            <a:r>
              <a:rPr lang="en-US" altLang="nl-NL" i="1" dirty="0" err="1"/>
              <a:t>distance_matrix</a:t>
            </a:r>
            <a:r>
              <a:rPr lang="en-US" altLang="nl-NL" i="1" dirty="0"/>
              <a:t>(</a:t>
            </a:r>
            <a:r>
              <a:rPr lang="en-US" altLang="nl-NL" i="1" dirty="0" err="1"/>
              <a:t>n,n</a:t>
            </a:r>
            <a:r>
              <a:rPr lang="en-US" altLang="nl-NL" i="1" dirty="0"/>
              <a:t>)</a:t>
            </a:r>
          </a:p>
          <a:p>
            <a:pPr>
              <a:spcAft>
                <a:spcPts val="0"/>
              </a:spcAft>
            </a:pPr>
            <a:r>
              <a:rPr lang="en-US" altLang="nl-NL" i="1" dirty="0"/>
              <a:t>t(structure)</a:t>
            </a:r>
            <a:r>
              <a:rPr lang="en-US" altLang="nl-NL" dirty="0"/>
              <a:t> </a:t>
            </a:r>
            <a:r>
              <a:rPr lang="en-US" altLang="nl-NL" dirty="0">
                <a:sym typeface="Wingdings" panose="05000000000000000000" pitchFamily="2" charset="2"/>
              </a:rPr>
              <a:t> </a:t>
            </a:r>
            <a:r>
              <a:rPr lang="en-US" altLang="nl-NL" i="1" dirty="0">
                <a:sym typeface="Wingdings" panose="05000000000000000000" pitchFamily="2" charset="2"/>
              </a:rPr>
              <a:t>INITIALIZATION(n);</a:t>
            </a:r>
          </a:p>
          <a:p>
            <a:pPr>
              <a:spcAft>
                <a:spcPts val="0"/>
              </a:spcAft>
            </a:pPr>
            <a:r>
              <a:rPr lang="en-US" altLang="nl-NL" i="1" dirty="0" err="1">
                <a:sym typeface="Wingdings" panose="05000000000000000000" pitchFamily="2" charset="2"/>
              </a:rPr>
              <a:t>best_t</a:t>
            </a:r>
            <a:r>
              <a:rPr lang="en-US" altLang="nl-NL" i="1" dirty="0">
                <a:sym typeface="Wingdings" panose="05000000000000000000" pitchFamily="2" charset="2"/>
              </a:rPr>
              <a:t> </a:t>
            </a:r>
            <a:r>
              <a:rPr lang="en-US" altLang="nl-NL" dirty="0">
                <a:sym typeface="Wingdings" panose="05000000000000000000" pitchFamily="2" charset="2"/>
              </a:rPr>
              <a:t></a:t>
            </a:r>
            <a:r>
              <a:rPr lang="en-US" altLang="nl-NL" i="1" dirty="0">
                <a:sym typeface="Wingdings" panose="05000000000000000000" pitchFamily="2" charset="2"/>
              </a:rPr>
              <a:t> t</a:t>
            </a:r>
            <a:r>
              <a:rPr lang="en-US" altLang="nl-NL" dirty="0">
                <a:sym typeface="Wingdings" panose="05000000000000000000" pitchFamily="2" charset="2"/>
              </a:rPr>
              <a:t>;</a:t>
            </a:r>
          </a:p>
          <a:p>
            <a:pPr>
              <a:spcAft>
                <a:spcPts val="0"/>
              </a:spcAft>
            </a:pPr>
            <a:r>
              <a:rPr lang="en-US" altLang="nl-NL" b="1" dirty="0">
                <a:sym typeface="Wingdings" panose="05000000000000000000" pitchFamily="2" charset="2"/>
              </a:rPr>
              <a:t>While</a:t>
            </a:r>
            <a:r>
              <a:rPr lang="en-US" altLang="nl-NL" dirty="0">
                <a:sym typeface="Wingdings" panose="05000000000000000000" pitchFamily="2" charset="2"/>
              </a:rPr>
              <a:t> </a:t>
            </a:r>
            <a:r>
              <a:rPr lang="en-US" altLang="nl-NL" b="1" dirty="0">
                <a:sym typeface="Wingdings" panose="05000000000000000000" pitchFamily="2" charset="2"/>
              </a:rPr>
              <a:t>( </a:t>
            </a:r>
            <a:r>
              <a:rPr lang="en-US" altLang="nl-NL" i="1" dirty="0">
                <a:sym typeface="Wingdings" panose="05000000000000000000" pitchFamily="2" charset="2"/>
              </a:rPr>
              <a:t>t(structure)</a:t>
            </a:r>
            <a:r>
              <a:rPr lang="en-US" altLang="nl-NL" dirty="0">
                <a:sym typeface="Wingdings" panose="05000000000000000000" pitchFamily="2" charset="2"/>
              </a:rPr>
              <a:t> != NULL </a:t>
            </a:r>
            <a:r>
              <a:rPr lang="en-US" altLang="nl-NL" b="1" dirty="0">
                <a:sym typeface="Wingdings" panose="05000000000000000000" pitchFamily="2" charset="2"/>
              </a:rPr>
              <a:t>)</a:t>
            </a:r>
          </a:p>
          <a:p>
            <a:pPr lvl="1">
              <a:spcAft>
                <a:spcPts val="0"/>
              </a:spcAft>
            </a:pPr>
            <a:r>
              <a:rPr lang="en-US" altLang="nl-NL" i="1" dirty="0">
                <a:solidFill>
                  <a:srgbClr val="FF0000"/>
                </a:solidFill>
                <a:sym typeface="Wingdings" panose="05000000000000000000" pitchFamily="2" charset="2"/>
              </a:rPr>
              <a:t>t</a:t>
            </a:r>
            <a:r>
              <a:rPr lang="en-US" altLang="nl-NL" dirty="0">
                <a:solidFill>
                  <a:srgbClr val="FF0000"/>
                </a:solidFill>
                <a:sym typeface="Wingdings" panose="05000000000000000000" pitchFamily="2" charset="2"/>
              </a:rPr>
              <a:t>  </a:t>
            </a:r>
            <a:r>
              <a:rPr lang="en-US" altLang="nl-NL" i="1" dirty="0">
                <a:solidFill>
                  <a:srgbClr val="FF0000"/>
                </a:solidFill>
                <a:sym typeface="Wingdings" panose="05000000000000000000" pitchFamily="2" charset="2"/>
              </a:rPr>
              <a:t>ASSIGN_LEAVES(leaves</a:t>
            </a:r>
            <a:r>
              <a:rPr lang="en-US" altLang="nl-NL" dirty="0">
                <a:solidFill>
                  <a:srgbClr val="FF0000"/>
                </a:solidFill>
                <a:sym typeface="Wingdings" panose="05000000000000000000" pitchFamily="2" charset="2"/>
              </a:rPr>
              <a:t>[n]</a:t>
            </a:r>
            <a:r>
              <a:rPr lang="en-US" altLang="nl-NL" i="1" dirty="0">
                <a:solidFill>
                  <a:srgbClr val="FF0000"/>
                </a:solidFill>
                <a:sym typeface="Wingdings" panose="05000000000000000000" pitchFamily="2" charset="2"/>
              </a:rPr>
              <a:t>);</a:t>
            </a:r>
          </a:p>
          <a:p>
            <a:pPr lvl="1">
              <a:spcAft>
                <a:spcPts val="0"/>
              </a:spcAft>
            </a:pPr>
            <a:r>
              <a:rPr lang="en-US" altLang="nl-NL" i="1" dirty="0">
                <a:solidFill>
                  <a:srgbClr val="FF0000"/>
                </a:solidFill>
                <a:sym typeface="Wingdings" panose="05000000000000000000" pitchFamily="2" charset="2"/>
              </a:rPr>
              <a:t>C(t)</a:t>
            </a:r>
            <a:r>
              <a:rPr lang="en-US" altLang="nl-NL" dirty="0">
                <a:solidFill>
                  <a:srgbClr val="FF0000"/>
                </a:solidFill>
                <a:sym typeface="Wingdings" panose="05000000000000000000" pitchFamily="2" charset="2"/>
              </a:rPr>
              <a:t>  </a:t>
            </a:r>
            <a:r>
              <a:rPr lang="en-US" altLang="nl-NL" i="1" dirty="0">
                <a:solidFill>
                  <a:srgbClr val="FF0000"/>
                </a:solidFill>
                <a:sym typeface="Wingdings" panose="05000000000000000000" pitchFamily="2" charset="2"/>
              </a:rPr>
              <a:t>EVALUATE_COST_FUNCTION(t);</a:t>
            </a:r>
          </a:p>
          <a:p>
            <a:pPr lvl="1">
              <a:spcAft>
                <a:spcPts val="0"/>
              </a:spcAft>
            </a:pPr>
            <a:r>
              <a:rPr lang="en-US" altLang="nl-NL" b="1" i="1" dirty="0">
                <a:sym typeface="Wingdings" panose="05000000000000000000" pitchFamily="2" charset="2"/>
              </a:rPr>
              <a:t>If(</a:t>
            </a:r>
            <a:r>
              <a:rPr lang="en-US" altLang="nl-NL" i="1" dirty="0">
                <a:sym typeface="Wingdings" panose="05000000000000000000" pitchFamily="2" charset="2"/>
              </a:rPr>
              <a:t> C(t) &lt; C(</a:t>
            </a:r>
            <a:r>
              <a:rPr lang="en-US" altLang="nl-NL" i="1" dirty="0" err="1">
                <a:sym typeface="Wingdings" panose="05000000000000000000" pitchFamily="2" charset="2"/>
              </a:rPr>
              <a:t>best_t</a:t>
            </a:r>
            <a:r>
              <a:rPr lang="en-US" altLang="nl-NL" i="1" dirty="0">
                <a:sym typeface="Wingdings" panose="05000000000000000000" pitchFamily="2" charset="2"/>
              </a:rPr>
              <a:t>) </a:t>
            </a:r>
            <a:r>
              <a:rPr lang="en-US" altLang="nl-NL" b="1" i="1" dirty="0">
                <a:sym typeface="Wingdings" panose="05000000000000000000" pitchFamily="2" charset="2"/>
              </a:rPr>
              <a:t>)</a:t>
            </a:r>
            <a:r>
              <a:rPr lang="en-US" altLang="nl-NL" i="1" dirty="0">
                <a:sym typeface="Wingdings" panose="05000000000000000000" pitchFamily="2" charset="2"/>
              </a:rPr>
              <a:t>  </a:t>
            </a:r>
            <a:r>
              <a:rPr lang="en-US" altLang="nl-NL" dirty="0">
                <a:sym typeface="Wingdings" panose="05000000000000000000" pitchFamily="2" charset="2"/>
              </a:rPr>
              <a:t>1) </a:t>
            </a:r>
            <a:r>
              <a:rPr lang="en-US" altLang="nl-NL" i="1" dirty="0" err="1">
                <a:sym typeface="Wingdings" panose="05000000000000000000" pitchFamily="2" charset="2"/>
              </a:rPr>
              <a:t>best_t</a:t>
            </a:r>
            <a:r>
              <a:rPr lang="en-US" altLang="nl-NL" i="1" dirty="0">
                <a:sym typeface="Wingdings" panose="05000000000000000000" pitchFamily="2" charset="2"/>
              </a:rPr>
              <a:t> </a:t>
            </a:r>
            <a:r>
              <a:rPr lang="en-US" altLang="nl-NL" dirty="0">
                <a:sym typeface="Wingdings" panose="05000000000000000000" pitchFamily="2" charset="2"/>
              </a:rPr>
              <a:t></a:t>
            </a:r>
            <a:r>
              <a:rPr lang="en-US" altLang="nl-NL" i="1" dirty="0">
                <a:sym typeface="Wingdings" panose="05000000000000000000" pitchFamily="2" charset="2"/>
              </a:rPr>
              <a:t> t;</a:t>
            </a:r>
          </a:p>
          <a:p>
            <a:pPr lvl="1">
              <a:spcAft>
                <a:spcPts val="0"/>
              </a:spcAft>
              <a:buFontTx/>
              <a:buNone/>
            </a:pPr>
            <a:r>
              <a:rPr lang="en-US" altLang="nl-NL" b="1" dirty="0">
                <a:sym typeface="Wingdings" panose="05000000000000000000" pitchFamily="2" charset="2"/>
              </a:rPr>
              <a:t>Repeat</a:t>
            </a:r>
          </a:p>
          <a:p>
            <a:pPr lvl="2">
              <a:spcAft>
                <a:spcPts val="0"/>
              </a:spcAft>
            </a:pPr>
            <a:r>
              <a:rPr lang="en-US" altLang="nl-NL" i="1" dirty="0">
                <a:sym typeface="Wingdings" panose="05000000000000000000" pitchFamily="2" charset="2"/>
              </a:rPr>
              <a:t>t</a:t>
            </a:r>
            <a:r>
              <a:rPr lang="en-US" altLang="nl-NL" dirty="0">
                <a:sym typeface="Wingdings" panose="05000000000000000000" pitchFamily="2" charset="2"/>
              </a:rPr>
              <a:t>  </a:t>
            </a:r>
            <a:r>
              <a:rPr lang="en-US" altLang="nl-NL" i="1" dirty="0">
                <a:sym typeface="Wingdings" panose="05000000000000000000" pitchFamily="2" charset="2"/>
              </a:rPr>
              <a:t>NEXT_PERMUTATION(leaves</a:t>
            </a:r>
            <a:r>
              <a:rPr lang="en-US" altLang="nl-NL" dirty="0">
                <a:sym typeface="Wingdings" panose="05000000000000000000" pitchFamily="2" charset="2"/>
              </a:rPr>
              <a:t>[n]</a:t>
            </a:r>
            <a:r>
              <a:rPr lang="en-US" altLang="nl-NL" i="1" dirty="0">
                <a:sym typeface="Wingdings" panose="05000000000000000000" pitchFamily="2" charset="2"/>
              </a:rPr>
              <a:t>);</a:t>
            </a:r>
            <a:endParaRPr lang="en-US" altLang="nl-NL" dirty="0">
              <a:sym typeface="Wingdings" panose="05000000000000000000" pitchFamily="2" charset="2"/>
            </a:endParaRPr>
          </a:p>
          <a:p>
            <a:pPr lvl="2">
              <a:spcAft>
                <a:spcPts val="0"/>
              </a:spcAft>
            </a:pPr>
            <a:r>
              <a:rPr lang="en-US" altLang="nl-NL" i="1" dirty="0">
                <a:sym typeface="Wingdings" panose="05000000000000000000" pitchFamily="2" charset="2"/>
              </a:rPr>
              <a:t>C(t)</a:t>
            </a:r>
            <a:r>
              <a:rPr lang="en-US" altLang="nl-NL" dirty="0">
                <a:sym typeface="Wingdings" panose="05000000000000000000" pitchFamily="2" charset="2"/>
              </a:rPr>
              <a:t>  </a:t>
            </a:r>
            <a:r>
              <a:rPr lang="en-US" altLang="nl-NL" i="1" dirty="0">
                <a:sym typeface="Wingdings" panose="05000000000000000000" pitchFamily="2" charset="2"/>
              </a:rPr>
              <a:t>EVALUATE_COST_FUNCTION(t);</a:t>
            </a:r>
            <a:r>
              <a:rPr lang="en-US" altLang="nl-NL" b="1" i="1" dirty="0">
                <a:sym typeface="Wingdings" panose="05000000000000000000" pitchFamily="2" charset="2"/>
              </a:rPr>
              <a:t> </a:t>
            </a:r>
          </a:p>
          <a:p>
            <a:pPr lvl="2">
              <a:spcAft>
                <a:spcPts val="0"/>
              </a:spcAft>
            </a:pPr>
            <a:r>
              <a:rPr lang="de-DE" altLang="nl-NL" b="1" i="1" dirty="0" err="1">
                <a:sym typeface="Wingdings" panose="05000000000000000000" pitchFamily="2" charset="2"/>
              </a:rPr>
              <a:t>If</a:t>
            </a:r>
            <a:r>
              <a:rPr lang="de-DE" altLang="nl-NL" b="1" i="1" dirty="0">
                <a:sym typeface="Wingdings" panose="05000000000000000000" pitchFamily="2" charset="2"/>
              </a:rPr>
              <a:t>( </a:t>
            </a:r>
            <a:r>
              <a:rPr lang="de-DE" altLang="nl-NL" i="1" dirty="0">
                <a:sym typeface="Wingdings" panose="05000000000000000000" pitchFamily="2" charset="2"/>
              </a:rPr>
              <a:t>C(t) &lt; C(</a:t>
            </a:r>
            <a:r>
              <a:rPr lang="de-DE" altLang="nl-NL" i="1" dirty="0" err="1">
                <a:sym typeface="Wingdings" panose="05000000000000000000" pitchFamily="2" charset="2"/>
              </a:rPr>
              <a:t>best_t</a:t>
            </a:r>
            <a:r>
              <a:rPr lang="de-DE" altLang="nl-NL" i="1" dirty="0">
                <a:sym typeface="Wingdings" panose="05000000000000000000" pitchFamily="2" charset="2"/>
              </a:rPr>
              <a:t>)</a:t>
            </a:r>
            <a:r>
              <a:rPr lang="de-DE" altLang="nl-NL" b="1" i="1" dirty="0">
                <a:sym typeface="Wingdings" panose="05000000000000000000" pitchFamily="2" charset="2"/>
              </a:rPr>
              <a:t> )  </a:t>
            </a:r>
            <a:r>
              <a:rPr lang="de-DE" altLang="nl-NL" dirty="0">
                <a:sym typeface="Wingdings" panose="05000000000000000000" pitchFamily="2" charset="2"/>
              </a:rPr>
              <a:t>1)</a:t>
            </a:r>
            <a:r>
              <a:rPr lang="de-DE" altLang="nl-NL" i="1" dirty="0">
                <a:sym typeface="Wingdings" panose="05000000000000000000" pitchFamily="2" charset="2"/>
              </a:rPr>
              <a:t> </a:t>
            </a:r>
            <a:r>
              <a:rPr lang="de-DE" altLang="nl-NL" i="1" dirty="0" err="1">
                <a:sym typeface="Wingdings" panose="05000000000000000000" pitchFamily="2" charset="2"/>
              </a:rPr>
              <a:t>best_t</a:t>
            </a:r>
            <a:r>
              <a:rPr lang="de-DE" altLang="nl-NL" i="1" dirty="0">
                <a:sym typeface="Wingdings" panose="05000000000000000000" pitchFamily="2" charset="2"/>
              </a:rPr>
              <a:t> </a:t>
            </a:r>
            <a:r>
              <a:rPr lang="de-DE" altLang="nl-NL" dirty="0">
                <a:sym typeface="Wingdings" panose="05000000000000000000" pitchFamily="2" charset="2"/>
              </a:rPr>
              <a:t> </a:t>
            </a:r>
            <a:r>
              <a:rPr lang="de-DE" altLang="nl-NL" i="1" dirty="0">
                <a:sym typeface="Wingdings" panose="05000000000000000000" pitchFamily="2" charset="2"/>
              </a:rPr>
              <a:t>t;</a:t>
            </a:r>
            <a:endParaRPr lang="en-US" altLang="nl-NL" i="1" dirty="0">
              <a:sym typeface="Wingdings" panose="05000000000000000000" pitchFamily="2" charset="2"/>
            </a:endParaRPr>
          </a:p>
          <a:p>
            <a:pPr lvl="1">
              <a:spcAft>
                <a:spcPts val="0"/>
              </a:spcAft>
            </a:pPr>
            <a:r>
              <a:rPr lang="en-US" altLang="nl-NL" b="1" dirty="0">
                <a:sym typeface="Wingdings" panose="05000000000000000000" pitchFamily="2" charset="2"/>
              </a:rPr>
              <a:t>Until( </a:t>
            </a:r>
            <a:r>
              <a:rPr lang="en-US" altLang="nl-NL" i="1" dirty="0">
                <a:sym typeface="Wingdings" panose="05000000000000000000" pitchFamily="2" charset="2"/>
              </a:rPr>
              <a:t>NO_FURTHER_PERMUTATIONS(</a:t>
            </a:r>
            <a:r>
              <a:rPr lang="en-US" altLang="nl-NL" i="1" dirty="0" err="1">
                <a:sym typeface="Wingdings" panose="05000000000000000000" pitchFamily="2" charset="2"/>
              </a:rPr>
              <a:t>t,leaves</a:t>
            </a:r>
            <a:r>
              <a:rPr lang="en-US" altLang="nl-NL" dirty="0">
                <a:sym typeface="Wingdings" panose="05000000000000000000" pitchFamily="2" charset="2"/>
              </a:rPr>
              <a:t>[n]</a:t>
            </a:r>
            <a:r>
              <a:rPr lang="en-US" altLang="nl-NL" i="1" dirty="0">
                <a:sym typeface="Wingdings" panose="05000000000000000000" pitchFamily="2" charset="2"/>
              </a:rPr>
              <a:t>) </a:t>
            </a:r>
            <a:r>
              <a:rPr lang="en-US" altLang="nl-NL" b="1" dirty="0">
                <a:sym typeface="Wingdings" panose="05000000000000000000" pitchFamily="2" charset="2"/>
              </a:rPr>
              <a:t>)</a:t>
            </a:r>
          </a:p>
          <a:p>
            <a:pPr lvl="1">
              <a:spcAft>
                <a:spcPts val="0"/>
              </a:spcAft>
            </a:pPr>
            <a:r>
              <a:rPr lang="en-US" altLang="nl-NL" i="1" dirty="0">
                <a:sym typeface="Wingdings" panose="05000000000000000000" pitchFamily="2" charset="2"/>
              </a:rPr>
              <a:t>t(structure)</a:t>
            </a:r>
            <a:r>
              <a:rPr lang="en-US" altLang="nl-NL" dirty="0">
                <a:sym typeface="Wingdings" panose="05000000000000000000" pitchFamily="2" charset="2"/>
              </a:rPr>
              <a:t>  </a:t>
            </a:r>
            <a:r>
              <a:rPr lang="en-US" altLang="nl-NL" i="1" dirty="0">
                <a:sym typeface="Wingdings" panose="05000000000000000000" pitchFamily="2" charset="2"/>
              </a:rPr>
              <a:t>NEXT_STRUCTURE(t);</a:t>
            </a:r>
          </a:p>
          <a:p>
            <a:pPr>
              <a:spcAft>
                <a:spcPts val="0"/>
              </a:spcAft>
            </a:pPr>
            <a:r>
              <a:rPr lang="en-US" altLang="nl-NL" b="1" dirty="0"/>
              <a:t>OUTPUT:</a:t>
            </a:r>
            <a:r>
              <a:rPr lang="en-US" altLang="nl-NL" i="1" dirty="0"/>
              <a:t> </a:t>
            </a:r>
            <a:r>
              <a:rPr lang="en-US" altLang="nl-NL" i="1" dirty="0" err="1"/>
              <a:t>best_t</a:t>
            </a:r>
            <a:endParaRPr lang="en-US" altLang="nl-NL" i="1" dirty="0"/>
          </a:p>
        </p:txBody>
      </p:sp>
    </p:spTree>
    <p:custDataLst>
      <p:tags r:id="rId1"/>
    </p:custDataLst>
    <p:extLst>
      <p:ext uri="{BB962C8B-B14F-4D97-AF65-F5344CB8AC3E}">
        <p14:creationId xmlns:p14="http://schemas.microsoft.com/office/powerpoint/2010/main" val="18385015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1AD425-8E7A-6702-EBF6-B19DE69604AA}"/>
            </a:ext>
          </a:extLst>
        </p:cNvPr>
        <p:cNvGrpSpPr/>
        <p:nvPr/>
      </p:nvGrpSpPr>
      <p:grpSpPr>
        <a:xfrm>
          <a:off x="0" y="0"/>
          <a:ext cx="0" cy="0"/>
          <a:chOff x="0" y="0"/>
          <a:chExt cx="0" cy="0"/>
        </a:xfrm>
      </p:grpSpPr>
      <p:sp>
        <p:nvSpPr>
          <p:cNvPr id="49154" name="Title 1">
            <a:extLst>
              <a:ext uri="{FF2B5EF4-FFF2-40B4-BE49-F238E27FC236}">
                <a16:creationId xmlns:a16="http://schemas.microsoft.com/office/drawing/2014/main" id="{3FED8975-4634-D803-5AF3-73ABE718BF9D}"/>
              </a:ext>
            </a:extLst>
          </p:cNvPr>
          <p:cNvSpPr>
            <a:spLocks noGrp="1"/>
          </p:cNvSpPr>
          <p:nvPr>
            <p:ph type="title"/>
          </p:nvPr>
        </p:nvSpPr>
        <p:spPr>
          <a:xfrm>
            <a:off x="522818" y="277257"/>
            <a:ext cx="11146367" cy="914400"/>
          </a:xfrm>
        </p:spPr>
        <p:txBody>
          <a:bodyPr>
            <a:normAutofit/>
          </a:bodyPr>
          <a:lstStyle/>
          <a:p>
            <a:r>
              <a:rPr lang="en-US" altLang="nl-NL" dirty="0"/>
              <a:t>Assign leaves</a:t>
            </a:r>
            <a:endParaRPr lang="en-GB" altLang="en-US" dirty="0"/>
          </a:p>
        </p:txBody>
      </p:sp>
      <p:sp>
        <p:nvSpPr>
          <p:cNvPr id="5" name="Text Placeholder 4">
            <a:extLst>
              <a:ext uri="{FF2B5EF4-FFF2-40B4-BE49-F238E27FC236}">
                <a16:creationId xmlns:a16="http://schemas.microsoft.com/office/drawing/2014/main" id="{4FA85EA2-3C56-77DC-504B-BA6F571BBAA8}"/>
              </a:ext>
            </a:extLst>
          </p:cNvPr>
          <p:cNvSpPr>
            <a:spLocks noGrp="1"/>
          </p:cNvSpPr>
          <p:nvPr>
            <p:ph type="body" sz="half" idx="1"/>
          </p:nvPr>
        </p:nvSpPr>
        <p:spPr>
          <a:xfrm>
            <a:off x="522815" y="1055022"/>
            <a:ext cx="5471583" cy="4381500"/>
          </a:xfrm>
        </p:spPr>
        <p:txBody>
          <a:bodyPr/>
          <a:lstStyle/>
          <a:p>
            <a:r>
              <a:rPr lang="en-US" altLang="nl-NL" sz="2000" dirty="0"/>
              <a:t>Modify the </a:t>
            </a:r>
            <a:r>
              <a:rPr lang="en-US" altLang="nl-NL" sz="2000" i="1" dirty="0"/>
              <a:t>leaves submatrix</a:t>
            </a:r>
            <a:r>
              <a:rPr lang="en-US" altLang="nl-NL" sz="2000" dirty="0"/>
              <a:t>:</a:t>
            </a:r>
          </a:p>
        </p:txBody>
      </p:sp>
      <p:graphicFrame>
        <p:nvGraphicFramePr>
          <p:cNvPr id="4" name="Group 4">
            <a:extLst>
              <a:ext uri="{FF2B5EF4-FFF2-40B4-BE49-F238E27FC236}">
                <a16:creationId xmlns:a16="http://schemas.microsoft.com/office/drawing/2014/main" id="{748563D6-2B16-6B5C-6C35-5175362A111D}"/>
              </a:ext>
            </a:extLst>
          </p:cNvPr>
          <p:cNvGraphicFramePr>
            <a:graphicFrameLocks/>
          </p:cNvGraphicFramePr>
          <p:nvPr>
            <p:custDataLst>
              <p:tags r:id="rId1"/>
            </p:custDataLst>
            <p:extLst>
              <p:ext uri="{D42A27DB-BD31-4B8C-83A1-F6EECF244321}">
                <p14:modId xmlns:p14="http://schemas.microsoft.com/office/powerpoint/2010/main" val="1882124561"/>
              </p:ext>
            </p:extLst>
          </p:nvPr>
        </p:nvGraphicFramePr>
        <p:xfrm>
          <a:off x="392594" y="1548251"/>
          <a:ext cx="5040313" cy="4010031"/>
        </p:xfrm>
        <a:graphic>
          <a:graphicData uri="http://schemas.openxmlformats.org/drawingml/2006/table">
            <a:tbl>
              <a:tblPr/>
              <a:tblGrid>
                <a:gridCol w="296863">
                  <a:extLst>
                    <a:ext uri="{9D8B030D-6E8A-4147-A177-3AD203B41FA5}">
                      <a16:colId xmlns:a16="http://schemas.microsoft.com/office/drawing/2014/main" val="20000"/>
                    </a:ext>
                  </a:extLst>
                </a:gridCol>
                <a:gridCol w="295275">
                  <a:extLst>
                    <a:ext uri="{9D8B030D-6E8A-4147-A177-3AD203B41FA5}">
                      <a16:colId xmlns:a16="http://schemas.microsoft.com/office/drawing/2014/main" val="20001"/>
                    </a:ext>
                  </a:extLst>
                </a:gridCol>
                <a:gridCol w="296862">
                  <a:extLst>
                    <a:ext uri="{9D8B030D-6E8A-4147-A177-3AD203B41FA5}">
                      <a16:colId xmlns:a16="http://schemas.microsoft.com/office/drawing/2014/main" val="20002"/>
                    </a:ext>
                  </a:extLst>
                </a:gridCol>
                <a:gridCol w="298450">
                  <a:extLst>
                    <a:ext uri="{9D8B030D-6E8A-4147-A177-3AD203B41FA5}">
                      <a16:colId xmlns:a16="http://schemas.microsoft.com/office/drawing/2014/main" val="20003"/>
                    </a:ext>
                  </a:extLst>
                </a:gridCol>
                <a:gridCol w="293688">
                  <a:extLst>
                    <a:ext uri="{9D8B030D-6E8A-4147-A177-3AD203B41FA5}">
                      <a16:colId xmlns:a16="http://schemas.microsoft.com/office/drawing/2014/main" val="20004"/>
                    </a:ext>
                  </a:extLst>
                </a:gridCol>
                <a:gridCol w="296862">
                  <a:extLst>
                    <a:ext uri="{9D8B030D-6E8A-4147-A177-3AD203B41FA5}">
                      <a16:colId xmlns:a16="http://schemas.microsoft.com/office/drawing/2014/main" val="20005"/>
                    </a:ext>
                  </a:extLst>
                </a:gridCol>
                <a:gridCol w="296863">
                  <a:extLst>
                    <a:ext uri="{9D8B030D-6E8A-4147-A177-3AD203B41FA5}">
                      <a16:colId xmlns:a16="http://schemas.microsoft.com/office/drawing/2014/main" val="20006"/>
                    </a:ext>
                  </a:extLst>
                </a:gridCol>
                <a:gridCol w="296862">
                  <a:extLst>
                    <a:ext uri="{9D8B030D-6E8A-4147-A177-3AD203B41FA5}">
                      <a16:colId xmlns:a16="http://schemas.microsoft.com/office/drawing/2014/main" val="20007"/>
                    </a:ext>
                  </a:extLst>
                </a:gridCol>
                <a:gridCol w="296863">
                  <a:extLst>
                    <a:ext uri="{9D8B030D-6E8A-4147-A177-3AD203B41FA5}">
                      <a16:colId xmlns:a16="http://schemas.microsoft.com/office/drawing/2014/main" val="20008"/>
                    </a:ext>
                  </a:extLst>
                </a:gridCol>
                <a:gridCol w="296862">
                  <a:extLst>
                    <a:ext uri="{9D8B030D-6E8A-4147-A177-3AD203B41FA5}">
                      <a16:colId xmlns:a16="http://schemas.microsoft.com/office/drawing/2014/main" val="20009"/>
                    </a:ext>
                  </a:extLst>
                </a:gridCol>
                <a:gridCol w="296863">
                  <a:extLst>
                    <a:ext uri="{9D8B030D-6E8A-4147-A177-3AD203B41FA5}">
                      <a16:colId xmlns:a16="http://schemas.microsoft.com/office/drawing/2014/main" val="20010"/>
                    </a:ext>
                  </a:extLst>
                </a:gridCol>
                <a:gridCol w="296862">
                  <a:extLst>
                    <a:ext uri="{9D8B030D-6E8A-4147-A177-3AD203B41FA5}">
                      <a16:colId xmlns:a16="http://schemas.microsoft.com/office/drawing/2014/main" val="20011"/>
                    </a:ext>
                  </a:extLst>
                </a:gridCol>
                <a:gridCol w="293688">
                  <a:extLst>
                    <a:ext uri="{9D8B030D-6E8A-4147-A177-3AD203B41FA5}">
                      <a16:colId xmlns:a16="http://schemas.microsoft.com/office/drawing/2014/main" val="20012"/>
                    </a:ext>
                  </a:extLst>
                </a:gridCol>
                <a:gridCol w="298450">
                  <a:extLst>
                    <a:ext uri="{9D8B030D-6E8A-4147-A177-3AD203B41FA5}">
                      <a16:colId xmlns:a16="http://schemas.microsoft.com/office/drawing/2014/main" val="20013"/>
                    </a:ext>
                  </a:extLst>
                </a:gridCol>
                <a:gridCol w="296862">
                  <a:extLst>
                    <a:ext uri="{9D8B030D-6E8A-4147-A177-3AD203B41FA5}">
                      <a16:colId xmlns:a16="http://schemas.microsoft.com/office/drawing/2014/main" val="20014"/>
                    </a:ext>
                  </a:extLst>
                </a:gridCol>
                <a:gridCol w="295275">
                  <a:extLst>
                    <a:ext uri="{9D8B030D-6E8A-4147-A177-3AD203B41FA5}">
                      <a16:colId xmlns:a16="http://schemas.microsoft.com/office/drawing/2014/main" val="20015"/>
                    </a:ext>
                  </a:extLst>
                </a:gridCol>
                <a:gridCol w="296863">
                  <a:extLst>
                    <a:ext uri="{9D8B030D-6E8A-4147-A177-3AD203B41FA5}">
                      <a16:colId xmlns:a16="http://schemas.microsoft.com/office/drawing/2014/main" val="20016"/>
                    </a:ext>
                  </a:extLst>
                </a:gridCol>
              </a:tblGrid>
              <a:tr h="236526">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endParaRPr kumimoji="0" lang="en-GB" sz="1400" b="1" i="0" u="none" strike="noStrike" cap="none" normalizeH="0" baseline="-25000">
                        <a:ln>
                          <a:noFill/>
                        </a:ln>
                        <a:solidFill>
                          <a:srgbClr val="000000"/>
                        </a:solidFill>
                        <a:effectLst/>
                        <a:latin typeface="Arial" charset="0"/>
                      </a:endParaRPr>
                    </a:p>
                  </a:txBody>
                  <a:tcPr marL="0" marR="0" marT="0" marB="0" anchor="ctr" horzOverflow="overflow">
                    <a:lnL cap="flat">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k</a:t>
                      </a:r>
                      <a:r>
                        <a:rPr kumimoji="0" lang="en-US" sz="1400" b="1" i="0" u="none" strike="noStrike" cap="none" normalizeH="0" baseline="-25000">
                          <a:ln>
                            <a:noFill/>
                          </a:ln>
                          <a:solidFill>
                            <a:srgbClr val="000000"/>
                          </a:solidFill>
                          <a:effectLst/>
                          <a:latin typeface="Arial" charset="0"/>
                        </a:rPr>
                        <a:t>0</a:t>
                      </a:r>
                    </a:p>
                  </a:txBody>
                  <a:tcPr marL="0" marR="0" marT="0" marB="0" anchor="ct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k</a:t>
                      </a:r>
                      <a:r>
                        <a:rPr kumimoji="0" lang="en-US" sz="1400" b="1" i="0" u="none" strike="noStrike" cap="none" normalizeH="0" baseline="-25000">
                          <a:ln>
                            <a:noFill/>
                          </a:ln>
                          <a:solidFill>
                            <a:srgbClr val="000000"/>
                          </a:solidFill>
                          <a:effectLst/>
                          <a:latin typeface="Arial" charset="0"/>
                        </a:rPr>
                        <a:t>1</a:t>
                      </a:r>
                    </a:p>
                  </a:txBody>
                  <a:tcPr marL="0" marR="0" marT="0" marB="0" anchor="ct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k</a:t>
                      </a:r>
                      <a:r>
                        <a:rPr kumimoji="0" lang="en-US" sz="1400" b="1" i="0" u="none" strike="noStrike" cap="none" normalizeH="0" baseline="-25000">
                          <a:ln>
                            <a:noFill/>
                          </a:ln>
                          <a:solidFill>
                            <a:srgbClr val="000000"/>
                          </a:solidFill>
                          <a:effectLst/>
                          <a:latin typeface="Arial" charset="0"/>
                        </a:rPr>
                        <a:t>2</a:t>
                      </a:r>
                    </a:p>
                  </a:txBody>
                  <a:tcPr marL="0" marR="0" marT="0" marB="0" anchor="ct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k</a:t>
                      </a:r>
                      <a:r>
                        <a:rPr kumimoji="0" lang="en-US" sz="1400" b="1" i="0" u="none" strike="noStrike" cap="none" normalizeH="0" baseline="-25000">
                          <a:ln>
                            <a:noFill/>
                          </a:ln>
                          <a:solidFill>
                            <a:srgbClr val="000000"/>
                          </a:solidFill>
                          <a:effectLst/>
                          <a:latin typeface="Arial" charset="0"/>
                        </a:rPr>
                        <a:t>3</a:t>
                      </a:r>
                    </a:p>
                  </a:txBody>
                  <a:tcPr marL="0" marR="0" marT="0" marB="0" anchor="ct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k</a:t>
                      </a:r>
                      <a:r>
                        <a:rPr kumimoji="0" lang="en-US" sz="1400" b="1" i="0" u="none" strike="noStrike" cap="none" normalizeH="0" baseline="-25000">
                          <a:ln>
                            <a:noFill/>
                          </a:ln>
                          <a:solidFill>
                            <a:srgbClr val="000000"/>
                          </a:solidFill>
                          <a:effectLst/>
                          <a:latin typeface="Arial" charset="0"/>
                        </a:rPr>
                        <a:t>4</a:t>
                      </a:r>
                    </a:p>
                  </a:txBody>
                  <a:tcPr marL="0" marR="0" marT="0" marB="0" anchor="ct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k</a:t>
                      </a:r>
                      <a:r>
                        <a:rPr kumimoji="0" lang="en-US" sz="1400" b="1" i="0" u="none" strike="noStrike" cap="none" normalizeH="0" baseline="-25000">
                          <a:ln>
                            <a:noFill/>
                          </a:ln>
                          <a:solidFill>
                            <a:srgbClr val="000000"/>
                          </a:solidFill>
                          <a:effectLst/>
                          <a:latin typeface="Arial" charset="0"/>
                        </a:rPr>
                        <a:t>5</a:t>
                      </a:r>
                    </a:p>
                  </a:txBody>
                  <a:tcPr marL="0" marR="0" marT="0" marB="0" anchor="ct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k</a:t>
                      </a:r>
                      <a:r>
                        <a:rPr kumimoji="0" lang="en-US" sz="1400" b="1" i="0" u="none" strike="noStrike" cap="none" normalizeH="0" baseline="-25000">
                          <a:ln>
                            <a:noFill/>
                          </a:ln>
                          <a:solidFill>
                            <a:srgbClr val="000000"/>
                          </a:solidFill>
                          <a:effectLst/>
                          <a:latin typeface="Arial" charset="0"/>
                        </a:rPr>
                        <a:t>6</a:t>
                      </a:r>
                    </a:p>
                  </a:txBody>
                  <a:tcPr marL="0" marR="0" marT="0" marB="0" anchor="ctr" horzOverflow="overflow">
                    <a:lnL>
                      <a:noFill/>
                    </a:lnL>
                    <a:lnR w="12700" cap="flat" cmpd="sng" algn="ctr">
                      <a:solidFill>
                        <a:schemeClr val="tx1"/>
                      </a:solidFill>
                      <a:prstDash val="sysDash"/>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folHlink"/>
                          </a:solidFill>
                          <a:effectLst/>
                          <a:latin typeface="Arial" charset="0"/>
                        </a:rPr>
                        <a:t>7</a:t>
                      </a:r>
                    </a:p>
                  </a:txBody>
                  <a:tcPr marL="0" marR="0" marT="0" marB="0" anchor="ctr" horzOverflow="overflow">
                    <a:lnL w="12700" cap="flat" cmpd="sng" algn="ctr">
                      <a:solidFill>
                        <a:schemeClr val="tx1"/>
                      </a:solidFill>
                      <a:prstDash val="sysDash"/>
                      <a:round/>
                      <a:headEnd type="none" w="med" len="med"/>
                      <a:tailEnd type="none" w="med" len="med"/>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folHlink"/>
                          </a:solidFill>
                          <a:effectLst/>
                          <a:latin typeface="Arial" charset="0"/>
                        </a:rPr>
                        <a:t>8</a:t>
                      </a:r>
                    </a:p>
                  </a:txBody>
                  <a:tcPr marL="0" marR="0" marT="0" marB="0" anchor="ct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folHlink"/>
                          </a:solidFill>
                          <a:effectLst/>
                          <a:latin typeface="Arial" charset="0"/>
                        </a:rPr>
                        <a:t>9</a:t>
                      </a:r>
                    </a:p>
                  </a:txBody>
                  <a:tcPr marL="0" marR="0" marT="0" marB="0" anchor="ct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folHlink"/>
                          </a:solidFill>
                          <a:effectLst/>
                          <a:latin typeface="Arial" charset="0"/>
                        </a:rPr>
                        <a:t>10</a:t>
                      </a:r>
                    </a:p>
                  </a:txBody>
                  <a:tcPr marL="0" marR="0" marT="0" marB="0" anchor="ct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folHlink"/>
                          </a:solidFill>
                          <a:effectLst/>
                          <a:latin typeface="Arial" charset="0"/>
                        </a:rPr>
                        <a:t>11</a:t>
                      </a:r>
                    </a:p>
                  </a:txBody>
                  <a:tcPr marL="0" marR="0" marT="0" marB="0" anchor="ct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folHlink"/>
                          </a:solidFill>
                          <a:effectLst/>
                          <a:latin typeface="Arial" charset="0"/>
                        </a:rPr>
                        <a:t>12</a:t>
                      </a:r>
                    </a:p>
                  </a:txBody>
                  <a:tcPr marL="0" marR="0" marT="0" marB="0" anchor="ct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folHlink"/>
                          </a:solidFill>
                          <a:effectLst/>
                          <a:latin typeface="Arial" charset="0"/>
                        </a:rPr>
                        <a:t>13</a:t>
                      </a:r>
                    </a:p>
                  </a:txBody>
                  <a:tcPr marL="0" marR="0" marT="0" marB="0" anchor="ct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folHlink"/>
                          </a:solidFill>
                          <a:effectLst/>
                          <a:latin typeface="Arial" charset="0"/>
                        </a:rPr>
                        <a:t>14</a:t>
                      </a:r>
                    </a:p>
                  </a:txBody>
                  <a:tcPr marL="0" marR="0" marT="0" marB="0" anchor="ct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folHlink"/>
                          </a:solidFill>
                          <a:effectLst/>
                          <a:latin typeface="Arial" charset="0"/>
                        </a:rPr>
                        <a:t>15</a:t>
                      </a:r>
                    </a:p>
                  </a:txBody>
                  <a:tcPr marL="0" marR="0" marT="0" marB="0" anchor="ctr" horzOverflow="overflow">
                    <a:lnL>
                      <a:noFill/>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36526">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k</a:t>
                      </a:r>
                      <a:r>
                        <a:rPr kumimoji="0" lang="en-US" sz="1400" b="1" i="0" u="none" strike="noStrike" cap="none" normalizeH="0" baseline="-25000">
                          <a:ln>
                            <a:noFill/>
                          </a:ln>
                          <a:solidFill>
                            <a:srgbClr val="000000"/>
                          </a:solidFill>
                          <a:effectLst/>
                          <a:latin typeface="Arial" charset="0"/>
                        </a:rPr>
                        <a:t>0</a:t>
                      </a:r>
                    </a:p>
                  </a:txBody>
                  <a:tcPr marL="0" marR="0" marT="0" marB="0" anchor="ct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1</a:t>
                      </a:r>
                    </a:p>
                  </a:txBody>
                  <a:tcPr marL="0" marR="0" marT="0" marB="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1</a:t>
                      </a: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1</a:t>
                      </a:r>
                    </a:p>
                  </a:txBody>
                  <a:tcPr marL="0" marR="0" marT="0" marB="0" anchor="ctr" horzOverflow="overflow">
                    <a:lnL w="12700" cap="flat" cmpd="sng" algn="ctr">
                      <a:solidFill>
                        <a:schemeClr val="tx1"/>
                      </a:solidFill>
                      <a:prstDash val="sysDash"/>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1</a:t>
                      </a: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cap="flat">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224028">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k</a:t>
                      </a:r>
                      <a:r>
                        <a:rPr kumimoji="0" lang="en-US" sz="1400" b="1" i="0" u="none" strike="noStrike" cap="none" normalizeH="0" baseline="-25000">
                          <a:ln>
                            <a:noFill/>
                          </a:ln>
                          <a:solidFill>
                            <a:srgbClr val="000000"/>
                          </a:solidFill>
                          <a:effectLst/>
                          <a:latin typeface="Arial" charset="0"/>
                        </a:rPr>
                        <a:t>1</a:t>
                      </a:r>
                    </a:p>
                  </a:txBody>
                  <a:tcPr marL="0" marR="0" marT="0" marB="0" anchor="ct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1</a:t>
                      </a: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2</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w="12700" cap="flat" cmpd="sng" algn="ctr">
                      <a:solidFill>
                        <a:schemeClr val="tx1"/>
                      </a:solidFill>
                      <a:prstDash val="sysDash"/>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w="12700" cap="flat" cmpd="sng" algn="ctr">
                      <a:solidFill>
                        <a:schemeClr val="tx1"/>
                      </a:solidFill>
                      <a:prstDash val="sysDash"/>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236526">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k</a:t>
                      </a:r>
                      <a:r>
                        <a:rPr kumimoji="0" lang="en-US" sz="1400" b="1" i="0" u="none" strike="noStrike" cap="none" normalizeH="0" baseline="-25000">
                          <a:ln>
                            <a:noFill/>
                          </a:ln>
                          <a:solidFill>
                            <a:srgbClr val="000000"/>
                          </a:solidFill>
                          <a:effectLst/>
                          <a:latin typeface="Arial" charset="0"/>
                        </a:rPr>
                        <a:t>2</a:t>
                      </a:r>
                    </a:p>
                  </a:txBody>
                  <a:tcPr marL="0" marR="0" marT="0" marB="0" anchor="ct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2</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w="12700" cap="flat" cmpd="sng" algn="ctr">
                      <a:solidFill>
                        <a:schemeClr val="tx1"/>
                      </a:solidFill>
                      <a:prstDash val="sysDash"/>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w="12700" cap="flat" cmpd="sng" algn="ctr">
                      <a:solidFill>
                        <a:schemeClr val="tx1"/>
                      </a:solidFill>
                      <a:prstDash val="sysDash"/>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236526">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k</a:t>
                      </a:r>
                      <a:r>
                        <a:rPr kumimoji="0" lang="en-US" sz="1400" b="1" i="0" u="none" strike="noStrike" cap="none" normalizeH="0" baseline="-25000">
                          <a:ln>
                            <a:noFill/>
                          </a:ln>
                          <a:solidFill>
                            <a:srgbClr val="000000"/>
                          </a:solidFill>
                          <a:effectLst/>
                          <a:latin typeface="Arial" charset="0"/>
                        </a:rPr>
                        <a:t>3</a:t>
                      </a:r>
                    </a:p>
                  </a:txBody>
                  <a:tcPr marL="0" marR="0" marT="0" marB="0" anchor="ct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2</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w="12700" cap="flat" cmpd="sng" algn="ctr">
                      <a:solidFill>
                        <a:schemeClr val="tx1"/>
                      </a:solidFill>
                      <a:prstDash val="sysDash"/>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w="12700" cap="flat" cmpd="sng" algn="ctr">
                      <a:solidFill>
                        <a:schemeClr val="tx1"/>
                      </a:solidFill>
                      <a:prstDash val="sysDash"/>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236526">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k</a:t>
                      </a:r>
                      <a:r>
                        <a:rPr kumimoji="0" lang="en-US" sz="1400" b="1" i="0" u="none" strike="noStrike" cap="none" normalizeH="0" baseline="-25000">
                          <a:ln>
                            <a:noFill/>
                          </a:ln>
                          <a:solidFill>
                            <a:srgbClr val="000000"/>
                          </a:solidFill>
                          <a:effectLst/>
                          <a:latin typeface="Arial" charset="0"/>
                        </a:rPr>
                        <a:t>4</a:t>
                      </a:r>
                    </a:p>
                  </a:txBody>
                  <a:tcPr marL="0" marR="0" marT="0" marB="0" anchor="ct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2</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w="12700" cap="flat" cmpd="sng" algn="ctr">
                      <a:solidFill>
                        <a:schemeClr val="tx1"/>
                      </a:solidFill>
                      <a:prstDash val="sysDash"/>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w="12700" cap="flat" cmpd="sng" algn="ctr">
                      <a:solidFill>
                        <a:schemeClr val="tx1"/>
                      </a:solidFill>
                      <a:prstDash val="sysDash"/>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236526">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k</a:t>
                      </a:r>
                      <a:r>
                        <a:rPr kumimoji="0" lang="en-US" sz="1400" b="1" i="0" u="none" strike="noStrike" cap="none" normalizeH="0" baseline="-25000">
                          <a:ln>
                            <a:noFill/>
                          </a:ln>
                          <a:solidFill>
                            <a:srgbClr val="000000"/>
                          </a:solidFill>
                          <a:effectLst/>
                          <a:latin typeface="Arial" charset="0"/>
                        </a:rPr>
                        <a:t>5</a:t>
                      </a:r>
                    </a:p>
                  </a:txBody>
                  <a:tcPr marL="0" marR="0" marT="0" marB="0" anchor="ct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2</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1</a:t>
                      </a:r>
                    </a:p>
                  </a:txBody>
                  <a:tcPr marL="0" marR="0" marT="0" marB="0" anchor="ctr" horzOverflow="overflow">
                    <a:lnL>
                      <a:noFill/>
                    </a:lnL>
                    <a:lnR w="12700" cap="flat" cmpd="sng" algn="ctr">
                      <a:solidFill>
                        <a:schemeClr val="tx1"/>
                      </a:solidFill>
                      <a:prstDash val="sysDash"/>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w="12700" cap="flat" cmpd="sng" algn="ctr">
                      <a:solidFill>
                        <a:schemeClr val="tx1"/>
                      </a:solidFill>
                      <a:prstDash val="sysDash"/>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6"/>
                  </a:ext>
                </a:extLst>
              </a:tr>
              <a:tr h="236526">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k</a:t>
                      </a:r>
                      <a:r>
                        <a:rPr kumimoji="0" lang="en-US" sz="1400" b="1" i="0" u="none" strike="noStrike" cap="none" normalizeH="0" baseline="-25000">
                          <a:ln>
                            <a:noFill/>
                          </a:ln>
                          <a:solidFill>
                            <a:srgbClr val="000000"/>
                          </a:solidFill>
                          <a:effectLst/>
                          <a:latin typeface="Arial" charset="0"/>
                        </a:rPr>
                        <a:t>6</a:t>
                      </a:r>
                    </a:p>
                  </a:txBody>
                  <a:tcPr marL="0" marR="0" marT="0" marB="0" anchor="ctr" horzOverflow="overflow">
                    <a:lnL cap="flat">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w="12700" cap="flat" cmpd="sng" algn="ctr">
                      <a:solidFill>
                        <a:schemeClr val="tx1"/>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w="12700" cap="flat" cmpd="sng" algn="ctr">
                      <a:solidFill>
                        <a:schemeClr val="tx1"/>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w="12700" cap="flat" cmpd="sng" algn="ctr">
                      <a:solidFill>
                        <a:schemeClr val="tx1"/>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w="12700" cap="flat" cmpd="sng" algn="ctr">
                      <a:solidFill>
                        <a:schemeClr val="tx1"/>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1</a:t>
                      </a:r>
                    </a:p>
                  </a:txBody>
                  <a:tcPr marL="0" marR="0" marT="0" marB="0" anchor="ctr" horzOverflow="overflow">
                    <a:lnL>
                      <a:noFill/>
                    </a:lnL>
                    <a:lnR>
                      <a:noFill/>
                    </a:lnR>
                    <a:lnT>
                      <a:noFill/>
                    </a:lnT>
                    <a:lnB w="12700" cap="flat" cmpd="sng" algn="ctr">
                      <a:solidFill>
                        <a:schemeClr val="tx1"/>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1</a:t>
                      </a:r>
                    </a:p>
                  </a:txBody>
                  <a:tcPr marL="0" marR="0" marT="0" marB="0" anchor="ctr" horzOverflow="overflow">
                    <a:lnL>
                      <a:noFill/>
                    </a:lnL>
                    <a:lnR w="12700" cap="flat" cmpd="sng" algn="ctr">
                      <a:solidFill>
                        <a:schemeClr val="tx1"/>
                      </a:solidFill>
                      <a:prstDash val="sysDash"/>
                      <a:round/>
                      <a:headEnd type="none" w="med" len="med"/>
                      <a:tailEnd type="none" w="med" len="med"/>
                    </a:lnR>
                    <a:lnT>
                      <a:noFill/>
                    </a:lnT>
                    <a:lnB w="12700" cap="flat" cmpd="sng" algn="ctr">
                      <a:solidFill>
                        <a:schemeClr val="tx1"/>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w="12700" cap="flat" cmpd="sng" algn="ctr">
                      <a:solidFill>
                        <a:schemeClr val="tx1"/>
                      </a:solidFill>
                      <a:prstDash val="sysDash"/>
                      <a:round/>
                      <a:headEnd type="none" w="med" len="med"/>
                      <a:tailEnd type="none" w="med" len="med"/>
                    </a:lnL>
                    <a:lnR>
                      <a:noFill/>
                    </a:lnR>
                    <a:lnT>
                      <a:noFill/>
                    </a:lnT>
                    <a:lnB w="12700" cap="flat" cmpd="sng" algn="ctr">
                      <a:solidFill>
                        <a:schemeClr val="tx1"/>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w="12700" cap="flat" cmpd="sng" algn="ctr">
                      <a:solidFill>
                        <a:schemeClr val="tx1"/>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w="12700" cap="flat" cmpd="sng" algn="ctr">
                      <a:solidFill>
                        <a:schemeClr val="tx1"/>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w="12700" cap="flat" cmpd="sng" algn="ctr">
                      <a:solidFill>
                        <a:schemeClr val="tx1"/>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w="12700" cap="flat" cmpd="sng" algn="ctr">
                      <a:solidFill>
                        <a:schemeClr val="tx1"/>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w="12700" cap="flat" cmpd="sng" algn="ctr">
                      <a:solidFill>
                        <a:schemeClr val="tx1"/>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w="12700" cap="flat" cmpd="sng" algn="ctr">
                      <a:solidFill>
                        <a:schemeClr val="tx1"/>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1</a:t>
                      </a:r>
                    </a:p>
                  </a:txBody>
                  <a:tcPr marL="0" marR="0" marT="0" marB="0" anchor="ctr" horzOverflow="overflow">
                    <a:lnL>
                      <a:noFill/>
                    </a:lnL>
                    <a:lnR>
                      <a:noFill/>
                    </a:lnR>
                    <a:lnT>
                      <a:noFill/>
                    </a:lnT>
                    <a:lnB w="12700" cap="flat" cmpd="sng" algn="ctr">
                      <a:solidFill>
                        <a:schemeClr val="tx1"/>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1</a:t>
                      </a:r>
                    </a:p>
                  </a:txBody>
                  <a:tcPr marL="0" marR="0" marT="0" marB="0" anchor="ctr" horzOverflow="overflow">
                    <a:lnL>
                      <a:noFill/>
                    </a:lnL>
                    <a:lnR cap="flat">
                      <a:noFill/>
                    </a:lnR>
                    <a:lnT>
                      <a:noFill/>
                    </a:lnT>
                    <a:lnB w="12700" cap="flat" cmpd="sng" algn="ctr">
                      <a:solidFill>
                        <a:schemeClr val="tx1"/>
                      </a:solidFill>
                      <a:prstDash val="sysDash"/>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38113">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folHlink"/>
                          </a:solidFill>
                          <a:effectLst/>
                          <a:latin typeface="Arial" charset="0"/>
                        </a:rPr>
                        <a:t>7</a:t>
                      </a:r>
                    </a:p>
                  </a:txBody>
                  <a:tcPr marL="0" marR="0" marT="0" marB="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ysDash"/>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1</a:t>
                      </a:r>
                    </a:p>
                  </a:txBody>
                  <a:tcPr marL="0" marR="0" marT="0" marB="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ysDash"/>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w="12700" cap="flat" cmpd="sng" algn="ctr">
                      <a:solidFill>
                        <a:schemeClr val="tx1"/>
                      </a:solidFill>
                      <a:prstDash val="sysDash"/>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w="12700" cap="flat" cmpd="sng" algn="ctr">
                      <a:solidFill>
                        <a:schemeClr val="tx1"/>
                      </a:solidFill>
                      <a:prstDash val="sysDash"/>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w="12700" cap="flat" cmpd="sng" algn="ctr">
                      <a:solidFill>
                        <a:schemeClr val="tx1"/>
                      </a:solidFill>
                      <a:prstDash val="sysDash"/>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w="12700" cap="flat" cmpd="sng" algn="ctr">
                      <a:solidFill>
                        <a:schemeClr val="tx1"/>
                      </a:solidFill>
                      <a:prstDash val="sysDash"/>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w="12700" cap="flat" cmpd="sng" algn="ctr">
                      <a:solidFill>
                        <a:schemeClr val="tx1"/>
                      </a:solidFill>
                      <a:prstDash val="sysDash"/>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1</a:t>
                      </a:r>
                    </a:p>
                  </a:txBody>
                  <a:tcPr marL="0" marR="0" marT="0" marB="0" anchor="ctr" horzOverflow="overflow">
                    <a:lnL w="12700" cap="flat" cmpd="sng" algn="ctr">
                      <a:solidFill>
                        <a:schemeClr val="tx1"/>
                      </a:solidFill>
                      <a:prstDash val="sysDash"/>
                      <a:round/>
                      <a:headEnd type="none" w="med" len="med"/>
                      <a:tailEnd type="none" w="med" len="med"/>
                    </a:lnL>
                    <a:lnR>
                      <a:noFill/>
                    </a:lnR>
                    <a:lnT w="12700" cap="flat" cmpd="sng" algn="ctr">
                      <a:solidFill>
                        <a:schemeClr val="tx1"/>
                      </a:solidFill>
                      <a:prstDash val="sysDash"/>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w="12700" cap="flat" cmpd="sng" algn="ctr">
                      <a:solidFill>
                        <a:schemeClr val="tx1"/>
                      </a:solidFill>
                      <a:prstDash val="sysDash"/>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w="12700" cap="flat" cmpd="sng" algn="ctr">
                      <a:solidFill>
                        <a:schemeClr val="tx1"/>
                      </a:solidFill>
                      <a:prstDash val="sysDash"/>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w="12700" cap="flat" cmpd="sng" algn="ctr">
                      <a:solidFill>
                        <a:schemeClr val="tx1"/>
                      </a:solidFill>
                      <a:prstDash val="sysDash"/>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w="12700" cap="flat" cmpd="sng" algn="ctr">
                      <a:solidFill>
                        <a:schemeClr val="tx1"/>
                      </a:solidFill>
                      <a:prstDash val="sysDash"/>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w="12700" cap="flat" cmpd="sng" algn="ctr">
                      <a:solidFill>
                        <a:schemeClr val="tx1"/>
                      </a:solidFill>
                      <a:prstDash val="sysDash"/>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w="12700" cap="flat" cmpd="sng" algn="ctr">
                      <a:solidFill>
                        <a:schemeClr val="tx1"/>
                      </a:solidFill>
                      <a:prstDash val="sysDash"/>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w="12700" cap="flat" cmpd="sng" algn="ctr">
                      <a:solidFill>
                        <a:schemeClr val="tx1"/>
                      </a:solidFill>
                      <a:prstDash val="sysDash"/>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cap="flat">
                      <a:noFill/>
                    </a:lnR>
                    <a:lnT w="12700" cap="flat" cmpd="sng" algn="ctr">
                      <a:solidFill>
                        <a:schemeClr val="tx1"/>
                      </a:solidFill>
                      <a:prstDash val="sysDash"/>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8"/>
                  </a:ext>
                </a:extLst>
              </a:tr>
              <a:tr h="236526">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folHlink"/>
                          </a:solidFill>
                          <a:effectLst/>
                          <a:latin typeface="Arial" charset="0"/>
                        </a:rPr>
                        <a:t>8</a:t>
                      </a:r>
                    </a:p>
                  </a:txBody>
                  <a:tcPr marL="0" marR="0" marT="0" marB="0" anchor="ct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1</a:t>
                      </a: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w="12700" cap="flat" cmpd="sng" algn="ctr">
                      <a:solidFill>
                        <a:schemeClr val="tx1"/>
                      </a:solidFill>
                      <a:prstDash val="sysDash"/>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w="12700" cap="flat" cmpd="sng" algn="ctr">
                      <a:solidFill>
                        <a:schemeClr val="tx1"/>
                      </a:solidFill>
                      <a:prstDash val="sysDash"/>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9"/>
                  </a:ext>
                </a:extLst>
              </a:tr>
              <a:tr h="236526">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folHlink"/>
                          </a:solidFill>
                          <a:effectLst/>
                          <a:latin typeface="Arial" charset="0"/>
                        </a:rPr>
                        <a:t>9</a:t>
                      </a:r>
                    </a:p>
                  </a:txBody>
                  <a:tcPr marL="0" marR="0" marT="0" marB="0" anchor="ct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w="12700" cap="flat" cmpd="sng" algn="ctr">
                      <a:solidFill>
                        <a:schemeClr val="tx1"/>
                      </a:solidFill>
                      <a:prstDash val="sysDash"/>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w="12700" cap="flat" cmpd="sng" algn="ctr">
                      <a:solidFill>
                        <a:schemeClr val="tx1"/>
                      </a:solidFill>
                      <a:prstDash val="sysDash"/>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10"/>
                  </a:ext>
                </a:extLst>
              </a:tr>
              <a:tr h="236526">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folHlink"/>
                          </a:solidFill>
                          <a:effectLst/>
                          <a:latin typeface="Arial" charset="0"/>
                        </a:rPr>
                        <a:t>10</a:t>
                      </a:r>
                    </a:p>
                  </a:txBody>
                  <a:tcPr marL="0" marR="0" marT="0" marB="0" anchor="ct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w="12700" cap="flat" cmpd="sng" algn="ctr">
                      <a:solidFill>
                        <a:schemeClr val="tx1"/>
                      </a:solidFill>
                      <a:prstDash val="sysDash"/>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w="12700" cap="flat" cmpd="sng" algn="ctr">
                      <a:solidFill>
                        <a:schemeClr val="tx1"/>
                      </a:solidFill>
                      <a:prstDash val="sysDash"/>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11"/>
                  </a:ext>
                </a:extLst>
              </a:tr>
              <a:tr h="236526">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folHlink"/>
                          </a:solidFill>
                          <a:effectLst/>
                          <a:latin typeface="Arial" charset="0"/>
                        </a:rPr>
                        <a:t>11</a:t>
                      </a:r>
                    </a:p>
                  </a:txBody>
                  <a:tcPr marL="0" marR="0" marT="0" marB="0" anchor="ct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w="12700" cap="flat" cmpd="sng" algn="ctr">
                      <a:solidFill>
                        <a:schemeClr val="tx1"/>
                      </a:solidFill>
                      <a:prstDash val="sysDash"/>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w="12700" cap="flat" cmpd="sng" algn="ctr">
                      <a:solidFill>
                        <a:schemeClr val="tx1"/>
                      </a:solidFill>
                      <a:prstDash val="sysDash"/>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12"/>
                  </a:ext>
                </a:extLst>
              </a:tr>
              <a:tr h="236526">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folHlink"/>
                          </a:solidFill>
                          <a:effectLst/>
                          <a:latin typeface="Arial" charset="0"/>
                        </a:rPr>
                        <a:t>12</a:t>
                      </a:r>
                    </a:p>
                  </a:txBody>
                  <a:tcPr marL="0" marR="0" marT="0" marB="0" anchor="ct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w="12700" cap="flat" cmpd="sng" algn="ctr">
                      <a:solidFill>
                        <a:schemeClr val="tx1"/>
                      </a:solidFill>
                      <a:prstDash val="sysDash"/>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w="12700" cap="flat" cmpd="sng" algn="ctr">
                      <a:solidFill>
                        <a:schemeClr val="tx1"/>
                      </a:solidFill>
                      <a:prstDash val="sysDash"/>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13"/>
                  </a:ext>
                </a:extLst>
              </a:tr>
              <a:tr h="236526">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folHlink"/>
                          </a:solidFill>
                          <a:effectLst/>
                          <a:latin typeface="Arial" charset="0"/>
                        </a:rPr>
                        <a:t>13</a:t>
                      </a:r>
                    </a:p>
                  </a:txBody>
                  <a:tcPr marL="0" marR="0" marT="0" marB="0" anchor="ct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w="12700" cap="flat" cmpd="sng" algn="ctr">
                      <a:solidFill>
                        <a:schemeClr val="tx1"/>
                      </a:solidFill>
                      <a:prstDash val="sysDash"/>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w="12700" cap="flat" cmpd="sng" algn="ctr">
                      <a:solidFill>
                        <a:schemeClr val="tx1"/>
                      </a:solidFill>
                      <a:prstDash val="sysDash"/>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14"/>
                  </a:ext>
                </a:extLst>
              </a:tr>
              <a:tr h="236526">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folHlink"/>
                          </a:solidFill>
                          <a:effectLst/>
                          <a:latin typeface="Arial" charset="0"/>
                        </a:rPr>
                        <a:t>14</a:t>
                      </a:r>
                    </a:p>
                  </a:txBody>
                  <a:tcPr marL="0" marR="0" marT="0" marB="0" anchor="ct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1</a:t>
                      </a:r>
                    </a:p>
                  </a:txBody>
                  <a:tcPr marL="0" marR="0" marT="0" marB="0" anchor="ctr" horzOverflow="overflow">
                    <a:lnL>
                      <a:noFill/>
                    </a:lnL>
                    <a:lnR w="12700" cap="flat" cmpd="sng" algn="ctr">
                      <a:solidFill>
                        <a:schemeClr val="tx1"/>
                      </a:solidFill>
                      <a:prstDash val="sysDash"/>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w="12700" cap="flat" cmpd="sng" algn="ctr">
                      <a:solidFill>
                        <a:schemeClr val="tx1"/>
                      </a:solidFill>
                      <a:prstDash val="sysDash"/>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15"/>
                  </a:ext>
                </a:extLst>
              </a:tr>
              <a:tr h="236526">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folHlink"/>
                          </a:solidFill>
                          <a:effectLst/>
                          <a:latin typeface="Arial" charset="0"/>
                        </a:rPr>
                        <a:t>15</a:t>
                      </a:r>
                    </a:p>
                  </a:txBody>
                  <a:tcPr marL="0" marR="0" marT="0" marB="0" anchor="ctr" horzOverflow="overflow">
                    <a:lnL cap="flat">
                      <a:noFill/>
                    </a:lnL>
                    <a:lnR w="12700"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1</a:t>
                      </a:r>
                    </a:p>
                  </a:txBody>
                  <a:tcPr marL="0" marR="0" marT="0" marB="0" anchor="ctr" horzOverflow="overflow">
                    <a:lnL>
                      <a:noFill/>
                    </a:lnL>
                    <a:lnR w="12700" cap="flat" cmpd="sng" algn="ctr">
                      <a:solidFill>
                        <a:schemeClr val="tx1"/>
                      </a:solidFill>
                      <a:prstDash val="sysDash"/>
                      <a:round/>
                      <a:headEnd type="none" w="med" len="med"/>
                      <a:tailEnd type="none" w="med" len="med"/>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w="12700" cap="flat" cmpd="sng" algn="ctr">
                      <a:solidFill>
                        <a:schemeClr val="tx1"/>
                      </a:solidFill>
                      <a:prstDash val="sysDash"/>
                      <a:round/>
                      <a:headEnd type="none" w="med" len="med"/>
                      <a:tailEnd type="none" w="med" len="med"/>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rgbClr val="000000"/>
                          </a:solidFill>
                          <a:effectLst/>
                          <a:latin typeface="Arial" charset="0"/>
                        </a:rPr>
                        <a:t>0</a:t>
                      </a:r>
                    </a:p>
                  </a:txBody>
                  <a:tcPr marL="0" marR="0" marT="0" marB="0" anchor="ct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dirty="0">
                          <a:ln>
                            <a:noFill/>
                          </a:ln>
                          <a:solidFill>
                            <a:srgbClr val="FF0000"/>
                          </a:solidFill>
                          <a:effectLst/>
                          <a:latin typeface="Arial" charset="0"/>
                        </a:rPr>
                        <a:t>1</a:t>
                      </a:r>
                    </a:p>
                  </a:txBody>
                  <a:tcPr marL="0" marR="0" marT="0" marB="0" anchor="ctr"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16"/>
                  </a:ext>
                </a:extLst>
              </a:tr>
            </a:tbl>
          </a:graphicData>
        </a:graphic>
      </p:graphicFrame>
      <p:pic>
        <p:nvPicPr>
          <p:cNvPr id="9" name="Picture 2" descr="assign_leaves">
            <a:extLst>
              <a:ext uri="{FF2B5EF4-FFF2-40B4-BE49-F238E27FC236}">
                <a16:creationId xmlns:a16="http://schemas.microsoft.com/office/drawing/2014/main" id="{60A89DB7-EE6B-0DCD-455B-DAC84C1F09B4}"/>
              </a:ext>
            </a:extLst>
          </p:cNvPr>
          <p:cNvPicPr>
            <a:picLocks noChangeAspect="1" noChangeArrowheads="1"/>
          </p:cNvPicPr>
          <p:nvPr>
            <p:custDataLst>
              <p:tags r:id="rId2"/>
            </p:custDataLst>
          </p:nvPr>
        </p:nvPicPr>
        <p:blipFill>
          <a:blip r:embed="rId14">
            <a:extLst>
              <a:ext uri="{28A0092B-C50C-407E-A947-70E740481C1C}">
                <a14:useLocalDpi xmlns:a14="http://schemas.microsoft.com/office/drawing/2010/main" val="0"/>
              </a:ext>
            </a:extLst>
          </a:blip>
          <a:srcRect/>
          <a:stretch>
            <a:fillRect/>
          </a:stretch>
        </p:blipFill>
        <p:spPr bwMode="auto">
          <a:xfrm>
            <a:off x="5524179" y="0"/>
            <a:ext cx="2927267" cy="38678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Rectangle 4">
            <a:extLst>
              <a:ext uri="{FF2B5EF4-FFF2-40B4-BE49-F238E27FC236}">
                <a16:creationId xmlns:a16="http://schemas.microsoft.com/office/drawing/2014/main" id="{BD801B2E-9240-08ED-BDA2-5BBC00B60107}"/>
              </a:ext>
            </a:extLst>
          </p:cNvPr>
          <p:cNvSpPr txBox="1">
            <a:spLocks noChangeArrowheads="1"/>
          </p:cNvSpPr>
          <p:nvPr>
            <p:custDataLst>
              <p:tags r:id="rId3"/>
            </p:custDataLst>
          </p:nvPr>
        </p:nvSpPr>
        <p:spPr>
          <a:xfrm>
            <a:off x="6836006" y="2999348"/>
            <a:ext cx="5475287" cy="2824702"/>
          </a:xfrm>
          <a:prstGeom prst="rect">
            <a:avLst/>
          </a:prstGeom>
          <a:noFill/>
        </p:spPr>
        <p:txBody>
          <a:bodyPr/>
          <a:lstStyle>
            <a:lvl1pPr marL="228600" indent="-228600" algn="l" defTabSz="914400" rtl="0" eaLnBrk="1" latinLnBrk="0" hangingPunct="1">
              <a:lnSpc>
                <a:spcPct val="100000"/>
              </a:lnSpc>
              <a:spcBef>
                <a:spcPts val="0"/>
              </a:spcBef>
              <a:spcAft>
                <a:spcPts val="1800"/>
              </a:spcAft>
              <a:buClr>
                <a:srgbClr val="2B91C5"/>
              </a:buClr>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spcAft>
                <a:spcPts val="1800"/>
              </a:spcAft>
              <a:buClr>
                <a:srgbClr val="2B91C5"/>
              </a:buClr>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spcAft>
                <a:spcPts val="1800"/>
              </a:spcAft>
              <a:buClr>
                <a:srgbClr val="2B91C5"/>
              </a:buClr>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spcAft>
                <a:spcPts val="1800"/>
              </a:spcAft>
              <a:buClr>
                <a:srgbClr val="2B91C5"/>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spcAft>
                <a:spcPts val="1800"/>
              </a:spcAft>
              <a:buClr>
                <a:srgbClr val="2B91C5"/>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95000"/>
              </a:lnSpc>
              <a:buNone/>
            </a:pPr>
            <a:r>
              <a:rPr lang="en-US" altLang="nl-NL" sz="2000" dirty="0"/>
              <a:t>               Evaluate the cost function:</a:t>
            </a:r>
          </a:p>
          <a:p>
            <a:pPr>
              <a:lnSpc>
                <a:spcPct val="95000"/>
              </a:lnSpc>
            </a:pPr>
            <a:r>
              <a:rPr lang="en-US" altLang="nl-NL" sz="2000" dirty="0"/>
              <a:t>Find all the      quartets embedded in </a:t>
            </a:r>
            <a:r>
              <a:rPr lang="en-US" altLang="nl-NL" sz="2000" i="1" dirty="0"/>
              <a:t>t</a:t>
            </a:r>
          </a:p>
          <a:p>
            <a:pPr>
              <a:lnSpc>
                <a:spcPct val="95000"/>
              </a:lnSpc>
            </a:pPr>
            <a:r>
              <a:rPr lang="en-US" altLang="nl-NL" sz="2000" dirty="0"/>
              <a:t>Consider the </a:t>
            </a:r>
            <a:r>
              <a:rPr lang="en-US" altLang="nl-NL" sz="2000" i="1" dirty="0"/>
              <a:t>n x n</a:t>
            </a:r>
            <a:r>
              <a:rPr lang="en-US" altLang="nl-NL" sz="2000" dirty="0"/>
              <a:t> </a:t>
            </a:r>
            <a:r>
              <a:rPr lang="en-US" altLang="nl-NL" sz="2000" i="1" dirty="0"/>
              <a:t>symmetric distance matrix</a:t>
            </a:r>
            <a:r>
              <a:rPr lang="en-US" altLang="nl-NL" sz="2000" dirty="0"/>
              <a:t>, sum the costs </a:t>
            </a:r>
            <a:r>
              <a:rPr lang="en-US" altLang="nl-NL" sz="2000" i="1" dirty="0" err="1"/>
              <a:t>d</a:t>
            </a:r>
            <a:r>
              <a:rPr lang="en-US" altLang="nl-NL" sz="2000" i="1" baseline="-25000" dirty="0" err="1"/>
              <a:t>i,j</a:t>
            </a:r>
            <a:r>
              <a:rPr lang="en-US" altLang="nl-NL" sz="2000" dirty="0"/>
              <a:t> of each embedded quartet:</a:t>
            </a:r>
          </a:p>
          <a:p>
            <a:pPr>
              <a:lnSpc>
                <a:spcPct val="95000"/>
              </a:lnSpc>
            </a:pPr>
            <a:endParaRPr lang="en-US" altLang="nl-NL" sz="2000" dirty="0"/>
          </a:p>
          <a:p>
            <a:pPr>
              <a:lnSpc>
                <a:spcPct val="95000"/>
              </a:lnSpc>
            </a:pPr>
            <a:endParaRPr lang="en-US" altLang="nl-NL" sz="2000" dirty="0"/>
          </a:p>
          <a:p>
            <a:pPr>
              <a:lnSpc>
                <a:spcPct val="95000"/>
              </a:lnSpc>
            </a:pPr>
            <a:endParaRPr lang="en-US" altLang="nl-NL" sz="2000" dirty="0"/>
          </a:p>
          <a:p>
            <a:pPr>
              <a:lnSpc>
                <a:spcPct val="95000"/>
              </a:lnSpc>
            </a:pPr>
            <a:endParaRPr lang="en-US" altLang="nl-NL" sz="2000" dirty="0"/>
          </a:p>
          <a:p>
            <a:pPr>
              <a:lnSpc>
                <a:spcPct val="95000"/>
              </a:lnSpc>
            </a:pPr>
            <a:endParaRPr lang="en-US" altLang="nl-NL" sz="2000" dirty="0"/>
          </a:p>
          <a:p>
            <a:pPr>
              <a:lnSpc>
                <a:spcPct val="95000"/>
              </a:lnSpc>
            </a:pPr>
            <a:endParaRPr lang="en-US" altLang="nl-NL" sz="2000" dirty="0"/>
          </a:p>
          <a:p>
            <a:pPr>
              <a:lnSpc>
                <a:spcPct val="95000"/>
              </a:lnSpc>
              <a:buFontTx/>
              <a:buNone/>
            </a:pPr>
            <a:r>
              <a:rPr lang="en-US" altLang="nl-NL" sz="2000" dirty="0">
                <a:sym typeface="Wingdings" panose="05000000000000000000" pitchFamily="2" charset="2"/>
              </a:rPr>
              <a:t>	Coefficients e</a:t>
            </a:r>
            <a:r>
              <a:rPr lang="en-US" altLang="nl-NL" sz="2000" dirty="0"/>
              <a:t>valuated by means of an efficient procedure</a:t>
            </a:r>
          </a:p>
          <a:p>
            <a:pPr>
              <a:lnSpc>
                <a:spcPct val="95000"/>
              </a:lnSpc>
              <a:buFontTx/>
              <a:buNone/>
            </a:pPr>
            <a:r>
              <a:rPr lang="en-US" altLang="nl-NL" sz="2000" dirty="0"/>
              <a:t> </a:t>
            </a:r>
          </a:p>
        </p:txBody>
      </p:sp>
      <mc:AlternateContent xmlns:mc="http://schemas.openxmlformats.org/markup-compatibility/2006" xmlns:a14="http://schemas.microsoft.com/office/drawing/2010/main">
        <mc:Choice Requires="a14">
          <p:sp>
            <p:nvSpPr>
              <p:cNvPr id="13" name="Object 5">
                <a:extLst>
                  <a:ext uri="{FF2B5EF4-FFF2-40B4-BE49-F238E27FC236}">
                    <a16:creationId xmlns:a16="http://schemas.microsoft.com/office/drawing/2014/main" id="{F5B849FE-3ADE-63B6-0193-2804B84BC768}"/>
                  </a:ext>
                </a:extLst>
              </p:cNvPr>
              <p:cNvSpPr txBox="1"/>
              <p:nvPr/>
            </p:nvSpPr>
            <p:spPr bwMode="auto">
              <a:xfrm>
                <a:off x="8411556" y="3491457"/>
                <a:ext cx="307975" cy="527050"/>
              </a:xfrm>
              <a:prstGeom prst="rect">
                <a:avLst/>
              </a:prstGeom>
              <a:noFill/>
              <a:ln>
                <a:noFill/>
              </a:ln>
              <a:effectLst/>
            </p:spPr>
            <p:txBody>
              <a:bodyPr>
                <a:normAutofit fontScale="70000" lnSpcReduction="20000"/>
              </a:bodyPr>
              <a:lstStyle/>
              <a:p>
                <a:pPr/>
                <a14:m>
                  <m:oMathPara xmlns:m="http://schemas.openxmlformats.org/officeDocument/2006/math">
                    <m:oMathParaPr>
                      <m:jc m:val="left"/>
                    </m:oMathParaPr>
                    <m:oMath xmlns:m="http://schemas.openxmlformats.org/officeDocument/2006/math">
                      <m:d>
                        <m:dPr>
                          <m:ctrlPr>
                            <a:rPr lang="it-IT" i="1">
                              <a:solidFill>
                                <a:srgbClr val="000000"/>
                              </a:solidFill>
                              <a:latin typeface="Cambria Math" panose="02040503050406030204" pitchFamily="18" charset="0"/>
                            </a:rPr>
                          </m:ctrlPr>
                        </m:dPr>
                        <m:e>
                          <m:m>
                            <m:mPr>
                              <m:plcHide m:val="on"/>
                              <m:mcs>
                                <m:mc>
                                  <m:mcPr>
                                    <m:count m:val="1"/>
                                    <m:mcJc m:val="center"/>
                                  </m:mcPr>
                                </m:mc>
                              </m:mcs>
                              <m:ctrlPr>
                                <a:rPr lang="it-IT" i="1">
                                  <a:solidFill>
                                    <a:srgbClr val="000000"/>
                                  </a:solidFill>
                                  <a:latin typeface="Cambria Math" panose="02040503050406030204" pitchFamily="18" charset="0"/>
                                </a:rPr>
                              </m:ctrlPr>
                            </m:mPr>
                            <m:mr>
                              <m:e>
                                <m:r>
                                  <a:rPr lang="it-IT" i="1">
                                    <a:solidFill>
                                      <a:srgbClr val="000000"/>
                                    </a:solidFill>
                                    <a:latin typeface="Cambria Math" panose="02040503050406030204" pitchFamily="18" charset="0"/>
                                  </a:rPr>
                                  <m:t>𝑛</m:t>
                                </m:r>
                              </m:e>
                            </m:mr>
                            <m:mr>
                              <m:e>
                                <m:r>
                                  <a:rPr lang="it-IT" i="1">
                                    <a:solidFill>
                                      <a:srgbClr val="000000"/>
                                    </a:solidFill>
                                    <a:latin typeface="Cambria Math" panose="02040503050406030204" pitchFamily="18" charset="0"/>
                                  </a:rPr>
                                  <m:t>4</m:t>
                                </m:r>
                              </m:e>
                            </m:mr>
                          </m:m>
                        </m:e>
                      </m:d>
                    </m:oMath>
                  </m:oMathPara>
                </a14:m>
                <a:endParaRPr lang="it-IT" dirty="0"/>
              </a:p>
            </p:txBody>
          </p:sp>
        </mc:Choice>
        <mc:Fallback xmlns="">
          <p:sp>
            <p:nvSpPr>
              <p:cNvPr id="13" name="Object 5">
                <a:extLst>
                  <a:ext uri="{FF2B5EF4-FFF2-40B4-BE49-F238E27FC236}">
                    <a16:creationId xmlns:a16="http://schemas.microsoft.com/office/drawing/2014/main" id="{F5B849FE-3ADE-63B6-0193-2804B84BC768}"/>
                  </a:ext>
                </a:extLst>
              </p:cNvPr>
              <p:cNvSpPr txBox="1">
                <a:spLocks noRot="1" noChangeAspect="1" noMove="1" noResize="1" noEditPoints="1" noAdjustHandles="1" noChangeArrowheads="1" noChangeShapeType="1" noTextEdit="1"/>
              </p:cNvSpPr>
              <p:nvPr/>
            </p:nvSpPr>
            <p:spPr bwMode="auto">
              <a:xfrm>
                <a:off x="8411556" y="3491457"/>
                <a:ext cx="307975" cy="527050"/>
              </a:xfrm>
              <a:prstGeom prst="rect">
                <a:avLst/>
              </a:prstGeom>
              <a:blipFill>
                <a:blip r:embed="rId15"/>
                <a:stretch>
                  <a:fillRect r="-10000"/>
                </a:stretch>
              </a:blipFill>
              <a:ln>
                <a:noFill/>
              </a:ln>
              <a:effectLst/>
            </p:spPr>
            <p:txBody>
              <a:bodyPr/>
              <a:lstStyle/>
              <a:p>
                <a:r>
                  <a:rPr lang="it-IT">
                    <a:noFill/>
                  </a:rPr>
                  <a:t> </a:t>
                </a:r>
              </a:p>
            </p:txBody>
          </p:sp>
        </mc:Fallback>
      </mc:AlternateContent>
      <p:graphicFrame>
        <p:nvGraphicFramePr>
          <p:cNvPr id="14" name="Object 7">
            <a:extLst>
              <a:ext uri="{FF2B5EF4-FFF2-40B4-BE49-F238E27FC236}">
                <a16:creationId xmlns:a16="http://schemas.microsoft.com/office/drawing/2014/main" id="{E75D445B-2D8D-D006-A6BF-824983EA83DE}"/>
              </a:ext>
            </a:extLst>
          </p:cNvPr>
          <p:cNvGraphicFramePr>
            <a:graphicFrameLocks noChangeAspect="1"/>
          </p:cNvGraphicFramePr>
          <p:nvPr>
            <p:custDataLst>
              <p:tags r:id="rId4"/>
            </p:custDataLst>
            <p:extLst>
              <p:ext uri="{D42A27DB-BD31-4B8C-83A1-F6EECF244321}">
                <p14:modId xmlns:p14="http://schemas.microsoft.com/office/powerpoint/2010/main" val="1708319484"/>
              </p:ext>
            </p:extLst>
          </p:nvPr>
        </p:nvGraphicFramePr>
        <p:xfrm>
          <a:off x="6744733" y="5127137"/>
          <a:ext cx="4413250" cy="366713"/>
        </p:xfrm>
        <a:graphic>
          <a:graphicData uri="http://schemas.openxmlformats.org/presentationml/2006/ole">
            <mc:AlternateContent xmlns:mc="http://schemas.openxmlformats.org/markup-compatibility/2006">
              <mc:Choice xmlns:v="urn:schemas-microsoft-com:vml" Requires="v">
                <p:oleObj name="Equation" r:id="rId16" imgW="2451100" imgH="203200" progId="Equation.3">
                  <p:embed/>
                </p:oleObj>
              </mc:Choice>
              <mc:Fallback>
                <p:oleObj name="Equation" r:id="rId16" imgW="2451100" imgH="203200" progId="Equation.3">
                  <p:embed/>
                  <p:pic>
                    <p:nvPicPr>
                      <p:cNvPr id="58375" name="Object 7">
                        <a:extLst>
                          <a:ext uri="{FF2B5EF4-FFF2-40B4-BE49-F238E27FC236}">
                            <a16:creationId xmlns:a16="http://schemas.microsoft.com/office/drawing/2014/main" id="{714D20D5-14AC-73A2-C011-7B418895E652}"/>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744733" y="5127137"/>
                        <a:ext cx="4413250"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 name="Object 8">
            <a:extLst>
              <a:ext uri="{FF2B5EF4-FFF2-40B4-BE49-F238E27FC236}">
                <a16:creationId xmlns:a16="http://schemas.microsoft.com/office/drawing/2014/main" id="{DE2E8D30-A1AC-6BB6-782B-09738C76C5FD}"/>
              </a:ext>
            </a:extLst>
          </p:cNvPr>
          <p:cNvGraphicFramePr>
            <a:graphicFrameLocks noChangeAspect="1"/>
          </p:cNvGraphicFramePr>
          <p:nvPr>
            <p:custDataLst>
              <p:tags r:id="rId5"/>
            </p:custDataLst>
            <p:extLst>
              <p:ext uri="{D42A27DB-BD31-4B8C-83A1-F6EECF244321}">
                <p14:modId xmlns:p14="http://schemas.microsoft.com/office/powerpoint/2010/main" val="2390305449"/>
              </p:ext>
            </p:extLst>
          </p:nvPr>
        </p:nvGraphicFramePr>
        <p:xfrm>
          <a:off x="6766950" y="5649425"/>
          <a:ext cx="5327650" cy="349250"/>
        </p:xfrm>
        <a:graphic>
          <a:graphicData uri="http://schemas.openxmlformats.org/presentationml/2006/ole">
            <mc:AlternateContent xmlns:mc="http://schemas.openxmlformats.org/markup-compatibility/2006">
              <mc:Choice xmlns:v="urn:schemas-microsoft-com:vml" Requires="v">
                <p:oleObj name="Equation" r:id="rId18" imgW="2667000" imgH="203200" progId="Equation.3">
                  <p:embed/>
                </p:oleObj>
              </mc:Choice>
              <mc:Fallback>
                <p:oleObj name="Equation" r:id="rId18" imgW="2667000" imgH="203200" progId="Equation.3">
                  <p:embed/>
                  <p:pic>
                    <p:nvPicPr>
                      <p:cNvPr id="58376" name="Object 8">
                        <a:extLst>
                          <a:ext uri="{FF2B5EF4-FFF2-40B4-BE49-F238E27FC236}">
                            <a16:creationId xmlns:a16="http://schemas.microsoft.com/office/drawing/2014/main" id="{0BA6AD8A-866D-9E85-7FDF-5D6C29D7A363}"/>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766950" y="5649425"/>
                        <a:ext cx="5327650"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 name="AutoShape 9">
            <a:extLst>
              <a:ext uri="{FF2B5EF4-FFF2-40B4-BE49-F238E27FC236}">
                <a16:creationId xmlns:a16="http://schemas.microsoft.com/office/drawing/2014/main" id="{977AD674-EF21-A2DE-3BDE-E2EAB6AB0072}"/>
              </a:ext>
            </a:extLst>
          </p:cNvPr>
          <p:cNvSpPr>
            <a:spLocks noChangeArrowheads="1"/>
          </p:cNvSpPr>
          <p:nvPr>
            <p:custDataLst>
              <p:tags r:id="rId6"/>
            </p:custDataLst>
          </p:nvPr>
        </p:nvSpPr>
        <p:spPr bwMode="auto">
          <a:xfrm>
            <a:off x="6955863" y="5143012"/>
            <a:ext cx="323850" cy="287338"/>
          </a:xfrm>
          <a:prstGeom prst="roundRect">
            <a:avLst>
              <a:gd name="adj" fmla="val 16667"/>
            </a:avLst>
          </a:prstGeom>
          <a:solidFill>
            <a:srgbClr val="008000">
              <a:alpha val="10196"/>
            </a:srgbClr>
          </a:solidFill>
          <a:ln w="15875">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05000"/>
              </a:lnSpc>
              <a:spcBef>
                <a:spcPct val="20000"/>
              </a:spcBef>
              <a:buSzPct val="100000"/>
              <a:buChar char="•"/>
              <a:defRPr sz="2000">
                <a:solidFill>
                  <a:srgbClr val="000000"/>
                </a:solidFill>
                <a:latin typeface="Arial" panose="020B0604020202020204" pitchFamily="34" charset="0"/>
              </a:defRPr>
            </a:lvl1pPr>
            <a:lvl2pPr marL="742950" indent="-285750">
              <a:lnSpc>
                <a:spcPct val="105000"/>
              </a:lnSpc>
              <a:spcBef>
                <a:spcPct val="20000"/>
              </a:spcBef>
              <a:buSzPct val="100000"/>
              <a:buChar char="–"/>
              <a:defRPr sz="2000">
                <a:solidFill>
                  <a:srgbClr val="000000"/>
                </a:solidFill>
                <a:latin typeface="Arial" panose="020B0604020202020204" pitchFamily="34" charset="0"/>
              </a:defRPr>
            </a:lvl2pPr>
            <a:lvl3pPr marL="1143000" indent="-228600">
              <a:lnSpc>
                <a:spcPct val="105000"/>
              </a:lnSpc>
              <a:spcBef>
                <a:spcPct val="20000"/>
              </a:spcBef>
              <a:buSzPct val="100000"/>
              <a:buChar char="•"/>
              <a:defRPr>
                <a:solidFill>
                  <a:srgbClr val="000000"/>
                </a:solidFill>
                <a:latin typeface="Arial" panose="020B0604020202020204" pitchFamily="34" charset="0"/>
              </a:defRPr>
            </a:lvl3pPr>
            <a:lvl4pPr marL="1600200" indent="-228600">
              <a:lnSpc>
                <a:spcPct val="105000"/>
              </a:lnSpc>
              <a:spcBef>
                <a:spcPct val="20000"/>
              </a:spcBef>
              <a:buSzPct val="100000"/>
              <a:buChar char="–"/>
              <a:defRPr sz="1600">
                <a:solidFill>
                  <a:srgbClr val="000000"/>
                </a:solidFill>
                <a:latin typeface="Arial" panose="020B0604020202020204" pitchFamily="34" charset="0"/>
              </a:defRPr>
            </a:lvl4pPr>
            <a:lvl5pPr marL="2057400" indent="-228600">
              <a:lnSpc>
                <a:spcPct val="105000"/>
              </a:lnSpc>
              <a:spcBef>
                <a:spcPct val="20000"/>
              </a:spcBef>
              <a:buSzPct val="100000"/>
              <a:buChar char="–"/>
              <a:defRPr sz="16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algn="ctr" eaLnBrk="1" hangingPunct="1">
              <a:lnSpc>
                <a:spcPct val="100000"/>
              </a:lnSpc>
              <a:spcBef>
                <a:spcPct val="0"/>
              </a:spcBef>
              <a:buSzTx/>
              <a:buFontTx/>
              <a:buNone/>
            </a:pPr>
            <a:endParaRPr lang="en-GB" altLang="nl-NL"/>
          </a:p>
        </p:txBody>
      </p:sp>
      <p:sp>
        <p:nvSpPr>
          <p:cNvPr id="17" name="AutoShape 10">
            <a:extLst>
              <a:ext uri="{FF2B5EF4-FFF2-40B4-BE49-F238E27FC236}">
                <a16:creationId xmlns:a16="http://schemas.microsoft.com/office/drawing/2014/main" id="{DA20DB83-A181-E276-E504-7E8059D37747}"/>
              </a:ext>
            </a:extLst>
          </p:cNvPr>
          <p:cNvSpPr>
            <a:spLocks noChangeArrowheads="1"/>
          </p:cNvSpPr>
          <p:nvPr>
            <p:custDataLst>
              <p:tags r:id="rId7"/>
            </p:custDataLst>
          </p:nvPr>
        </p:nvSpPr>
        <p:spPr bwMode="auto">
          <a:xfrm>
            <a:off x="8256025" y="5146187"/>
            <a:ext cx="323850" cy="287338"/>
          </a:xfrm>
          <a:prstGeom prst="roundRect">
            <a:avLst>
              <a:gd name="adj" fmla="val 16667"/>
            </a:avLst>
          </a:prstGeom>
          <a:solidFill>
            <a:srgbClr val="008000">
              <a:alpha val="10196"/>
            </a:srgbClr>
          </a:solidFill>
          <a:ln w="15875">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05000"/>
              </a:lnSpc>
              <a:spcBef>
                <a:spcPct val="20000"/>
              </a:spcBef>
              <a:buSzPct val="100000"/>
              <a:buChar char="•"/>
              <a:defRPr sz="2000">
                <a:solidFill>
                  <a:srgbClr val="000000"/>
                </a:solidFill>
                <a:latin typeface="Arial" panose="020B0604020202020204" pitchFamily="34" charset="0"/>
              </a:defRPr>
            </a:lvl1pPr>
            <a:lvl2pPr marL="742950" indent="-285750">
              <a:lnSpc>
                <a:spcPct val="105000"/>
              </a:lnSpc>
              <a:spcBef>
                <a:spcPct val="20000"/>
              </a:spcBef>
              <a:buSzPct val="100000"/>
              <a:buChar char="–"/>
              <a:defRPr sz="2000">
                <a:solidFill>
                  <a:srgbClr val="000000"/>
                </a:solidFill>
                <a:latin typeface="Arial" panose="020B0604020202020204" pitchFamily="34" charset="0"/>
              </a:defRPr>
            </a:lvl2pPr>
            <a:lvl3pPr marL="1143000" indent="-228600">
              <a:lnSpc>
                <a:spcPct val="105000"/>
              </a:lnSpc>
              <a:spcBef>
                <a:spcPct val="20000"/>
              </a:spcBef>
              <a:buSzPct val="100000"/>
              <a:buChar char="•"/>
              <a:defRPr>
                <a:solidFill>
                  <a:srgbClr val="000000"/>
                </a:solidFill>
                <a:latin typeface="Arial" panose="020B0604020202020204" pitchFamily="34" charset="0"/>
              </a:defRPr>
            </a:lvl3pPr>
            <a:lvl4pPr marL="1600200" indent="-228600">
              <a:lnSpc>
                <a:spcPct val="105000"/>
              </a:lnSpc>
              <a:spcBef>
                <a:spcPct val="20000"/>
              </a:spcBef>
              <a:buSzPct val="100000"/>
              <a:buChar char="–"/>
              <a:defRPr sz="1600">
                <a:solidFill>
                  <a:srgbClr val="000000"/>
                </a:solidFill>
                <a:latin typeface="Arial" panose="020B0604020202020204" pitchFamily="34" charset="0"/>
              </a:defRPr>
            </a:lvl4pPr>
            <a:lvl5pPr marL="2057400" indent="-228600">
              <a:lnSpc>
                <a:spcPct val="105000"/>
              </a:lnSpc>
              <a:spcBef>
                <a:spcPct val="20000"/>
              </a:spcBef>
              <a:buSzPct val="100000"/>
              <a:buChar char="–"/>
              <a:defRPr sz="16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algn="ctr" eaLnBrk="1" hangingPunct="1">
              <a:lnSpc>
                <a:spcPct val="100000"/>
              </a:lnSpc>
              <a:spcBef>
                <a:spcPct val="0"/>
              </a:spcBef>
              <a:buSzTx/>
              <a:buFontTx/>
              <a:buNone/>
            </a:pPr>
            <a:endParaRPr lang="en-GB" altLang="nl-NL"/>
          </a:p>
        </p:txBody>
      </p:sp>
      <p:sp>
        <p:nvSpPr>
          <p:cNvPr id="18" name="AutoShape 11">
            <a:extLst>
              <a:ext uri="{FF2B5EF4-FFF2-40B4-BE49-F238E27FC236}">
                <a16:creationId xmlns:a16="http://schemas.microsoft.com/office/drawing/2014/main" id="{5D496228-E284-B958-0031-E5E4CB3F9E4C}"/>
              </a:ext>
            </a:extLst>
          </p:cNvPr>
          <p:cNvSpPr>
            <a:spLocks noChangeArrowheads="1"/>
          </p:cNvSpPr>
          <p:nvPr>
            <p:custDataLst>
              <p:tags r:id="rId8"/>
            </p:custDataLst>
          </p:nvPr>
        </p:nvSpPr>
        <p:spPr bwMode="auto">
          <a:xfrm>
            <a:off x="9573650" y="5146187"/>
            <a:ext cx="323850" cy="287338"/>
          </a:xfrm>
          <a:prstGeom prst="roundRect">
            <a:avLst>
              <a:gd name="adj" fmla="val 16667"/>
            </a:avLst>
          </a:prstGeom>
          <a:solidFill>
            <a:srgbClr val="008000">
              <a:alpha val="10196"/>
            </a:srgbClr>
          </a:solidFill>
          <a:ln w="15875">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05000"/>
              </a:lnSpc>
              <a:spcBef>
                <a:spcPct val="20000"/>
              </a:spcBef>
              <a:buSzPct val="100000"/>
              <a:buChar char="•"/>
              <a:defRPr sz="2000">
                <a:solidFill>
                  <a:srgbClr val="000000"/>
                </a:solidFill>
                <a:latin typeface="Arial" panose="020B0604020202020204" pitchFamily="34" charset="0"/>
              </a:defRPr>
            </a:lvl1pPr>
            <a:lvl2pPr marL="742950" indent="-285750">
              <a:lnSpc>
                <a:spcPct val="105000"/>
              </a:lnSpc>
              <a:spcBef>
                <a:spcPct val="20000"/>
              </a:spcBef>
              <a:buSzPct val="100000"/>
              <a:buChar char="–"/>
              <a:defRPr sz="2000">
                <a:solidFill>
                  <a:srgbClr val="000000"/>
                </a:solidFill>
                <a:latin typeface="Arial" panose="020B0604020202020204" pitchFamily="34" charset="0"/>
              </a:defRPr>
            </a:lvl2pPr>
            <a:lvl3pPr marL="1143000" indent="-228600">
              <a:lnSpc>
                <a:spcPct val="105000"/>
              </a:lnSpc>
              <a:spcBef>
                <a:spcPct val="20000"/>
              </a:spcBef>
              <a:buSzPct val="100000"/>
              <a:buChar char="•"/>
              <a:defRPr>
                <a:solidFill>
                  <a:srgbClr val="000000"/>
                </a:solidFill>
                <a:latin typeface="Arial" panose="020B0604020202020204" pitchFamily="34" charset="0"/>
              </a:defRPr>
            </a:lvl3pPr>
            <a:lvl4pPr marL="1600200" indent="-228600">
              <a:lnSpc>
                <a:spcPct val="105000"/>
              </a:lnSpc>
              <a:spcBef>
                <a:spcPct val="20000"/>
              </a:spcBef>
              <a:buSzPct val="100000"/>
              <a:buChar char="–"/>
              <a:defRPr sz="1600">
                <a:solidFill>
                  <a:srgbClr val="000000"/>
                </a:solidFill>
                <a:latin typeface="Arial" panose="020B0604020202020204" pitchFamily="34" charset="0"/>
              </a:defRPr>
            </a:lvl4pPr>
            <a:lvl5pPr marL="2057400" indent="-228600">
              <a:lnSpc>
                <a:spcPct val="105000"/>
              </a:lnSpc>
              <a:spcBef>
                <a:spcPct val="20000"/>
              </a:spcBef>
              <a:buSzPct val="100000"/>
              <a:buChar char="–"/>
              <a:defRPr sz="16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algn="ctr" eaLnBrk="1" hangingPunct="1">
              <a:lnSpc>
                <a:spcPct val="100000"/>
              </a:lnSpc>
              <a:spcBef>
                <a:spcPct val="0"/>
              </a:spcBef>
              <a:buSzTx/>
              <a:buFontTx/>
              <a:buNone/>
            </a:pPr>
            <a:endParaRPr lang="en-GB" altLang="nl-NL"/>
          </a:p>
        </p:txBody>
      </p:sp>
      <p:sp>
        <p:nvSpPr>
          <p:cNvPr id="19" name="AutoShape 12">
            <a:extLst>
              <a:ext uri="{FF2B5EF4-FFF2-40B4-BE49-F238E27FC236}">
                <a16:creationId xmlns:a16="http://schemas.microsoft.com/office/drawing/2014/main" id="{9ABE75C7-8361-0414-5D50-E27D969C6658}"/>
              </a:ext>
            </a:extLst>
          </p:cNvPr>
          <p:cNvSpPr>
            <a:spLocks noChangeArrowheads="1"/>
          </p:cNvSpPr>
          <p:nvPr>
            <p:custDataLst>
              <p:tags r:id="rId9"/>
            </p:custDataLst>
          </p:nvPr>
        </p:nvSpPr>
        <p:spPr bwMode="auto">
          <a:xfrm>
            <a:off x="7216213" y="5660537"/>
            <a:ext cx="323850" cy="287338"/>
          </a:xfrm>
          <a:prstGeom prst="roundRect">
            <a:avLst>
              <a:gd name="adj" fmla="val 16667"/>
            </a:avLst>
          </a:prstGeom>
          <a:solidFill>
            <a:srgbClr val="008000">
              <a:alpha val="10196"/>
            </a:srgbClr>
          </a:solidFill>
          <a:ln w="15875">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05000"/>
              </a:lnSpc>
              <a:spcBef>
                <a:spcPct val="20000"/>
              </a:spcBef>
              <a:buSzPct val="100000"/>
              <a:buChar char="•"/>
              <a:defRPr sz="2000">
                <a:solidFill>
                  <a:srgbClr val="000000"/>
                </a:solidFill>
                <a:latin typeface="Arial" panose="020B0604020202020204" pitchFamily="34" charset="0"/>
              </a:defRPr>
            </a:lvl1pPr>
            <a:lvl2pPr marL="742950" indent="-285750">
              <a:lnSpc>
                <a:spcPct val="105000"/>
              </a:lnSpc>
              <a:spcBef>
                <a:spcPct val="20000"/>
              </a:spcBef>
              <a:buSzPct val="100000"/>
              <a:buChar char="–"/>
              <a:defRPr sz="2000">
                <a:solidFill>
                  <a:srgbClr val="000000"/>
                </a:solidFill>
                <a:latin typeface="Arial" panose="020B0604020202020204" pitchFamily="34" charset="0"/>
              </a:defRPr>
            </a:lvl2pPr>
            <a:lvl3pPr marL="1143000" indent="-228600">
              <a:lnSpc>
                <a:spcPct val="105000"/>
              </a:lnSpc>
              <a:spcBef>
                <a:spcPct val="20000"/>
              </a:spcBef>
              <a:buSzPct val="100000"/>
              <a:buChar char="•"/>
              <a:defRPr>
                <a:solidFill>
                  <a:srgbClr val="000000"/>
                </a:solidFill>
                <a:latin typeface="Arial" panose="020B0604020202020204" pitchFamily="34" charset="0"/>
              </a:defRPr>
            </a:lvl3pPr>
            <a:lvl4pPr marL="1600200" indent="-228600">
              <a:lnSpc>
                <a:spcPct val="105000"/>
              </a:lnSpc>
              <a:spcBef>
                <a:spcPct val="20000"/>
              </a:spcBef>
              <a:buSzPct val="100000"/>
              <a:buChar char="–"/>
              <a:defRPr sz="1600">
                <a:solidFill>
                  <a:srgbClr val="000000"/>
                </a:solidFill>
                <a:latin typeface="Arial" panose="020B0604020202020204" pitchFamily="34" charset="0"/>
              </a:defRPr>
            </a:lvl4pPr>
            <a:lvl5pPr marL="2057400" indent="-228600">
              <a:lnSpc>
                <a:spcPct val="105000"/>
              </a:lnSpc>
              <a:spcBef>
                <a:spcPct val="20000"/>
              </a:spcBef>
              <a:buSzPct val="100000"/>
              <a:buChar char="–"/>
              <a:defRPr sz="16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algn="ctr" eaLnBrk="1" hangingPunct="1">
              <a:lnSpc>
                <a:spcPct val="100000"/>
              </a:lnSpc>
              <a:spcBef>
                <a:spcPct val="0"/>
              </a:spcBef>
              <a:buSzTx/>
              <a:buFontTx/>
              <a:buNone/>
            </a:pPr>
            <a:endParaRPr lang="en-GB" altLang="nl-NL"/>
          </a:p>
        </p:txBody>
      </p:sp>
      <p:sp>
        <p:nvSpPr>
          <p:cNvPr id="20" name="AutoShape 13">
            <a:extLst>
              <a:ext uri="{FF2B5EF4-FFF2-40B4-BE49-F238E27FC236}">
                <a16:creationId xmlns:a16="http://schemas.microsoft.com/office/drawing/2014/main" id="{781FCF7C-9743-DEC0-43BA-39EFFD3FA9B1}"/>
              </a:ext>
            </a:extLst>
          </p:cNvPr>
          <p:cNvSpPr>
            <a:spLocks noChangeArrowheads="1"/>
          </p:cNvSpPr>
          <p:nvPr>
            <p:custDataLst>
              <p:tags r:id="rId10"/>
            </p:custDataLst>
          </p:nvPr>
        </p:nvSpPr>
        <p:spPr bwMode="auto">
          <a:xfrm>
            <a:off x="8918013" y="5651012"/>
            <a:ext cx="323850" cy="287338"/>
          </a:xfrm>
          <a:prstGeom prst="roundRect">
            <a:avLst>
              <a:gd name="adj" fmla="val 16667"/>
            </a:avLst>
          </a:prstGeom>
          <a:solidFill>
            <a:srgbClr val="008000">
              <a:alpha val="10196"/>
            </a:srgbClr>
          </a:solidFill>
          <a:ln w="15875">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05000"/>
              </a:lnSpc>
              <a:spcBef>
                <a:spcPct val="20000"/>
              </a:spcBef>
              <a:buSzPct val="100000"/>
              <a:buChar char="•"/>
              <a:defRPr sz="2000">
                <a:solidFill>
                  <a:srgbClr val="000000"/>
                </a:solidFill>
                <a:latin typeface="Arial" panose="020B0604020202020204" pitchFamily="34" charset="0"/>
              </a:defRPr>
            </a:lvl1pPr>
            <a:lvl2pPr marL="742950" indent="-285750">
              <a:lnSpc>
                <a:spcPct val="105000"/>
              </a:lnSpc>
              <a:spcBef>
                <a:spcPct val="20000"/>
              </a:spcBef>
              <a:buSzPct val="100000"/>
              <a:buChar char="–"/>
              <a:defRPr sz="2000">
                <a:solidFill>
                  <a:srgbClr val="000000"/>
                </a:solidFill>
                <a:latin typeface="Arial" panose="020B0604020202020204" pitchFamily="34" charset="0"/>
              </a:defRPr>
            </a:lvl2pPr>
            <a:lvl3pPr marL="1143000" indent="-228600">
              <a:lnSpc>
                <a:spcPct val="105000"/>
              </a:lnSpc>
              <a:spcBef>
                <a:spcPct val="20000"/>
              </a:spcBef>
              <a:buSzPct val="100000"/>
              <a:buChar char="•"/>
              <a:defRPr>
                <a:solidFill>
                  <a:srgbClr val="000000"/>
                </a:solidFill>
                <a:latin typeface="Arial" panose="020B0604020202020204" pitchFamily="34" charset="0"/>
              </a:defRPr>
            </a:lvl3pPr>
            <a:lvl4pPr marL="1600200" indent="-228600">
              <a:lnSpc>
                <a:spcPct val="105000"/>
              </a:lnSpc>
              <a:spcBef>
                <a:spcPct val="20000"/>
              </a:spcBef>
              <a:buSzPct val="100000"/>
              <a:buChar char="–"/>
              <a:defRPr sz="1600">
                <a:solidFill>
                  <a:srgbClr val="000000"/>
                </a:solidFill>
                <a:latin typeface="Arial" panose="020B0604020202020204" pitchFamily="34" charset="0"/>
              </a:defRPr>
            </a:lvl4pPr>
            <a:lvl5pPr marL="2057400" indent="-228600">
              <a:lnSpc>
                <a:spcPct val="105000"/>
              </a:lnSpc>
              <a:spcBef>
                <a:spcPct val="20000"/>
              </a:spcBef>
              <a:buSzPct val="100000"/>
              <a:buChar char="–"/>
              <a:defRPr sz="16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algn="ctr" eaLnBrk="1" hangingPunct="1">
              <a:lnSpc>
                <a:spcPct val="100000"/>
              </a:lnSpc>
              <a:spcBef>
                <a:spcPct val="0"/>
              </a:spcBef>
              <a:buSzTx/>
              <a:buFontTx/>
              <a:buNone/>
            </a:pPr>
            <a:endParaRPr lang="en-GB" altLang="nl-NL"/>
          </a:p>
        </p:txBody>
      </p:sp>
      <p:sp>
        <p:nvSpPr>
          <p:cNvPr id="21" name="AutoShape 14">
            <a:extLst>
              <a:ext uri="{FF2B5EF4-FFF2-40B4-BE49-F238E27FC236}">
                <a16:creationId xmlns:a16="http://schemas.microsoft.com/office/drawing/2014/main" id="{6D422B75-46CA-E204-0056-A274753AE1A1}"/>
              </a:ext>
            </a:extLst>
          </p:cNvPr>
          <p:cNvSpPr>
            <a:spLocks noChangeArrowheads="1"/>
          </p:cNvSpPr>
          <p:nvPr>
            <p:custDataLst>
              <p:tags r:id="rId11"/>
            </p:custDataLst>
          </p:nvPr>
        </p:nvSpPr>
        <p:spPr bwMode="auto">
          <a:xfrm>
            <a:off x="10630925" y="5660537"/>
            <a:ext cx="323850" cy="287338"/>
          </a:xfrm>
          <a:prstGeom prst="roundRect">
            <a:avLst>
              <a:gd name="adj" fmla="val 16667"/>
            </a:avLst>
          </a:prstGeom>
          <a:solidFill>
            <a:srgbClr val="008000">
              <a:alpha val="10196"/>
            </a:srgbClr>
          </a:solidFill>
          <a:ln w="15875">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05000"/>
              </a:lnSpc>
              <a:spcBef>
                <a:spcPct val="20000"/>
              </a:spcBef>
              <a:buSzPct val="100000"/>
              <a:buChar char="•"/>
              <a:defRPr sz="2000">
                <a:solidFill>
                  <a:srgbClr val="000000"/>
                </a:solidFill>
                <a:latin typeface="Arial" panose="020B0604020202020204" pitchFamily="34" charset="0"/>
              </a:defRPr>
            </a:lvl1pPr>
            <a:lvl2pPr marL="742950" indent="-285750">
              <a:lnSpc>
                <a:spcPct val="105000"/>
              </a:lnSpc>
              <a:spcBef>
                <a:spcPct val="20000"/>
              </a:spcBef>
              <a:buSzPct val="100000"/>
              <a:buChar char="–"/>
              <a:defRPr sz="2000">
                <a:solidFill>
                  <a:srgbClr val="000000"/>
                </a:solidFill>
                <a:latin typeface="Arial" panose="020B0604020202020204" pitchFamily="34" charset="0"/>
              </a:defRPr>
            </a:lvl2pPr>
            <a:lvl3pPr marL="1143000" indent="-228600">
              <a:lnSpc>
                <a:spcPct val="105000"/>
              </a:lnSpc>
              <a:spcBef>
                <a:spcPct val="20000"/>
              </a:spcBef>
              <a:buSzPct val="100000"/>
              <a:buChar char="•"/>
              <a:defRPr>
                <a:solidFill>
                  <a:srgbClr val="000000"/>
                </a:solidFill>
                <a:latin typeface="Arial" panose="020B0604020202020204" pitchFamily="34" charset="0"/>
              </a:defRPr>
            </a:lvl3pPr>
            <a:lvl4pPr marL="1600200" indent="-228600">
              <a:lnSpc>
                <a:spcPct val="105000"/>
              </a:lnSpc>
              <a:spcBef>
                <a:spcPct val="20000"/>
              </a:spcBef>
              <a:buSzPct val="100000"/>
              <a:buChar char="–"/>
              <a:defRPr sz="1600">
                <a:solidFill>
                  <a:srgbClr val="000000"/>
                </a:solidFill>
                <a:latin typeface="Arial" panose="020B0604020202020204" pitchFamily="34" charset="0"/>
              </a:defRPr>
            </a:lvl4pPr>
            <a:lvl5pPr marL="2057400" indent="-228600">
              <a:lnSpc>
                <a:spcPct val="105000"/>
              </a:lnSpc>
              <a:spcBef>
                <a:spcPct val="20000"/>
              </a:spcBef>
              <a:buSzPct val="100000"/>
              <a:buChar char="–"/>
              <a:defRPr sz="16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algn="ctr" eaLnBrk="1" hangingPunct="1">
              <a:lnSpc>
                <a:spcPct val="100000"/>
              </a:lnSpc>
              <a:spcBef>
                <a:spcPct val="0"/>
              </a:spcBef>
              <a:buSzTx/>
              <a:buFontTx/>
              <a:buNone/>
            </a:pPr>
            <a:endParaRPr lang="en-GB" altLang="nl-NL"/>
          </a:p>
        </p:txBody>
      </p:sp>
    </p:spTree>
    <p:extLst>
      <p:ext uri="{BB962C8B-B14F-4D97-AF65-F5344CB8AC3E}">
        <p14:creationId xmlns:p14="http://schemas.microsoft.com/office/powerpoint/2010/main" val="2899481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6" grpId="0" animBg="1"/>
      <p:bldP spid="17" grpId="0" animBg="1"/>
      <p:bldP spid="18" grpId="0" animBg="1"/>
      <p:bldP spid="19" grpId="0" animBg="1"/>
      <p:bldP spid="20" grpId="0" animBg="1"/>
      <p:bldP spid="21"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430" name="Picture 2" descr="obj">
            <a:extLst>
              <a:ext uri="{FF2B5EF4-FFF2-40B4-BE49-F238E27FC236}">
                <a16:creationId xmlns:a16="http://schemas.microsoft.com/office/drawing/2014/main" id="{70CFEBED-81DC-4C30-0471-84FC576B1B94}"/>
              </a:ext>
            </a:extLst>
          </p:cNvPr>
          <p:cNvPicPr>
            <a:picLocks noChangeAspect="1" noChangeArrowheads="1"/>
          </p:cNvPicPr>
          <p:nvPr>
            <p:custDataLst>
              <p:tags r:id="rId2"/>
            </p:custDataLst>
          </p:nvPr>
        </p:nvPicPr>
        <p:blipFill>
          <a:blip r:embed="rId17">
            <a:extLst>
              <a:ext uri="{28A0092B-C50C-407E-A947-70E740481C1C}">
                <a14:useLocalDpi xmlns:a14="http://schemas.microsoft.com/office/drawing/2010/main" val="0"/>
              </a:ext>
            </a:extLst>
          </a:blip>
          <a:srcRect/>
          <a:stretch>
            <a:fillRect/>
          </a:stretch>
        </p:blipFill>
        <p:spPr bwMode="auto">
          <a:xfrm>
            <a:off x="6297613" y="444480"/>
            <a:ext cx="4170690" cy="5509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4">
            <a:extLst>
              <a:ext uri="{FF2B5EF4-FFF2-40B4-BE49-F238E27FC236}">
                <a16:creationId xmlns:a16="http://schemas.microsoft.com/office/drawing/2014/main" id="{1832386E-3E75-26D1-24E5-316341D88263}"/>
              </a:ext>
            </a:extLst>
          </p:cNvPr>
          <p:cNvSpPr txBox="1">
            <a:spLocks noChangeArrowheads="1"/>
          </p:cNvSpPr>
          <p:nvPr>
            <p:custDataLst>
              <p:tags r:id="rId3"/>
            </p:custDataLst>
          </p:nvPr>
        </p:nvSpPr>
        <p:spPr>
          <a:xfrm>
            <a:off x="392113" y="2776538"/>
            <a:ext cx="5475287" cy="796925"/>
          </a:xfrm>
          <a:prstGeom prst="rect">
            <a:avLst/>
          </a:prstGeom>
          <a:noFill/>
        </p:spPr>
        <p:txBody>
          <a:bodyPr/>
          <a:lstStyle>
            <a:lvl1pPr marL="228600" indent="-228600" algn="l" defTabSz="914400" rtl="0" eaLnBrk="1" latinLnBrk="0" hangingPunct="1">
              <a:lnSpc>
                <a:spcPct val="100000"/>
              </a:lnSpc>
              <a:spcBef>
                <a:spcPts val="0"/>
              </a:spcBef>
              <a:spcAft>
                <a:spcPts val="1800"/>
              </a:spcAft>
              <a:buClr>
                <a:srgbClr val="2B91C5"/>
              </a:buClr>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spcAft>
                <a:spcPts val="1800"/>
              </a:spcAft>
              <a:buClr>
                <a:srgbClr val="2B91C5"/>
              </a:buClr>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spcAft>
                <a:spcPts val="1800"/>
              </a:spcAft>
              <a:buClr>
                <a:srgbClr val="2B91C5"/>
              </a:buClr>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spcAft>
                <a:spcPts val="1800"/>
              </a:spcAft>
              <a:buClr>
                <a:srgbClr val="2B91C5"/>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spcAft>
                <a:spcPts val="1800"/>
              </a:spcAft>
              <a:buClr>
                <a:srgbClr val="2B91C5"/>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95000"/>
              </a:lnSpc>
              <a:buFontTx/>
              <a:buNone/>
            </a:pPr>
            <a:r>
              <a:rPr lang="en-US" altLang="nl-NL" dirty="0">
                <a:sym typeface="Wingdings" panose="05000000000000000000" pitchFamily="2" charset="2"/>
              </a:rPr>
              <a:t>	Coefficients e</a:t>
            </a:r>
            <a:r>
              <a:rPr lang="en-US" altLang="nl-NL" dirty="0"/>
              <a:t>valuated by means of an efficient procedure (polynomial)</a:t>
            </a:r>
          </a:p>
          <a:p>
            <a:pPr>
              <a:lnSpc>
                <a:spcPct val="95000"/>
              </a:lnSpc>
              <a:buFontTx/>
              <a:buNone/>
            </a:pPr>
            <a:endParaRPr lang="en-US" altLang="nl-NL" dirty="0"/>
          </a:p>
          <a:p>
            <a:pPr>
              <a:lnSpc>
                <a:spcPct val="95000"/>
              </a:lnSpc>
            </a:pPr>
            <a:endParaRPr lang="en-US" altLang="nl-NL" dirty="0"/>
          </a:p>
          <a:p>
            <a:pPr>
              <a:lnSpc>
                <a:spcPct val="95000"/>
              </a:lnSpc>
              <a:buFontTx/>
              <a:buNone/>
            </a:pPr>
            <a:r>
              <a:rPr lang="en-US" altLang="nl-NL" dirty="0"/>
              <a:t> </a:t>
            </a:r>
          </a:p>
        </p:txBody>
      </p:sp>
      <p:graphicFrame>
        <p:nvGraphicFramePr>
          <p:cNvPr id="3" name="Object 6">
            <a:extLst>
              <a:ext uri="{FF2B5EF4-FFF2-40B4-BE49-F238E27FC236}">
                <a16:creationId xmlns:a16="http://schemas.microsoft.com/office/drawing/2014/main" id="{0571243A-CDC0-2FFD-4C98-2A3CF0144BAF}"/>
              </a:ext>
            </a:extLst>
          </p:cNvPr>
          <p:cNvGraphicFramePr>
            <a:graphicFrameLocks noChangeAspect="1"/>
          </p:cNvGraphicFramePr>
          <p:nvPr>
            <p:custDataLst>
              <p:tags r:id="rId4"/>
            </p:custDataLst>
          </p:nvPr>
        </p:nvGraphicFramePr>
        <p:xfrm>
          <a:off x="341313" y="1196975"/>
          <a:ext cx="5507037" cy="392113"/>
        </p:xfrm>
        <a:graphic>
          <a:graphicData uri="http://schemas.openxmlformats.org/presentationml/2006/ole">
            <mc:AlternateContent xmlns:mc="http://schemas.openxmlformats.org/markup-compatibility/2006">
              <mc:Choice xmlns:v="urn:schemas-microsoft-com:vml" Requires="v">
                <p:oleObj name="Equation" r:id="rId18" imgW="3225800" imgH="228600" progId="Equation.3">
                  <p:embed/>
                </p:oleObj>
              </mc:Choice>
              <mc:Fallback>
                <p:oleObj name="Equation" r:id="rId18" imgW="3225800" imgH="228600" progId="Equation.3">
                  <p:embed/>
                  <p:pic>
                    <p:nvPicPr>
                      <p:cNvPr id="60420" name="Object 6">
                        <a:extLst>
                          <a:ext uri="{FF2B5EF4-FFF2-40B4-BE49-F238E27FC236}">
                            <a16:creationId xmlns:a16="http://schemas.microsoft.com/office/drawing/2014/main" id="{EE1B8F59-9F6F-036E-8330-A7CC82E1858D}"/>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41313" y="1196975"/>
                        <a:ext cx="5507037" cy="392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 name="Object 7">
            <a:extLst>
              <a:ext uri="{FF2B5EF4-FFF2-40B4-BE49-F238E27FC236}">
                <a16:creationId xmlns:a16="http://schemas.microsoft.com/office/drawing/2014/main" id="{81B146D1-49C0-5343-E1FB-A7B93672CDC1}"/>
              </a:ext>
            </a:extLst>
          </p:cNvPr>
          <p:cNvGraphicFramePr>
            <a:graphicFrameLocks noChangeAspect="1"/>
          </p:cNvGraphicFramePr>
          <p:nvPr>
            <p:custDataLst>
              <p:tags r:id="rId5"/>
            </p:custDataLst>
          </p:nvPr>
        </p:nvGraphicFramePr>
        <p:xfrm>
          <a:off x="374650" y="1765300"/>
          <a:ext cx="4413250" cy="366713"/>
        </p:xfrm>
        <a:graphic>
          <a:graphicData uri="http://schemas.openxmlformats.org/presentationml/2006/ole">
            <mc:AlternateContent xmlns:mc="http://schemas.openxmlformats.org/markup-compatibility/2006">
              <mc:Choice xmlns:v="urn:schemas-microsoft-com:vml" Requires="v">
                <p:oleObj name="Equation" r:id="rId20" imgW="2451100" imgH="203200" progId="Equation.3">
                  <p:embed/>
                </p:oleObj>
              </mc:Choice>
              <mc:Fallback>
                <p:oleObj name="Equation" r:id="rId20" imgW="2451100" imgH="203200" progId="Equation.3">
                  <p:embed/>
                  <p:pic>
                    <p:nvPicPr>
                      <p:cNvPr id="60421" name="Object 7">
                        <a:extLst>
                          <a:ext uri="{FF2B5EF4-FFF2-40B4-BE49-F238E27FC236}">
                            <a16:creationId xmlns:a16="http://schemas.microsoft.com/office/drawing/2014/main" id="{36E74447-8FF9-BB1C-2AFA-5D78A000D509}"/>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74650" y="1765300"/>
                        <a:ext cx="4413250"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 name="Object 8">
            <a:extLst>
              <a:ext uri="{FF2B5EF4-FFF2-40B4-BE49-F238E27FC236}">
                <a16:creationId xmlns:a16="http://schemas.microsoft.com/office/drawing/2014/main" id="{23FBC4DF-D5FB-8D64-437E-90142E4B4AD7}"/>
              </a:ext>
            </a:extLst>
          </p:cNvPr>
          <p:cNvGraphicFramePr>
            <a:graphicFrameLocks noChangeAspect="1"/>
          </p:cNvGraphicFramePr>
          <p:nvPr>
            <p:custDataLst>
              <p:tags r:id="rId6"/>
            </p:custDataLst>
          </p:nvPr>
        </p:nvGraphicFramePr>
        <p:xfrm>
          <a:off x="396875" y="2287588"/>
          <a:ext cx="5327650" cy="349250"/>
        </p:xfrm>
        <a:graphic>
          <a:graphicData uri="http://schemas.openxmlformats.org/presentationml/2006/ole">
            <mc:AlternateContent xmlns:mc="http://schemas.openxmlformats.org/markup-compatibility/2006">
              <mc:Choice xmlns:v="urn:schemas-microsoft-com:vml" Requires="v">
                <p:oleObj name="Equation" r:id="rId22" imgW="2667000" imgH="203200" progId="Equation.3">
                  <p:embed/>
                </p:oleObj>
              </mc:Choice>
              <mc:Fallback>
                <p:oleObj name="Equation" r:id="rId22" imgW="2667000" imgH="203200" progId="Equation.3">
                  <p:embed/>
                  <p:pic>
                    <p:nvPicPr>
                      <p:cNvPr id="60422" name="Object 8">
                        <a:extLst>
                          <a:ext uri="{FF2B5EF4-FFF2-40B4-BE49-F238E27FC236}">
                            <a16:creationId xmlns:a16="http://schemas.microsoft.com/office/drawing/2014/main" id="{B00A75E5-44DE-5001-63BD-456BC469CA6E}"/>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96875" y="2287588"/>
                        <a:ext cx="5327650"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AutoShape 9">
            <a:extLst>
              <a:ext uri="{FF2B5EF4-FFF2-40B4-BE49-F238E27FC236}">
                <a16:creationId xmlns:a16="http://schemas.microsoft.com/office/drawing/2014/main" id="{3E01C0D8-85FE-E7DC-71EC-854988E44E1F}"/>
              </a:ext>
            </a:extLst>
          </p:cNvPr>
          <p:cNvSpPr>
            <a:spLocks noChangeArrowheads="1"/>
          </p:cNvSpPr>
          <p:nvPr>
            <p:custDataLst>
              <p:tags r:id="rId7"/>
            </p:custDataLst>
          </p:nvPr>
        </p:nvSpPr>
        <p:spPr bwMode="auto">
          <a:xfrm>
            <a:off x="585788" y="1781175"/>
            <a:ext cx="323850" cy="287338"/>
          </a:xfrm>
          <a:prstGeom prst="roundRect">
            <a:avLst>
              <a:gd name="adj" fmla="val 16667"/>
            </a:avLst>
          </a:prstGeom>
          <a:solidFill>
            <a:srgbClr val="008000">
              <a:alpha val="10196"/>
            </a:srgbClr>
          </a:solidFill>
          <a:ln w="15875">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05000"/>
              </a:lnSpc>
              <a:spcBef>
                <a:spcPct val="20000"/>
              </a:spcBef>
              <a:buSzPct val="100000"/>
              <a:buChar char="•"/>
              <a:defRPr sz="2000">
                <a:solidFill>
                  <a:srgbClr val="000000"/>
                </a:solidFill>
                <a:latin typeface="Arial" panose="020B0604020202020204" pitchFamily="34" charset="0"/>
              </a:defRPr>
            </a:lvl1pPr>
            <a:lvl2pPr marL="742950" indent="-285750">
              <a:lnSpc>
                <a:spcPct val="105000"/>
              </a:lnSpc>
              <a:spcBef>
                <a:spcPct val="20000"/>
              </a:spcBef>
              <a:buSzPct val="100000"/>
              <a:buChar char="–"/>
              <a:defRPr sz="2000">
                <a:solidFill>
                  <a:srgbClr val="000000"/>
                </a:solidFill>
                <a:latin typeface="Arial" panose="020B0604020202020204" pitchFamily="34" charset="0"/>
              </a:defRPr>
            </a:lvl2pPr>
            <a:lvl3pPr marL="1143000" indent="-228600">
              <a:lnSpc>
                <a:spcPct val="105000"/>
              </a:lnSpc>
              <a:spcBef>
                <a:spcPct val="20000"/>
              </a:spcBef>
              <a:buSzPct val="100000"/>
              <a:buChar char="•"/>
              <a:defRPr>
                <a:solidFill>
                  <a:srgbClr val="000000"/>
                </a:solidFill>
                <a:latin typeface="Arial" panose="020B0604020202020204" pitchFamily="34" charset="0"/>
              </a:defRPr>
            </a:lvl3pPr>
            <a:lvl4pPr marL="1600200" indent="-228600">
              <a:lnSpc>
                <a:spcPct val="105000"/>
              </a:lnSpc>
              <a:spcBef>
                <a:spcPct val="20000"/>
              </a:spcBef>
              <a:buSzPct val="100000"/>
              <a:buChar char="–"/>
              <a:defRPr sz="1600">
                <a:solidFill>
                  <a:srgbClr val="000000"/>
                </a:solidFill>
                <a:latin typeface="Arial" panose="020B0604020202020204" pitchFamily="34" charset="0"/>
              </a:defRPr>
            </a:lvl4pPr>
            <a:lvl5pPr marL="2057400" indent="-228600">
              <a:lnSpc>
                <a:spcPct val="105000"/>
              </a:lnSpc>
              <a:spcBef>
                <a:spcPct val="20000"/>
              </a:spcBef>
              <a:buSzPct val="100000"/>
              <a:buChar char="–"/>
              <a:defRPr sz="16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algn="ctr" eaLnBrk="1" hangingPunct="1">
              <a:lnSpc>
                <a:spcPct val="100000"/>
              </a:lnSpc>
              <a:spcBef>
                <a:spcPct val="0"/>
              </a:spcBef>
              <a:buSzTx/>
              <a:buFontTx/>
              <a:buNone/>
            </a:pPr>
            <a:endParaRPr lang="en-GB" altLang="nl-NL"/>
          </a:p>
        </p:txBody>
      </p:sp>
      <p:sp>
        <p:nvSpPr>
          <p:cNvPr id="7" name="AutoShape 10">
            <a:extLst>
              <a:ext uri="{FF2B5EF4-FFF2-40B4-BE49-F238E27FC236}">
                <a16:creationId xmlns:a16="http://schemas.microsoft.com/office/drawing/2014/main" id="{0E7B2C0C-A485-E46D-C578-23844A79963E}"/>
              </a:ext>
            </a:extLst>
          </p:cNvPr>
          <p:cNvSpPr>
            <a:spLocks noChangeArrowheads="1"/>
          </p:cNvSpPr>
          <p:nvPr>
            <p:custDataLst>
              <p:tags r:id="rId8"/>
            </p:custDataLst>
          </p:nvPr>
        </p:nvSpPr>
        <p:spPr bwMode="auto">
          <a:xfrm>
            <a:off x="1885950" y="1784350"/>
            <a:ext cx="323850" cy="287338"/>
          </a:xfrm>
          <a:prstGeom prst="roundRect">
            <a:avLst>
              <a:gd name="adj" fmla="val 16667"/>
            </a:avLst>
          </a:prstGeom>
          <a:solidFill>
            <a:srgbClr val="008000">
              <a:alpha val="10196"/>
            </a:srgbClr>
          </a:solidFill>
          <a:ln w="15875">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05000"/>
              </a:lnSpc>
              <a:spcBef>
                <a:spcPct val="20000"/>
              </a:spcBef>
              <a:buSzPct val="100000"/>
              <a:buChar char="•"/>
              <a:defRPr sz="2000">
                <a:solidFill>
                  <a:srgbClr val="000000"/>
                </a:solidFill>
                <a:latin typeface="Arial" panose="020B0604020202020204" pitchFamily="34" charset="0"/>
              </a:defRPr>
            </a:lvl1pPr>
            <a:lvl2pPr marL="742950" indent="-285750">
              <a:lnSpc>
                <a:spcPct val="105000"/>
              </a:lnSpc>
              <a:spcBef>
                <a:spcPct val="20000"/>
              </a:spcBef>
              <a:buSzPct val="100000"/>
              <a:buChar char="–"/>
              <a:defRPr sz="2000">
                <a:solidFill>
                  <a:srgbClr val="000000"/>
                </a:solidFill>
                <a:latin typeface="Arial" panose="020B0604020202020204" pitchFamily="34" charset="0"/>
              </a:defRPr>
            </a:lvl2pPr>
            <a:lvl3pPr marL="1143000" indent="-228600">
              <a:lnSpc>
                <a:spcPct val="105000"/>
              </a:lnSpc>
              <a:spcBef>
                <a:spcPct val="20000"/>
              </a:spcBef>
              <a:buSzPct val="100000"/>
              <a:buChar char="•"/>
              <a:defRPr>
                <a:solidFill>
                  <a:srgbClr val="000000"/>
                </a:solidFill>
                <a:latin typeface="Arial" panose="020B0604020202020204" pitchFamily="34" charset="0"/>
              </a:defRPr>
            </a:lvl3pPr>
            <a:lvl4pPr marL="1600200" indent="-228600">
              <a:lnSpc>
                <a:spcPct val="105000"/>
              </a:lnSpc>
              <a:spcBef>
                <a:spcPct val="20000"/>
              </a:spcBef>
              <a:buSzPct val="100000"/>
              <a:buChar char="–"/>
              <a:defRPr sz="1600">
                <a:solidFill>
                  <a:srgbClr val="000000"/>
                </a:solidFill>
                <a:latin typeface="Arial" panose="020B0604020202020204" pitchFamily="34" charset="0"/>
              </a:defRPr>
            </a:lvl4pPr>
            <a:lvl5pPr marL="2057400" indent="-228600">
              <a:lnSpc>
                <a:spcPct val="105000"/>
              </a:lnSpc>
              <a:spcBef>
                <a:spcPct val="20000"/>
              </a:spcBef>
              <a:buSzPct val="100000"/>
              <a:buChar char="–"/>
              <a:defRPr sz="16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algn="ctr" eaLnBrk="1" hangingPunct="1">
              <a:lnSpc>
                <a:spcPct val="100000"/>
              </a:lnSpc>
              <a:spcBef>
                <a:spcPct val="0"/>
              </a:spcBef>
              <a:buSzTx/>
              <a:buFontTx/>
              <a:buNone/>
            </a:pPr>
            <a:endParaRPr lang="en-GB" altLang="nl-NL"/>
          </a:p>
        </p:txBody>
      </p:sp>
      <p:sp>
        <p:nvSpPr>
          <p:cNvPr id="8" name="AutoShape 11">
            <a:extLst>
              <a:ext uri="{FF2B5EF4-FFF2-40B4-BE49-F238E27FC236}">
                <a16:creationId xmlns:a16="http://schemas.microsoft.com/office/drawing/2014/main" id="{4575D885-9EDC-13BB-54E2-4E93014E8585}"/>
              </a:ext>
            </a:extLst>
          </p:cNvPr>
          <p:cNvSpPr>
            <a:spLocks noChangeArrowheads="1"/>
          </p:cNvSpPr>
          <p:nvPr>
            <p:custDataLst>
              <p:tags r:id="rId9"/>
            </p:custDataLst>
          </p:nvPr>
        </p:nvSpPr>
        <p:spPr bwMode="auto">
          <a:xfrm>
            <a:off x="3203575" y="1784350"/>
            <a:ext cx="323850" cy="287338"/>
          </a:xfrm>
          <a:prstGeom prst="roundRect">
            <a:avLst>
              <a:gd name="adj" fmla="val 16667"/>
            </a:avLst>
          </a:prstGeom>
          <a:solidFill>
            <a:srgbClr val="008000">
              <a:alpha val="10196"/>
            </a:srgbClr>
          </a:solidFill>
          <a:ln w="15875">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05000"/>
              </a:lnSpc>
              <a:spcBef>
                <a:spcPct val="20000"/>
              </a:spcBef>
              <a:buSzPct val="100000"/>
              <a:buChar char="•"/>
              <a:defRPr sz="2000">
                <a:solidFill>
                  <a:srgbClr val="000000"/>
                </a:solidFill>
                <a:latin typeface="Arial" panose="020B0604020202020204" pitchFamily="34" charset="0"/>
              </a:defRPr>
            </a:lvl1pPr>
            <a:lvl2pPr marL="742950" indent="-285750">
              <a:lnSpc>
                <a:spcPct val="105000"/>
              </a:lnSpc>
              <a:spcBef>
                <a:spcPct val="20000"/>
              </a:spcBef>
              <a:buSzPct val="100000"/>
              <a:buChar char="–"/>
              <a:defRPr sz="2000">
                <a:solidFill>
                  <a:srgbClr val="000000"/>
                </a:solidFill>
                <a:latin typeface="Arial" panose="020B0604020202020204" pitchFamily="34" charset="0"/>
              </a:defRPr>
            </a:lvl2pPr>
            <a:lvl3pPr marL="1143000" indent="-228600">
              <a:lnSpc>
                <a:spcPct val="105000"/>
              </a:lnSpc>
              <a:spcBef>
                <a:spcPct val="20000"/>
              </a:spcBef>
              <a:buSzPct val="100000"/>
              <a:buChar char="•"/>
              <a:defRPr>
                <a:solidFill>
                  <a:srgbClr val="000000"/>
                </a:solidFill>
                <a:latin typeface="Arial" panose="020B0604020202020204" pitchFamily="34" charset="0"/>
              </a:defRPr>
            </a:lvl3pPr>
            <a:lvl4pPr marL="1600200" indent="-228600">
              <a:lnSpc>
                <a:spcPct val="105000"/>
              </a:lnSpc>
              <a:spcBef>
                <a:spcPct val="20000"/>
              </a:spcBef>
              <a:buSzPct val="100000"/>
              <a:buChar char="–"/>
              <a:defRPr sz="1600">
                <a:solidFill>
                  <a:srgbClr val="000000"/>
                </a:solidFill>
                <a:latin typeface="Arial" panose="020B0604020202020204" pitchFamily="34" charset="0"/>
              </a:defRPr>
            </a:lvl4pPr>
            <a:lvl5pPr marL="2057400" indent="-228600">
              <a:lnSpc>
                <a:spcPct val="105000"/>
              </a:lnSpc>
              <a:spcBef>
                <a:spcPct val="20000"/>
              </a:spcBef>
              <a:buSzPct val="100000"/>
              <a:buChar char="–"/>
              <a:defRPr sz="16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algn="ctr" eaLnBrk="1" hangingPunct="1">
              <a:lnSpc>
                <a:spcPct val="100000"/>
              </a:lnSpc>
              <a:spcBef>
                <a:spcPct val="0"/>
              </a:spcBef>
              <a:buSzTx/>
              <a:buFontTx/>
              <a:buNone/>
            </a:pPr>
            <a:endParaRPr lang="en-GB" altLang="nl-NL"/>
          </a:p>
        </p:txBody>
      </p:sp>
      <p:sp>
        <p:nvSpPr>
          <p:cNvPr id="9" name="AutoShape 12">
            <a:extLst>
              <a:ext uri="{FF2B5EF4-FFF2-40B4-BE49-F238E27FC236}">
                <a16:creationId xmlns:a16="http://schemas.microsoft.com/office/drawing/2014/main" id="{B22D93BD-752A-9DF5-6457-3657940AA126}"/>
              </a:ext>
            </a:extLst>
          </p:cNvPr>
          <p:cNvSpPr>
            <a:spLocks noChangeArrowheads="1"/>
          </p:cNvSpPr>
          <p:nvPr>
            <p:custDataLst>
              <p:tags r:id="rId10"/>
            </p:custDataLst>
          </p:nvPr>
        </p:nvSpPr>
        <p:spPr bwMode="auto">
          <a:xfrm>
            <a:off x="846138" y="2298700"/>
            <a:ext cx="323850" cy="287338"/>
          </a:xfrm>
          <a:prstGeom prst="roundRect">
            <a:avLst>
              <a:gd name="adj" fmla="val 16667"/>
            </a:avLst>
          </a:prstGeom>
          <a:solidFill>
            <a:srgbClr val="008000">
              <a:alpha val="10196"/>
            </a:srgbClr>
          </a:solidFill>
          <a:ln w="15875">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05000"/>
              </a:lnSpc>
              <a:spcBef>
                <a:spcPct val="20000"/>
              </a:spcBef>
              <a:buSzPct val="100000"/>
              <a:buChar char="•"/>
              <a:defRPr sz="2000">
                <a:solidFill>
                  <a:srgbClr val="000000"/>
                </a:solidFill>
                <a:latin typeface="Arial" panose="020B0604020202020204" pitchFamily="34" charset="0"/>
              </a:defRPr>
            </a:lvl1pPr>
            <a:lvl2pPr marL="742950" indent="-285750">
              <a:lnSpc>
                <a:spcPct val="105000"/>
              </a:lnSpc>
              <a:spcBef>
                <a:spcPct val="20000"/>
              </a:spcBef>
              <a:buSzPct val="100000"/>
              <a:buChar char="–"/>
              <a:defRPr sz="2000">
                <a:solidFill>
                  <a:srgbClr val="000000"/>
                </a:solidFill>
                <a:latin typeface="Arial" panose="020B0604020202020204" pitchFamily="34" charset="0"/>
              </a:defRPr>
            </a:lvl2pPr>
            <a:lvl3pPr marL="1143000" indent="-228600">
              <a:lnSpc>
                <a:spcPct val="105000"/>
              </a:lnSpc>
              <a:spcBef>
                <a:spcPct val="20000"/>
              </a:spcBef>
              <a:buSzPct val="100000"/>
              <a:buChar char="•"/>
              <a:defRPr>
                <a:solidFill>
                  <a:srgbClr val="000000"/>
                </a:solidFill>
                <a:latin typeface="Arial" panose="020B0604020202020204" pitchFamily="34" charset="0"/>
              </a:defRPr>
            </a:lvl3pPr>
            <a:lvl4pPr marL="1600200" indent="-228600">
              <a:lnSpc>
                <a:spcPct val="105000"/>
              </a:lnSpc>
              <a:spcBef>
                <a:spcPct val="20000"/>
              </a:spcBef>
              <a:buSzPct val="100000"/>
              <a:buChar char="–"/>
              <a:defRPr sz="1600">
                <a:solidFill>
                  <a:srgbClr val="000000"/>
                </a:solidFill>
                <a:latin typeface="Arial" panose="020B0604020202020204" pitchFamily="34" charset="0"/>
              </a:defRPr>
            </a:lvl4pPr>
            <a:lvl5pPr marL="2057400" indent="-228600">
              <a:lnSpc>
                <a:spcPct val="105000"/>
              </a:lnSpc>
              <a:spcBef>
                <a:spcPct val="20000"/>
              </a:spcBef>
              <a:buSzPct val="100000"/>
              <a:buChar char="–"/>
              <a:defRPr sz="16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algn="ctr" eaLnBrk="1" hangingPunct="1">
              <a:lnSpc>
                <a:spcPct val="100000"/>
              </a:lnSpc>
              <a:spcBef>
                <a:spcPct val="0"/>
              </a:spcBef>
              <a:buSzTx/>
              <a:buFontTx/>
              <a:buNone/>
            </a:pPr>
            <a:endParaRPr lang="en-GB" altLang="nl-NL"/>
          </a:p>
        </p:txBody>
      </p:sp>
      <p:sp>
        <p:nvSpPr>
          <p:cNvPr id="10" name="AutoShape 13">
            <a:extLst>
              <a:ext uri="{FF2B5EF4-FFF2-40B4-BE49-F238E27FC236}">
                <a16:creationId xmlns:a16="http://schemas.microsoft.com/office/drawing/2014/main" id="{336C8524-8991-F224-CEE0-B77C36B049BA}"/>
              </a:ext>
            </a:extLst>
          </p:cNvPr>
          <p:cNvSpPr>
            <a:spLocks noChangeArrowheads="1"/>
          </p:cNvSpPr>
          <p:nvPr>
            <p:custDataLst>
              <p:tags r:id="rId11"/>
            </p:custDataLst>
          </p:nvPr>
        </p:nvSpPr>
        <p:spPr bwMode="auto">
          <a:xfrm>
            <a:off x="2547938" y="2289175"/>
            <a:ext cx="323850" cy="287338"/>
          </a:xfrm>
          <a:prstGeom prst="roundRect">
            <a:avLst>
              <a:gd name="adj" fmla="val 16667"/>
            </a:avLst>
          </a:prstGeom>
          <a:solidFill>
            <a:srgbClr val="008000">
              <a:alpha val="10196"/>
            </a:srgbClr>
          </a:solidFill>
          <a:ln w="15875">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05000"/>
              </a:lnSpc>
              <a:spcBef>
                <a:spcPct val="20000"/>
              </a:spcBef>
              <a:buSzPct val="100000"/>
              <a:buChar char="•"/>
              <a:defRPr sz="2000">
                <a:solidFill>
                  <a:srgbClr val="000000"/>
                </a:solidFill>
                <a:latin typeface="Arial" panose="020B0604020202020204" pitchFamily="34" charset="0"/>
              </a:defRPr>
            </a:lvl1pPr>
            <a:lvl2pPr marL="742950" indent="-285750">
              <a:lnSpc>
                <a:spcPct val="105000"/>
              </a:lnSpc>
              <a:spcBef>
                <a:spcPct val="20000"/>
              </a:spcBef>
              <a:buSzPct val="100000"/>
              <a:buChar char="–"/>
              <a:defRPr sz="2000">
                <a:solidFill>
                  <a:srgbClr val="000000"/>
                </a:solidFill>
                <a:latin typeface="Arial" panose="020B0604020202020204" pitchFamily="34" charset="0"/>
              </a:defRPr>
            </a:lvl2pPr>
            <a:lvl3pPr marL="1143000" indent="-228600">
              <a:lnSpc>
                <a:spcPct val="105000"/>
              </a:lnSpc>
              <a:spcBef>
                <a:spcPct val="20000"/>
              </a:spcBef>
              <a:buSzPct val="100000"/>
              <a:buChar char="•"/>
              <a:defRPr>
                <a:solidFill>
                  <a:srgbClr val="000000"/>
                </a:solidFill>
                <a:latin typeface="Arial" panose="020B0604020202020204" pitchFamily="34" charset="0"/>
              </a:defRPr>
            </a:lvl3pPr>
            <a:lvl4pPr marL="1600200" indent="-228600">
              <a:lnSpc>
                <a:spcPct val="105000"/>
              </a:lnSpc>
              <a:spcBef>
                <a:spcPct val="20000"/>
              </a:spcBef>
              <a:buSzPct val="100000"/>
              <a:buChar char="–"/>
              <a:defRPr sz="1600">
                <a:solidFill>
                  <a:srgbClr val="000000"/>
                </a:solidFill>
                <a:latin typeface="Arial" panose="020B0604020202020204" pitchFamily="34" charset="0"/>
              </a:defRPr>
            </a:lvl4pPr>
            <a:lvl5pPr marL="2057400" indent="-228600">
              <a:lnSpc>
                <a:spcPct val="105000"/>
              </a:lnSpc>
              <a:spcBef>
                <a:spcPct val="20000"/>
              </a:spcBef>
              <a:buSzPct val="100000"/>
              <a:buChar char="–"/>
              <a:defRPr sz="16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algn="ctr" eaLnBrk="1" hangingPunct="1">
              <a:lnSpc>
                <a:spcPct val="100000"/>
              </a:lnSpc>
              <a:spcBef>
                <a:spcPct val="0"/>
              </a:spcBef>
              <a:buSzTx/>
              <a:buFontTx/>
              <a:buNone/>
            </a:pPr>
            <a:endParaRPr lang="en-GB" altLang="nl-NL"/>
          </a:p>
        </p:txBody>
      </p:sp>
      <p:sp>
        <p:nvSpPr>
          <p:cNvPr id="11" name="AutoShape 14">
            <a:extLst>
              <a:ext uri="{FF2B5EF4-FFF2-40B4-BE49-F238E27FC236}">
                <a16:creationId xmlns:a16="http://schemas.microsoft.com/office/drawing/2014/main" id="{310959DB-4EAA-84BE-54A8-E30C4B1AA426}"/>
              </a:ext>
            </a:extLst>
          </p:cNvPr>
          <p:cNvSpPr>
            <a:spLocks noChangeArrowheads="1"/>
          </p:cNvSpPr>
          <p:nvPr>
            <p:custDataLst>
              <p:tags r:id="rId12"/>
            </p:custDataLst>
          </p:nvPr>
        </p:nvSpPr>
        <p:spPr bwMode="auto">
          <a:xfrm>
            <a:off x="4260850" y="2298700"/>
            <a:ext cx="323850" cy="287338"/>
          </a:xfrm>
          <a:prstGeom prst="roundRect">
            <a:avLst>
              <a:gd name="adj" fmla="val 16667"/>
            </a:avLst>
          </a:prstGeom>
          <a:solidFill>
            <a:srgbClr val="008000">
              <a:alpha val="10196"/>
            </a:srgbClr>
          </a:solidFill>
          <a:ln w="15875">
            <a:solidFill>
              <a:srgbClr val="008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05000"/>
              </a:lnSpc>
              <a:spcBef>
                <a:spcPct val="20000"/>
              </a:spcBef>
              <a:buSzPct val="100000"/>
              <a:buChar char="•"/>
              <a:defRPr sz="2000">
                <a:solidFill>
                  <a:srgbClr val="000000"/>
                </a:solidFill>
                <a:latin typeface="Arial" panose="020B0604020202020204" pitchFamily="34" charset="0"/>
              </a:defRPr>
            </a:lvl1pPr>
            <a:lvl2pPr marL="742950" indent="-285750">
              <a:lnSpc>
                <a:spcPct val="105000"/>
              </a:lnSpc>
              <a:spcBef>
                <a:spcPct val="20000"/>
              </a:spcBef>
              <a:buSzPct val="100000"/>
              <a:buChar char="–"/>
              <a:defRPr sz="2000">
                <a:solidFill>
                  <a:srgbClr val="000000"/>
                </a:solidFill>
                <a:latin typeface="Arial" panose="020B0604020202020204" pitchFamily="34" charset="0"/>
              </a:defRPr>
            </a:lvl2pPr>
            <a:lvl3pPr marL="1143000" indent="-228600">
              <a:lnSpc>
                <a:spcPct val="105000"/>
              </a:lnSpc>
              <a:spcBef>
                <a:spcPct val="20000"/>
              </a:spcBef>
              <a:buSzPct val="100000"/>
              <a:buChar char="•"/>
              <a:defRPr>
                <a:solidFill>
                  <a:srgbClr val="000000"/>
                </a:solidFill>
                <a:latin typeface="Arial" panose="020B0604020202020204" pitchFamily="34" charset="0"/>
              </a:defRPr>
            </a:lvl3pPr>
            <a:lvl4pPr marL="1600200" indent="-228600">
              <a:lnSpc>
                <a:spcPct val="105000"/>
              </a:lnSpc>
              <a:spcBef>
                <a:spcPct val="20000"/>
              </a:spcBef>
              <a:buSzPct val="100000"/>
              <a:buChar char="–"/>
              <a:defRPr sz="1600">
                <a:solidFill>
                  <a:srgbClr val="000000"/>
                </a:solidFill>
                <a:latin typeface="Arial" panose="020B0604020202020204" pitchFamily="34" charset="0"/>
              </a:defRPr>
            </a:lvl4pPr>
            <a:lvl5pPr marL="2057400" indent="-228600">
              <a:lnSpc>
                <a:spcPct val="105000"/>
              </a:lnSpc>
              <a:spcBef>
                <a:spcPct val="20000"/>
              </a:spcBef>
              <a:buSzPct val="100000"/>
              <a:buChar char="–"/>
              <a:defRPr sz="16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algn="ctr" eaLnBrk="1" hangingPunct="1">
              <a:lnSpc>
                <a:spcPct val="100000"/>
              </a:lnSpc>
              <a:spcBef>
                <a:spcPct val="0"/>
              </a:spcBef>
              <a:buSzTx/>
              <a:buFontTx/>
              <a:buNone/>
            </a:pPr>
            <a:endParaRPr lang="en-GB" altLang="nl-NL"/>
          </a:p>
        </p:txBody>
      </p:sp>
      <p:sp>
        <p:nvSpPr>
          <p:cNvPr id="12" name="AutoShape 15">
            <a:extLst>
              <a:ext uri="{FF2B5EF4-FFF2-40B4-BE49-F238E27FC236}">
                <a16:creationId xmlns:a16="http://schemas.microsoft.com/office/drawing/2014/main" id="{6349AEAA-A87F-D48A-7616-1446B026A85D}"/>
              </a:ext>
            </a:extLst>
          </p:cNvPr>
          <p:cNvSpPr>
            <a:spLocks noChangeArrowheads="1"/>
          </p:cNvSpPr>
          <p:nvPr>
            <p:custDataLst>
              <p:tags r:id="rId13"/>
            </p:custDataLst>
          </p:nvPr>
        </p:nvSpPr>
        <p:spPr bwMode="auto">
          <a:xfrm>
            <a:off x="539750" y="2757707"/>
            <a:ext cx="5327650" cy="792163"/>
          </a:xfrm>
          <a:prstGeom prst="roundRect">
            <a:avLst>
              <a:gd name="adj" fmla="val 16667"/>
            </a:avLst>
          </a:prstGeom>
          <a:noFill/>
          <a:ln w="25400">
            <a:solidFill>
              <a:srgbClr val="FF0000"/>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05000"/>
              </a:lnSpc>
              <a:spcBef>
                <a:spcPct val="20000"/>
              </a:spcBef>
              <a:buSzPct val="100000"/>
              <a:buChar char="•"/>
              <a:defRPr sz="2000">
                <a:solidFill>
                  <a:srgbClr val="000000"/>
                </a:solidFill>
                <a:latin typeface="Arial" panose="020B0604020202020204" pitchFamily="34" charset="0"/>
              </a:defRPr>
            </a:lvl1pPr>
            <a:lvl2pPr marL="742950" indent="-285750">
              <a:lnSpc>
                <a:spcPct val="105000"/>
              </a:lnSpc>
              <a:spcBef>
                <a:spcPct val="20000"/>
              </a:spcBef>
              <a:buSzPct val="100000"/>
              <a:buChar char="–"/>
              <a:defRPr sz="2000">
                <a:solidFill>
                  <a:srgbClr val="000000"/>
                </a:solidFill>
                <a:latin typeface="Arial" panose="020B0604020202020204" pitchFamily="34" charset="0"/>
              </a:defRPr>
            </a:lvl2pPr>
            <a:lvl3pPr marL="1143000" indent="-228600">
              <a:lnSpc>
                <a:spcPct val="105000"/>
              </a:lnSpc>
              <a:spcBef>
                <a:spcPct val="20000"/>
              </a:spcBef>
              <a:buSzPct val="100000"/>
              <a:buChar char="•"/>
              <a:defRPr>
                <a:solidFill>
                  <a:srgbClr val="000000"/>
                </a:solidFill>
                <a:latin typeface="Arial" panose="020B0604020202020204" pitchFamily="34" charset="0"/>
              </a:defRPr>
            </a:lvl3pPr>
            <a:lvl4pPr marL="1600200" indent="-228600">
              <a:lnSpc>
                <a:spcPct val="105000"/>
              </a:lnSpc>
              <a:spcBef>
                <a:spcPct val="20000"/>
              </a:spcBef>
              <a:buSzPct val="100000"/>
              <a:buChar char="–"/>
              <a:defRPr sz="1600">
                <a:solidFill>
                  <a:srgbClr val="000000"/>
                </a:solidFill>
                <a:latin typeface="Arial" panose="020B0604020202020204" pitchFamily="34" charset="0"/>
              </a:defRPr>
            </a:lvl4pPr>
            <a:lvl5pPr marL="2057400" indent="-228600">
              <a:lnSpc>
                <a:spcPct val="105000"/>
              </a:lnSpc>
              <a:spcBef>
                <a:spcPct val="20000"/>
              </a:spcBef>
              <a:buSzPct val="100000"/>
              <a:buChar char="–"/>
              <a:defRPr sz="16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algn="ctr" eaLnBrk="1" hangingPunct="1">
              <a:lnSpc>
                <a:spcPct val="100000"/>
              </a:lnSpc>
              <a:spcBef>
                <a:spcPct val="0"/>
              </a:spcBef>
              <a:buSzTx/>
              <a:buFontTx/>
              <a:buNone/>
            </a:pPr>
            <a:endParaRPr lang="en-GB" altLang="nl-NL"/>
          </a:p>
        </p:txBody>
      </p:sp>
      <p:sp>
        <p:nvSpPr>
          <p:cNvPr id="13" name="Rectangle 4">
            <a:extLst>
              <a:ext uri="{FF2B5EF4-FFF2-40B4-BE49-F238E27FC236}">
                <a16:creationId xmlns:a16="http://schemas.microsoft.com/office/drawing/2014/main" id="{137FDD2B-4EA1-74D1-8207-B8DA500E8F92}"/>
              </a:ext>
            </a:extLst>
          </p:cNvPr>
          <p:cNvSpPr txBox="1">
            <a:spLocks/>
          </p:cNvSpPr>
          <p:nvPr>
            <p:custDataLst>
              <p:tags r:id="rId14"/>
            </p:custDataLst>
          </p:nvPr>
        </p:nvSpPr>
        <p:spPr>
          <a:xfrm>
            <a:off x="683567" y="3595861"/>
            <a:ext cx="4536505" cy="2929483"/>
          </a:xfrm>
          <a:prstGeom prst="rect">
            <a:avLst/>
          </a:prstGeom>
          <a:blipFill rotWithShape="0">
            <a:blip r:embed="rId24"/>
            <a:stretch>
              <a:fillRect l="-2554" t="-2708" r="-269" b="-3958"/>
            </a:stretch>
          </a:blipFill>
        </p:spPr>
        <p:txBody>
          <a:bodyPr/>
          <a:lstStyle>
            <a:lvl1pPr marL="228600" indent="-228600" algn="l" defTabSz="914400" rtl="0" eaLnBrk="1" latinLnBrk="0" hangingPunct="1">
              <a:lnSpc>
                <a:spcPct val="100000"/>
              </a:lnSpc>
              <a:spcBef>
                <a:spcPts val="0"/>
              </a:spcBef>
              <a:spcAft>
                <a:spcPts val="1800"/>
              </a:spcAft>
              <a:buClr>
                <a:srgbClr val="2B91C5"/>
              </a:buClr>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spcAft>
                <a:spcPts val="1800"/>
              </a:spcAft>
              <a:buClr>
                <a:srgbClr val="2B91C5"/>
              </a:buClr>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spcAft>
                <a:spcPts val="1800"/>
              </a:spcAft>
              <a:buClr>
                <a:srgbClr val="2B91C5"/>
              </a:buClr>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spcAft>
                <a:spcPts val="1800"/>
              </a:spcAft>
              <a:buClr>
                <a:srgbClr val="2B91C5"/>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spcAft>
                <a:spcPts val="1800"/>
              </a:spcAft>
              <a:buClr>
                <a:srgbClr val="2B91C5"/>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defRPr/>
            </a:pPr>
            <a:r>
              <a:rPr lang="nl-NL" dirty="0">
                <a:noFill/>
              </a:rPr>
              <a:t> </a:t>
            </a:r>
          </a:p>
        </p:txBody>
      </p:sp>
      <p:sp>
        <p:nvSpPr>
          <p:cNvPr id="14" name="Title 1">
            <a:extLst>
              <a:ext uri="{FF2B5EF4-FFF2-40B4-BE49-F238E27FC236}">
                <a16:creationId xmlns:a16="http://schemas.microsoft.com/office/drawing/2014/main" id="{D03CA469-197B-68B7-3A1B-88BAF4CB4859}"/>
              </a:ext>
            </a:extLst>
          </p:cNvPr>
          <p:cNvSpPr>
            <a:spLocks noGrp="1"/>
          </p:cNvSpPr>
          <p:nvPr>
            <p:ph type="title"/>
          </p:nvPr>
        </p:nvSpPr>
        <p:spPr>
          <a:xfrm>
            <a:off x="522818" y="277257"/>
            <a:ext cx="11146367" cy="914400"/>
          </a:xfrm>
        </p:spPr>
        <p:txBody>
          <a:bodyPr>
            <a:normAutofit/>
          </a:bodyPr>
          <a:lstStyle/>
          <a:p>
            <a:r>
              <a:rPr lang="en-US" altLang="nl-NL" dirty="0"/>
              <a:t>Evaluate the cost function</a:t>
            </a:r>
            <a:endParaRPr lang="en-GB" altLang="en-US" dirty="0"/>
          </a:p>
        </p:txBody>
      </p:sp>
    </p:spTree>
    <p:custDataLst>
      <p:tags r:id="rId1"/>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BFE920-8B8A-A96A-E478-F30C6F9E0C06}"/>
            </a:ext>
          </a:extLst>
        </p:cNvPr>
        <p:cNvGrpSpPr/>
        <p:nvPr/>
      </p:nvGrpSpPr>
      <p:grpSpPr>
        <a:xfrm>
          <a:off x="0" y="0"/>
          <a:ext cx="0" cy="0"/>
          <a:chOff x="0" y="0"/>
          <a:chExt cx="0" cy="0"/>
        </a:xfrm>
      </p:grpSpPr>
      <p:pic>
        <p:nvPicPr>
          <p:cNvPr id="60430" name="Picture 2" descr="obj">
            <a:extLst>
              <a:ext uri="{FF2B5EF4-FFF2-40B4-BE49-F238E27FC236}">
                <a16:creationId xmlns:a16="http://schemas.microsoft.com/office/drawing/2014/main" id="{BC22DDE8-5579-34F8-AF66-127B14562D3E}"/>
              </a:ext>
            </a:extLst>
          </p:cNvPr>
          <p:cNvPicPr>
            <a:picLocks noChangeAspect="1" noChangeArrowheads="1"/>
          </p:cNvPicPr>
          <p:nvPr>
            <p:custDataLst>
              <p:tags r:id="rId2"/>
            </p:custDataLst>
          </p:nvPr>
        </p:nvPicPr>
        <p:blipFill>
          <a:blip r:embed="rId6">
            <a:extLst>
              <a:ext uri="{28A0092B-C50C-407E-A947-70E740481C1C}">
                <a14:useLocalDpi xmlns:a14="http://schemas.microsoft.com/office/drawing/2010/main" val="0"/>
              </a:ext>
            </a:extLst>
          </a:blip>
          <a:srcRect/>
          <a:stretch>
            <a:fillRect/>
          </a:stretch>
        </p:blipFill>
        <p:spPr bwMode="auto">
          <a:xfrm>
            <a:off x="6297613" y="444480"/>
            <a:ext cx="4170690" cy="5509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itle 1">
            <a:extLst>
              <a:ext uri="{FF2B5EF4-FFF2-40B4-BE49-F238E27FC236}">
                <a16:creationId xmlns:a16="http://schemas.microsoft.com/office/drawing/2014/main" id="{56C44B20-B915-2DB5-A728-F829E0F2DEB9}"/>
              </a:ext>
            </a:extLst>
          </p:cNvPr>
          <p:cNvSpPr>
            <a:spLocks noGrp="1"/>
          </p:cNvSpPr>
          <p:nvPr>
            <p:ph type="title"/>
          </p:nvPr>
        </p:nvSpPr>
        <p:spPr>
          <a:xfrm>
            <a:off x="522818" y="277257"/>
            <a:ext cx="11146367" cy="914400"/>
          </a:xfrm>
        </p:spPr>
        <p:txBody>
          <a:bodyPr>
            <a:normAutofit/>
          </a:bodyPr>
          <a:lstStyle/>
          <a:p>
            <a:r>
              <a:rPr lang="en-US" altLang="nl-NL" dirty="0"/>
              <a:t>Evaluate the cost function</a:t>
            </a:r>
            <a:endParaRPr lang="en-GB" altLang="en-US" dirty="0"/>
          </a:p>
        </p:txBody>
      </p:sp>
      <p:sp>
        <p:nvSpPr>
          <p:cNvPr id="15" name="Text Placeholder 4">
            <a:extLst>
              <a:ext uri="{FF2B5EF4-FFF2-40B4-BE49-F238E27FC236}">
                <a16:creationId xmlns:a16="http://schemas.microsoft.com/office/drawing/2014/main" id="{9B4C2D1F-CCB4-2321-1DD5-28452BC2CC07}"/>
              </a:ext>
            </a:extLst>
          </p:cNvPr>
          <p:cNvSpPr>
            <a:spLocks noGrp="1"/>
          </p:cNvSpPr>
          <p:nvPr>
            <p:ph type="body" sz="half" idx="1"/>
          </p:nvPr>
        </p:nvSpPr>
        <p:spPr>
          <a:xfrm>
            <a:off x="522815" y="1055022"/>
            <a:ext cx="5471583" cy="4381500"/>
          </a:xfrm>
        </p:spPr>
        <p:txBody>
          <a:bodyPr/>
          <a:lstStyle/>
          <a:p>
            <a:r>
              <a:rPr lang="en-US" altLang="nl-NL" sz="2000" dirty="0"/>
              <a:t>Evaluate the coefficients using </a:t>
            </a:r>
            <a:r>
              <a:rPr lang="en-US" altLang="nl-NL" sz="2000" i="1" dirty="0"/>
              <a:t>backtracking</a:t>
            </a:r>
          </a:p>
          <a:p>
            <a:r>
              <a:rPr lang="en-US" altLang="nl-NL" sz="2000" dirty="0"/>
              <a:t>Insert them in the </a:t>
            </a:r>
            <a:r>
              <a:rPr lang="en-US" altLang="nl-NL" sz="2000" i="1" dirty="0"/>
              <a:t>coefficients submatrix:</a:t>
            </a:r>
          </a:p>
          <a:p>
            <a:endParaRPr lang="en-US" altLang="nl-NL" sz="2000" dirty="0"/>
          </a:p>
        </p:txBody>
      </p:sp>
      <p:graphicFrame>
        <p:nvGraphicFramePr>
          <p:cNvPr id="16" name="Group 5">
            <a:extLst>
              <a:ext uri="{FF2B5EF4-FFF2-40B4-BE49-F238E27FC236}">
                <a16:creationId xmlns:a16="http://schemas.microsoft.com/office/drawing/2014/main" id="{AD7F77E2-B065-8B41-8ED9-492E83475FCA}"/>
              </a:ext>
            </a:extLst>
          </p:cNvPr>
          <p:cNvGraphicFramePr>
            <a:graphicFrameLocks/>
          </p:cNvGraphicFramePr>
          <p:nvPr>
            <p:custDataLst>
              <p:tags r:id="rId3"/>
            </p:custDataLst>
            <p:extLst>
              <p:ext uri="{D42A27DB-BD31-4B8C-83A1-F6EECF244321}">
                <p14:modId xmlns:p14="http://schemas.microsoft.com/office/powerpoint/2010/main" val="2267421110"/>
              </p:ext>
            </p:extLst>
          </p:nvPr>
        </p:nvGraphicFramePr>
        <p:xfrm>
          <a:off x="618140" y="2124131"/>
          <a:ext cx="5040313" cy="4010031"/>
        </p:xfrm>
        <a:graphic>
          <a:graphicData uri="http://schemas.openxmlformats.org/drawingml/2006/table">
            <a:tbl>
              <a:tblPr/>
              <a:tblGrid>
                <a:gridCol w="296863">
                  <a:extLst>
                    <a:ext uri="{9D8B030D-6E8A-4147-A177-3AD203B41FA5}">
                      <a16:colId xmlns:a16="http://schemas.microsoft.com/office/drawing/2014/main" val="20000"/>
                    </a:ext>
                  </a:extLst>
                </a:gridCol>
                <a:gridCol w="295275">
                  <a:extLst>
                    <a:ext uri="{9D8B030D-6E8A-4147-A177-3AD203B41FA5}">
                      <a16:colId xmlns:a16="http://schemas.microsoft.com/office/drawing/2014/main" val="20001"/>
                    </a:ext>
                  </a:extLst>
                </a:gridCol>
                <a:gridCol w="296862">
                  <a:extLst>
                    <a:ext uri="{9D8B030D-6E8A-4147-A177-3AD203B41FA5}">
                      <a16:colId xmlns:a16="http://schemas.microsoft.com/office/drawing/2014/main" val="20002"/>
                    </a:ext>
                  </a:extLst>
                </a:gridCol>
                <a:gridCol w="298450">
                  <a:extLst>
                    <a:ext uri="{9D8B030D-6E8A-4147-A177-3AD203B41FA5}">
                      <a16:colId xmlns:a16="http://schemas.microsoft.com/office/drawing/2014/main" val="20003"/>
                    </a:ext>
                  </a:extLst>
                </a:gridCol>
                <a:gridCol w="293688">
                  <a:extLst>
                    <a:ext uri="{9D8B030D-6E8A-4147-A177-3AD203B41FA5}">
                      <a16:colId xmlns:a16="http://schemas.microsoft.com/office/drawing/2014/main" val="20004"/>
                    </a:ext>
                  </a:extLst>
                </a:gridCol>
                <a:gridCol w="296862">
                  <a:extLst>
                    <a:ext uri="{9D8B030D-6E8A-4147-A177-3AD203B41FA5}">
                      <a16:colId xmlns:a16="http://schemas.microsoft.com/office/drawing/2014/main" val="20005"/>
                    </a:ext>
                  </a:extLst>
                </a:gridCol>
                <a:gridCol w="296863">
                  <a:extLst>
                    <a:ext uri="{9D8B030D-6E8A-4147-A177-3AD203B41FA5}">
                      <a16:colId xmlns:a16="http://schemas.microsoft.com/office/drawing/2014/main" val="20006"/>
                    </a:ext>
                  </a:extLst>
                </a:gridCol>
                <a:gridCol w="296862">
                  <a:extLst>
                    <a:ext uri="{9D8B030D-6E8A-4147-A177-3AD203B41FA5}">
                      <a16:colId xmlns:a16="http://schemas.microsoft.com/office/drawing/2014/main" val="20007"/>
                    </a:ext>
                  </a:extLst>
                </a:gridCol>
                <a:gridCol w="296863">
                  <a:extLst>
                    <a:ext uri="{9D8B030D-6E8A-4147-A177-3AD203B41FA5}">
                      <a16:colId xmlns:a16="http://schemas.microsoft.com/office/drawing/2014/main" val="20008"/>
                    </a:ext>
                  </a:extLst>
                </a:gridCol>
                <a:gridCol w="296862">
                  <a:extLst>
                    <a:ext uri="{9D8B030D-6E8A-4147-A177-3AD203B41FA5}">
                      <a16:colId xmlns:a16="http://schemas.microsoft.com/office/drawing/2014/main" val="20009"/>
                    </a:ext>
                  </a:extLst>
                </a:gridCol>
                <a:gridCol w="296863">
                  <a:extLst>
                    <a:ext uri="{9D8B030D-6E8A-4147-A177-3AD203B41FA5}">
                      <a16:colId xmlns:a16="http://schemas.microsoft.com/office/drawing/2014/main" val="20010"/>
                    </a:ext>
                  </a:extLst>
                </a:gridCol>
                <a:gridCol w="296862">
                  <a:extLst>
                    <a:ext uri="{9D8B030D-6E8A-4147-A177-3AD203B41FA5}">
                      <a16:colId xmlns:a16="http://schemas.microsoft.com/office/drawing/2014/main" val="20011"/>
                    </a:ext>
                  </a:extLst>
                </a:gridCol>
                <a:gridCol w="293688">
                  <a:extLst>
                    <a:ext uri="{9D8B030D-6E8A-4147-A177-3AD203B41FA5}">
                      <a16:colId xmlns:a16="http://schemas.microsoft.com/office/drawing/2014/main" val="20012"/>
                    </a:ext>
                  </a:extLst>
                </a:gridCol>
                <a:gridCol w="298450">
                  <a:extLst>
                    <a:ext uri="{9D8B030D-6E8A-4147-A177-3AD203B41FA5}">
                      <a16:colId xmlns:a16="http://schemas.microsoft.com/office/drawing/2014/main" val="20013"/>
                    </a:ext>
                  </a:extLst>
                </a:gridCol>
                <a:gridCol w="296862">
                  <a:extLst>
                    <a:ext uri="{9D8B030D-6E8A-4147-A177-3AD203B41FA5}">
                      <a16:colId xmlns:a16="http://schemas.microsoft.com/office/drawing/2014/main" val="20014"/>
                    </a:ext>
                  </a:extLst>
                </a:gridCol>
                <a:gridCol w="295275">
                  <a:extLst>
                    <a:ext uri="{9D8B030D-6E8A-4147-A177-3AD203B41FA5}">
                      <a16:colId xmlns:a16="http://schemas.microsoft.com/office/drawing/2014/main" val="20015"/>
                    </a:ext>
                  </a:extLst>
                </a:gridCol>
                <a:gridCol w="296863">
                  <a:extLst>
                    <a:ext uri="{9D8B030D-6E8A-4147-A177-3AD203B41FA5}">
                      <a16:colId xmlns:a16="http://schemas.microsoft.com/office/drawing/2014/main" val="20016"/>
                    </a:ext>
                  </a:extLst>
                </a:gridCol>
              </a:tblGrid>
              <a:tr h="236526">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endParaRPr kumimoji="0" lang="en-GB" sz="1400" b="1" i="0" u="none" strike="noStrike" cap="none" normalizeH="0" baseline="-25000">
                        <a:ln>
                          <a:noFill/>
                        </a:ln>
                        <a:solidFill>
                          <a:srgbClr val="000000"/>
                        </a:solidFill>
                        <a:effectLst/>
                        <a:latin typeface="Arial" charset="0"/>
                      </a:endParaRPr>
                    </a:p>
                  </a:txBody>
                  <a:tcPr marL="0" marR="0" marT="0" marB="0" anchor="ctr" horzOverflow="overflow">
                    <a:lnL cap="flat">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k</a:t>
                      </a:r>
                      <a:r>
                        <a:rPr kumimoji="0" lang="en-US" sz="1400" b="1" i="0" u="none" strike="noStrike" cap="none" normalizeH="0" baseline="-25000">
                          <a:ln>
                            <a:noFill/>
                          </a:ln>
                          <a:solidFill>
                            <a:srgbClr val="000000"/>
                          </a:solidFill>
                          <a:effectLst/>
                          <a:latin typeface="Arial" charset="0"/>
                        </a:rPr>
                        <a:t>0</a:t>
                      </a:r>
                    </a:p>
                  </a:txBody>
                  <a:tcPr marL="0" marR="0" marT="0" marB="0" anchor="ct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k</a:t>
                      </a:r>
                      <a:r>
                        <a:rPr kumimoji="0" lang="en-US" sz="1400" b="1" i="0" u="none" strike="noStrike" cap="none" normalizeH="0" baseline="-25000">
                          <a:ln>
                            <a:noFill/>
                          </a:ln>
                          <a:solidFill>
                            <a:srgbClr val="000000"/>
                          </a:solidFill>
                          <a:effectLst/>
                          <a:latin typeface="Arial" charset="0"/>
                        </a:rPr>
                        <a:t>1</a:t>
                      </a:r>
                    </a:p>
                  </a:txBody>
                  <a:tcPr marL="0" marR="0" marT="0" marB="0" anchor="ct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k</a:t>
                      </a:r>
                      <a:r>
                        <a:rPr kumimoji="0" lang="en-US" sz="1400" b="1" i="0" u="none" strike="noStrike" cap="none" normalizeH="0" baseline="-25000">
                          <a:ln>
                            <a:noFill/>
                          </a:ln>
                          <a:solidFill>
                            <a:srgbClr val="000000"/>
                          </a:solidFill>
                          <a:effectLst/>
                          <a:latin typeface="Arial" charset="0"/>
                        </a:rPr>
                        <a:t>2</a:t>
                      </a:r>
                    </a:p>
                  </a:txBody>
                  <a:tcPr marL="0" marR="0" marT="0" marB="0" anchor="ct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k</a:t>
                      </a:r>
                      <a:r>
                        <a:rPr kumimoji="0" lang="en-US" sz="1400" b="1" i="0" u="none" strike="noStrike" cap="none" normalizeH="0" baseline="-25000">
                          <a:ln>
                            <a:noFill/>
                          </a:ln>
                          <a:solidFill>
                            <a:srgbClr val="000000"/>
                          </a:solidFill>
                          <a:effectLst/>
                          <a:latin typeface="Arial" charset="0"/>
                        </a:rPr>
                        <a:t>3</a:t>
                      </a:r>
                    </a:p>
                  </a:txBody>
                  <a:tcPr marL="0" marR="0" marT="0" marB="0" anchor="ct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k</a:t>
                      </a:r>
                      <a:r>
                        <a:rPr kumimoji="0" lang="en-US" sz="1400" b="1" i="0" u="none" strike="noStrike" cap="none" normalizeH="0" baseline="-25000">
                          <a:ln>
                            <a:noFill/>
                          </a:ln>
                          <a:solidFill>
                            <a:srgbClr val="000000"/>
                          </a:solidFill>
                          <a:effectLst/>
                          <a:latin typeface="Arial" charset="0"/>
                        </a:rPr>
                        <a:t>4</a:t>
                      </a:r>
                    </a:p>
                  </a:txBody>
                  <a:tcPr marL="0" marR="0" marT="0" marB="0" anchor="ct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k</a:t>
                      </a:r>
                      <a:r>
                        <a:rPr kumimoji="0" lang="en-US" sz="1400" b="1" i="0" u="none" strike="noStrike" cap="none" normalizeH="0" baseline="-25000">
                          <a:ln>
                            <a:noFill/>
                          </a:ln>
                          <a:solidFill>
                            <a:srgbClr val="000000"/>
                          </a:solidFill>
                          <a:effectLst/>
                          <a:latin typeface="Arial" charset="0"/>
                        </a:rPr>
                        <a:t>5</a:t>
                      </a:r>
                    </a:p>
                  </a:txBody>
                  <a:tcPr marL="0" marR="0" marT="0" marB="0" anchor="ct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k</a:t>
                      </a:r>
                      <a:r>
                        <a:rPr kumimoji="0" lang="en-US" sz="1400" b="1" i="0" u="none" strike="noStrike" cap="none" normalizeH="0" baseline="-25000">
                          <a:ln>
                            <a:noFill/>
                          </a:ln>
                          <a:solidFill>
                            <a:srgbClr val="000000"/>
                          </a:solidFill>
                          <a:effectLst/>
                          <a:latin typeface="Arial" charset="0"/>
                        </a:rPr>
                        <a:t>6</a:t>
                      </a:r>
                    </a:p>
                  </a:txBody>
                  <a:tcPr marL="0" marR="0" marT="0" marB="0" anchor="ctr" horzOverflow="overflow">
                    <a:lnL>
                      <a:noFill/>
                    </a:lnL>
                    <a:lnR w="12700" cap="flat" cmpd="sng" algn="ctr">
                      <a:solidFill>
                        <a:schemeClr val="tx1"/>
                      </a:solidFill>
                      <a:prstDash val="sysDash"/>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folHlink"/>
                          </a:solidFill>
                          <a:effectLst/>
                          <a:latin typeface="Arial" charset="0"/>
                        </a:rPr>
                        <a:t>7</a:t>
                      </a:r>
                    </a:p>
                  </a:txBody>
                  <a:tcPr marL="0" marR="0" marT="0" marB="0" anchor="ctr" horzOverflow="overflow">
                    <a:lnL w="12700" cap="flat" cmpd="sng" algn="ctr">
                      <a:solidFill>
                        <a:schemeClr val="tx1"/>
                      </a:solidFill>
                      <a:prstDash val="sysDash"/>
                      <a:round/>
                      <a:headEnd type="none" w="med" len="med"/>
                      <a:tailEnd type="none" w="med" len="med"/>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folHlink"/>
                          </a:solidFill>
                          <a:effectLst/>
                          <a:latin typeface="Arial" charset="0"/>
                        </a:rPr>
                        <a:t>8</a:t>
                      </a:r>
                    </a:p>
                  </a:txBody>
                  <a:tcPr marL="0" marR="0" marT="0" marB="0" anchor="ct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folHlink"/>
                          </a:solidFill>
                          <a:effectLst/>
                          <a:latin typeface="Arial" charset="0"/>
                        </a:rPr>
                        <a:t>9</a:t>
                      </a:r>
                    </a:p>
                  </a:txBody>
                  <a:tcPr marL="0" marR="0" marT="0" marB="0" anchor="ct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folHlink"/>
                          </a:solidFill>
                          <a:effectLst/>
                          <a:latin typeface="Arial" charset="0"/>
                        </a:rPr>
                        <a:t>10</a:t>
                      </a:r>
                    </a:p>
                  </a:txBody>
                  <a:tcPr marL="0" marR="0" marT="0" marB="0" anchor="ct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folHlink"/>
                          </a:solidFill>
                          <a:effectLst/>
                          <a:latin typeface="Arial" charset="0"/>
                        </a:rPr>
                        <a:t>11</a:t>
                      </a:r>
                    </a:p>
                  </a:txBody>
                  <a:tcPr marL="0" marR="0" marT="0" marB="0" anchor="ct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folHlink"/>
                          </a:solidFill>
                          <a:effectLst/>
                          <a:latin typeface="Arial" charset="0"/>
                        </a:rPr>
                        <a:t>12</a:t>
                      </a:r>
                    </a:p>
                  </a:txBody>
                  <a:tcPr marL="0" marR="0" marT="0" marB="0" anchor="ct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folHlink"/>
                          </a:solidFill>
                          <a:effectLst/>
                          <a:latin typeface="Arial" charset="0"/>
                        </a:rPr>
                        <a:t>13</a:t>
                      </a:r>
                    </a:p>
                  </a:txBody>
                  <a:tcPr marL="0" marR="0" marT="0" marB="0" anchor="ct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folHlink"/>
                          </a:solidFill>
                          <a:effectLst/>
                          <a:latin typeface="Arial" charset="0"/>
                        </a:rPr>
                        <a:t>14</a:t>
                      </a:r>
                    </a:p>
                  </a:txBody>
                  <a:tcPr marL="0" marR="0" marT="0" marB="0" anchor="ct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folHlink"/>
                          </a:solidFill>
                          <a:effectLst/>
                          <a:latin typeface="Arial" charset="0"/>
                        </a:rPr>
                        <a:t>15</a:t>
                      </a:r>
                    </a:p>
                  </a:txBody>
                  <a:tcPr marL="0" marR="0" marT="0" marB="0" anchor="ctr" horzOverflow="overflow">
                    <a:lnL>
                      <a:noFill/>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36526">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k</a:t>
                      </a:r>
                      <a:r>
                        <a:rPr kumimoji="0" lang="en-US" sz="1400" b="1" i="0" u="none" strike="noStrike" cap="none" normalizeH="0" baseline="-25000">
                          <a:ln>
                            <a:noFill/>
                          </a:ln>
                          <a:solidFill>
                            <a:srgbClr val="000000"/>
                          </a:solidFill>
                          <a:effectLst/>
                          <a:latin typeface="Arial" charset="0"/>
                        </a:rPr>
                        <a:t>0</a:t>
                      </a:r>
                    </a:p>
                  </a:txBody>
                  <a:tcPr marL="0" marR="0" marT="0" marB="0" anchor="ct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1</a:t>
                      </a:r>
                    </a:p>
                  </a:txBody>
                  <a:tcPr marL="0" marR="0" marT="0" marB="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7</a:t>
                      </a: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1</a:t>
                      </a:r>
                    </a:p>
                  </a:txBody>
                  <a:tcPr marL="0" marR="0" marT="0" marB="0" anchor="ctr" horzOverflow="overflow">
                    <a:lnL w="12700" cap="flat" cmpd="sng" algn="ctr">
                      <a:solidFill>
                        <a:schemeClr val="tx1"/>
                      </a:solidFill>
                      <a:prstDash val="sysDash"/>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1</a:t>
                      </a: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dirty="0">
                          <a:ln>
                            <a:noFill/>
                          </a:ln>
                          <a:solidFill>
                            <a:schemeClr val="tx1"/>
                          </a:solidFill>
                          <a:effectLst/>
                          <a:latin typeface="Arial" charset="0"/>
                        </a:rPr>
                        <a:t>0</a:t>
                      </a: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cap="flat">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224028">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k</a:t>
                      </a:r>
                      <a:r>
                        <a:rPr kumimoji="0" lang="en-US" sz="1400" b="1" i="0" u="none" strike="noStrike" cap="none" normalizeH="0" baseline="-25000">
                          <a:ln>
                            <a:noFill/>
                          </a:ln>
                          <a:solidFill>
                            <a:srgbClr val="000000"/>
                          </a:solidFill>
                          <a:effectLst/>
                          <a:latin typeface="Arial" charset="0"/>
                        </a:rPr>
                        <a:t>1</a:t>
                      </a:r>
                    </a:p>
                  </a:txBody>
                  <a:tcPr marL="0" marR="0" marT="0" marB="0" anchor="ct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2</a:t>
                      </a: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2</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6</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w="12700" cap="flat" cmpd="sng" algn="ctr">
                      <a:solidFill>
                        <a:schemeClr val="tx1"/>
                      </a:solidFill>
                      <a:prstDash val="sysDash"/>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w="12700" cap="flat" cmpd="sng" algn="ctr">
                      <a:solidFill>
                        <a:schemeClr val="tx1"/>
                      </a:solidFill>
                      <a:prstDash val="sysDash"/>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236526">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k</a:t>
                      </a:r>
                      <a:r>
                        <a:rPr kumimoji="0" lang="en-US" sz="1400" b="1" i="0" u="none" strike="noStrike" cap="none" normalizeH="0" baseline="-25000">
                          <a:ln>
                            <a:noFill/>
                          </a:ln>
                          <a:solidFill>
                            <a:srgbClr val="000000"/>
                          </a:solidFill>
                          <a:effectLst/>
                          <a:latin typeface="Arial" charset="0"/>
                        </a:rPr>
                        <a:t>2</a:t>
                      </a:r>
                    </a:p>
                  </a:txBody>
                  <a:tcPr marL="0" marR="0" marT="0" marB="0" anchor="ct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3</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2</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5</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w="12700" cap="flat" cmpd="sng" algn="ctr">
                      <a:solidFill>
                        <a:schemeClr val="tx1"/>
                      </a:solidFill>
                      <a:prstDash val="sysDash"/>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w="12700" cap="flat" cmpd="sng" algn="ctr">
                      <a:solidFill>
                        <a:schemeClr val="tx1"/>
                      </a:solidFill>
                      <a:prstDash val="sysDash"/>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236526">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k</a:t>
                      </a:r>
                      <a:r>
                        <a:rPr kumimoji="0" lang="en-US" sz="1400" b="1" i="0" u="none" strike="noStrike" cap="none" normalizeH="0" baseline="-25000">
                          <a:ln>
                            <a:noFill/>
                          </a:ln>
                          <a:solidFill>
                            <a:srgbClr val="000000"/>
                          </a:solidFill>
                          <a:effectLst/>
                          <a:latin typeface="Arial" charset="0"/>
                        </a:rPr>
                        <a:t>3</a:t>
                      </a:r>
                    </a:p>
                  </a:txBody>
                  <a:tcPr marL="0" marR="0" marT="0" marB="0" anchor="ct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4</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2</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4</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w="12700" cap="flat" cmpd="sng" algn="ctr">
                      <a:solidFill>
                        <a:schemeClr val="tx1"/>
                      </a:solidFill>
                      <a:prstDash val="sysDash"/>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w="12700" cap="flat" cmpd="sng" algn="ctr">
                      <a:solidFill>
                        <a:schemeClr val="tx1"/>
                      </a:solidFill>
                      <a:prstDash val="sysDash"/>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dirty="0">
                          <a:ln>
                            <a:noFill/>
                          </a:ln>
                          <a:solidFill>
                            <a:schemeClr val="tx1"/>
                          </a:solidFill>
                          <a:effectLst/>
                          <a:latin typeface="Arial" charset="0"/>
                        </a:rPr>
                        <a:t>0</a:t>
                      </a:r>
                    </a:p>
                  </a:txBody>
                  <a:tcPr marL="0" marR="0" marT="0" marB="0"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236526">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k</a:t>
                      </a:r>
                      <a:r>
                        <a:rPr kumimoji="0" lang="en-US" sz="1400" b="1" i="0" u="none" strike="noStrike" cap="none" normalizeH="0" baseline="-25000">
                          <a:ln>
                            <a:noFill/>
                          </a:ln>
                          <a:solidFill>
                            <a:srgbClr val="000000"/>
                          </a:solidFill>
                          <a:effectLst/>
                          <a:latin typeface="Arial" charset="0"/>
                        </a:rPr>
                        <a:t>4</a:t>
                      </a:r>
                    </a:p>
                  </a:txBody>
                  <a:tcPr marL="0" marR="0" marT="0" marB="0" anchor="ct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5</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2</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3</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w="12700" cap="flat" cmpd="sng" algn="ctr">
                      <a:solidFill>
                        <a:schemeClr val="tx1"/>
                      </a:solidFill>
                      <a:prstDash val="sysDash"/>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w="12700" cap="flat" cmpd="sng" algn="ctr">
                      <a:solidFill>
                        <a:schemeClr val="tx1"/>
                      </a:solidFill>
                      <a:prstDash val="sysDash"/>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236526">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k</a:t>
                      </a:r>
                      <a:r>
                        <a:rPr kumimoji="0" lang="en-US" sz="1400" b="1" i="0" u="none" strike="noStrike" cap="none" normalizeH="0" baseline="-25000">
                          <a:ln>
                            <a:noFill/>
                          </a:ln>
                          <a:solidFill>
                            <a:srgbClr val="000000"/>
                          </a:solidFill>
                          <a:effectLst/>
                          <a:latin typeface="Arial" charset="0"/>
                        </a:rPr>
                        <a:t>5</a:t>
                      </a:r>
                    </a:p>
                  </a:txBody>
                  <a:tcPr marL="0" marR="0" marT="0" marB="0" anchor="ct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6</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2</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2</a:t>
                      </a:r>
                    </a:p>
                  </a:txBody>
                  <a:tcPr marL="0" marR="0" marT="0" marB="0" anchor="ctr" horzOverflow="overflow">
                    <a:lnL>
                      <a:noFill/>
                    </a:lnL>
                    <a:lnR w="12700" cap="flat" cmpd="sng" algn="ctr">
                      <a:solidFill>
                        <a:schemeClr val="tx1"/>
                      </a:solidFill>
                      <a:prstDash val="sysDash"/>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w="12700" cap="flat" cmpd="sng" algn="ctr">
                      <a:solidFill>
                        <a:schemeClr val="tx1"/>
                      </a:solidFill>
                      <a:prstDash val="sysDash"/>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6"/>
                  </a:ext>
                </a:extLst>
              </a:tr>
              <a:tr h="236526">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k</a:t>
                      </a:r>
                      <a:r>
                        <a:rPr kumimoji="0" lang="en-US" sz="1400" b="1" i="0" u="none" strike="noStrike" cap="none" normalizeH="0" baseline="-25000">
                          <a:ln>
                            <a:noFill/>
                          </a:ln>
                          <a:solidFill>
                            <a:srgbClr val="000000"/>
                          </a:solidFill>
                          <a:effectLst/>
                          <a:latin typeface="Arial" charset="0"/>
                        </a:rPr>
                        <a:t>6</a:t>
                      </a:r>
                    </a:p>
                  </a:txBody>
                  <a:tcPr marL="0" marR="0" marT="0" marB="0" anchor="ctr" horzOverflow="overflow">
                    <a:lnL cap="flat">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w="12700" cap="flat" cmpd="sng" algn="ctr">
                      <a:solidFill>
                        <a:schemeClr val="tx1"/>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w="12700" cap="flat" cmpd="sng" algn="ctr">
                      <a:solidFill>
                        <a:schemeClr val="tx1"/>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w="12700" cap="flat" cmpd="sng" algn="ctr">
                      <a:solidFill>
                        <a:schemeClr val="tx1"/>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w="12700" cap="flat" cmpd="sng" algn="ctr">
                      <a:solidFill>
                        <a:schemeClr val="tx1"/>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7</a:t>
                      </a:r>
                    </a:p>
                  </a:txBody>
                  <a:tcPr marL="0" marR="0" marT="0" marB="0" anchor="ctr" horzOverflow="overflow">
                    <a:lnL>
                      <a:noFill/>
                    </a:lnL>
                    <a:lnR>
                      <a:noFill/>
                    </a:lnR>
                    <a:lnT>
                      <a:noFill/>
                    </a:lnT>
                    <a:lnB w="12700" cap="flat" cmpd="sng" algn="ctr">
                      <a:solidFill>
                        <a:schemeClr val="tx1"/>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1</a:t>
                      </a:r>
                    </a:p>
                  </a:txBody>
                  <a:tcPr marL="0" marR="0" marT="0" marB="0" anchor="ctr" horzOverflow="overflow">
                    <a:lnL>
                      <a:noFill/>
                    </a:lnL>
                    <a:lnR w="12700" cap="flat" cmpd="sng" algn="ctr">
                      <a:solidFill>
                        <a:schemeClr val="tx1"/>
                      </a:solidFill>
                      <a:prstDash val="sysDash"/>
                      <a:round/>
                      <a:headEnd type="none" w="med" len="med"/>
                      <a:tailEnd type="none" w="med" len="med"/>
                    </a:lnR>
                    <a:lnT>
                      <a:noFill/>
                    </a:lnT>
                    <a:lnB w="12700" cap="flat" cmpd="sng" algn="ctr">
                      <a:solidFill>
                        <a:schemeClr val="tx1"/>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w="12700" cap="flat" cmpd="sng" algn="ctr">
                      <a:solidFill>
                        <a:schemeClr val="tx1"/>
                      </a:solidFill>
                      <a:prstDash val="sysDash"/>
                      <a:round/>
                      <a:headEnd type="none" w="med" len="med"/>
                      <a:tailEnd type="none" w="med" len="med"/>
                    </a:lnL>
                    <a:lnR>
                      <a:noFill/>
                    </a:lnR>
                    <a:lnT>
                      <a:noFill/>
                    </a:lnT>
                    <a:lnB w="12700" cap="flat" cmpd="sng" algn="ctr">
                      <a:solidFill>
                        <a:schemeClr val="tx1"/>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w="12700" cap="flat" cmpd="sng" algn="ctr">
                      <a:solidFill>
                        <a:schemeClr val="tx1"/>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w="12700" cap="flat" cmpd="sng" algn="ctr">
                      <a:solidFill>
                        <a:schemeClr val="tx1"/>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w="12700" cap="flat" cmpd="sng" algn="ctr">
                      <a:solidFill>
                        <a:schemeClr val="tx1"/>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w="12700" cap="flat" cmpd="sng" algn="ctr">
                      <a:solidFill>
                        <a:schemeClr val="tx1"/>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w="12700" cap="flat" cmpd="sng" algn="ctr">
                      <a:solidFill>
                        <a:schemeClr val="tx1"/>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w="12700" cap="flat" cmpd="sng" algn="ctr">
                      <a:solidFill>
                        <a:schemeClr val="tx1"/>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1</a:t>
                      </a:r>
                    </a:p>
                  </a:txBody>
                  <a:tcPr marL="0" marR="0" marT="0" marB="0" anchor="ctr" horzOverflow="overflow">
                    <a:lnL>
                      <a:noFill/>
                    </a:lnL>
                    <a:lnR>
                      <a:noFill/>
                    </a:lnR>
                    <a:lnT>
                      <a:noFill/>
                    </a:lnT>
                    <a:lnB w="12700" cap="flat" cmpd="sng" algn="ctr">
                      <a:solidFill>
                        <a:schemeClr val="tx1"/>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1</a:t>
                      </a:r>
                    </a:p>
                  </a:txBody>
                  <a:tcPr marL="0" marR="0" marT="0" marB="0" anchor="ctr" horzOverflow="overflow">
                    <a:lnL>
                      <a:noFill/>
                    </a:lnL>
                    <a:lnR cap="flat">
                      <a:noFill/>
                    </a:lnR>
                    <a:lnT>
                      <a:noFill/>
                    </a:lnT>
                    <a:lnB w="12700" cap="flat" cmpd="sng" algn="ctr">
                      <a:solidFill>
                        <a:schemeClr val="tx1"/>
                      </a:solidFill>
                      <a:prstDash val="sysDash"/>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38113">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folHlink"/>
                          </a:solidFill>
                          <a:effectLst/>
                          <a:latin typeface="Arial" charset="0"/>
                        </a:rPr>
                        <a:t>7</a:t>
                      </a:r>
                    </a:p>
                  </a:txBody>
                  <a:tcPr marL="0" marR="0" marT="0" marB="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ysDash"/>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1</a:t>
                      </a:r>
                    </a:p>
                  </a:txBody>
                  <a:tcPr marL="0" marR="0" marT="0" marB="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ysDash"/>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w="12700" cap="flat" cmpd="sng" algn="ctr">
                      <a:solidFill>
                        <a:schemeClr val="tx1"/>
                      </a:solidFill>
                      <a:prstDash val="sysDash"/>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w="12700" cap="flat" cmpd="sng" algn="ctr">
                      <a:solidFill>
                        <a:schemeClr val="tx1"/>
                      </a:solidFill>
                      <a:prstDash val="sysDash"/>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w="12700" cap="flat" cmpd="sng" algn="ctr">
                      <a:solidFill>
                        <a:schemeClr val="tx1"/>
                      </a:solidFill>
                      <a:prstDash val="sysDash"/>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w="12700" cap="flat" cmpd="sng" algn="ctr">
                      <a:solidFill>
                        <a:schemeClr val="tx1"/>
                      </a:solidFill>
                      <a:prstDash val="sysDash"/>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w="12700" cap="flat" cmpd="sng" algn="ctr">
                      <a:solidFill>
                        <a:schemeClr val="tx1"/>
                      </a:solidFill>
                      <a:prstDash val="sysDash"/>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1</a:t>
                      </a:r>
                    </a:p>
                  </a:txBody>
                  <a:tcPr marL="0" marR="0" marT="0" marB="0" anchor="ctr" horzOverflow="overflow">
                    <a:lnL w="12700" cap="flat" cmpd="sng" algn="ctr">
                      <a:solidFill>
                        <a:schemeClr val="tx1"/>
                      </a:solidFill>
                      <a:prstDash val="sysDash"/>
                      <a:round/>
                      <a:headEnd type="none" w="med" len="med"/>
                      <a:tailEnd type="none" w="med" len="med"/>
                    </a:lnL>
                    <a:lnR>
                      <a:noFill/>
                    </a:lnR>
                    <a:lnT w="12700" cap="flat" cmpd="sng" algn="ctr">
                      <a:solidFill>
                        <a:schemeClr val="tx1"/>
                      </a:solidFill>
                      <a:prstDash val="sysDash"/>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339933"/>
                          </a:solidFill>
                          <a:effectLst/>
                          <a:latin typeface="Arial" charset="0"/>
                        </a:rPr>
                        <a:t>21</a:t>
                      </a:r>
                    </a:p>
                  </a:txBody>
                  <a:tcPr marL="0" marR="0" marT="0" marB="0" anchor="ctr" horzOverflow="overflow">
                    <a:lnL>
                      <a:noFill/>
                    </a:lnL>
                    <a:lnR>
                      <a:noFill/>
                    </a:lnR>
                    <a:lnT w="12700" cap="flat" cmpd="sng" algn="ctr">
                      <a:solidFill>
                        <a:schemeClr val="tx1"/>
                      </a:solidFill>
                      <a:prstDash val="sysDash"/>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339933"/>
                          </a:solidFill>
                          <a:effectLst/>
                          <a:latin typeface="Arial" charset="0"/>
                        </a:rPr>
                        <a:t>15</a:t>
                      </a:r>
                    </a:p>
                  </a:txBody>
                  <a:tcPr marL="0" marR="0" marT="0" marB="0" anchor="ctr" horzOverflow="overflow">
                    <a:lnL>
                      <a:noFill/>
                    </a:lnL>
                    <a:lnR>
                      <a:noFill/>
                    </a:lnR>
                    <a:lnT w="12700" cap="flat" cmpd="sng" algn="ctr">
                      <a:solidFill>
                        <a:schemeClr val="tx1"/>
                      </a:solidFill>
                      <a:prstDash val="sysDash"/>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339933"/>
                          </a:solidFill>
                          <a:effectLst/>
                          <a:latin typeface="Arial" charset="0"/>
                        </a:rPr>
                        <a:t>10</a:t>
                      </a:r>
                    </a:p>
                  </a:txBody>
                  <a:tcPr marL="0" marR="0" marT="0" marB="0" anchor="ctr" horzOverflow="overflow">
                    <a:lnL>
                      <a:noFill/>
                    </a:lnL>
                    <a:lnR>
                      <a:noFill/>
                    </a:lnR>
                    <a:lnT w="12700" cap="flat" cmpd="sng" algn="ctr">
                      <a:solidFill>
                        <a:schemeClr val="tx1"/>
                      </a:solidFill>
                      <a:prstDash val="sysDash"/>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339933"/>
                          </a:solidFill>
                          <a:effectLst/>
                          <a:latin typeface="Arial" charset="0"/>
                        </a:rPr>
                        <a:t>6</a:t>
                      </a:r>
                    </a:p>
                  </a:txBody>
                  <a:tcPr marL="0" marR="0" marT="0" marB="0" anchor="ctr" horzOverflow="overflow">
                    <a:lnL>
                      <a:noFill/>
                    </a:lnL>
                    <a:lnR>
                      <a:noFill/>
                    </a:lnR>
                    <a:lnT w="12700" cap="flat" cmpd="sng" algn="ctr">
                      <a:solidFill>
                        <a:schemeClr val="tx1"/>
                      </a:solidFill>
                      <a:prstDash val="sysDash"/>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339933"/>
                          </a:solidFill>
                          <a:effectLst/>
                          <a:latin typeface="Arial" charset="0"/>
                        </a:rPr>
                        <a:t>3</a:t>
                      </a:r>
                    </a:p>
                  </a:txBody>
                  <a:tcPr marL="0" marR="0" marT="0" marB="0" anchor="ctr" horzOverflow="overflow">
                    <a:lnL>
                      <a:noFill/>
                    </a:lnL>
                    <a:lnR>
                      <a:noFill/>
                    </a:lnR>
                    <a:lnT w="12700" cap="flat" cmpd="sng" algn="ctr">
                      <a:solidFill>
                        <a:schemeClr val="tx1"/>
                      </a:solidFill>
                      <a:prstDash val="sysDash"/>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339933"/>
                          </a:solidFill>
                          <a:effectLst/>
                          <a:latin typeface="Arial" charset="0"/>
                        </a:rPr>
                        <a:t>1</a:t>
                      </a:r>
                    </a:p>
                  </a:txBody>
                  <a:tcPr marL="0" marR="0" marT="0" marB="0" anchor="ctr" horzOverflow="overflow">
                    <a:lnL>
                      <a:noFill/>
                    </a:lnL>
                    <a:lnR>
                      <a:noFill/>
                    </a:lnR>
                    <a:lnT w="12700" cap="flat" cmpd="sng" algn="ctr">
                      <a:solidFill>
                        <a:schemeClr val="tx1"/>
                      </a:solidFill>
                      <a:prstDash val="sysDash"/>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339933"/>
                          </a:solidFill>
                          <a:effectLst/>
                          <a:latin typeface="Arial" charset="0"/>
                        </a:rPr>
                        <a:t>0</a:t>
                      </a:r>
                    </a:p>
                  </a:txBody>
                  <a:tcPr marL="0" marR="0" marT="0" marB="0" anchor="ctr" horzOverflow="overflow">
                    <a:lnL>
                      <a:noFill/>
                    </a:lnL>
                    <a:lnR>
                      <a:noFill/>
                    </a:lnR>
                    <a:lnT w="12700" cap="flat" cmpd="sng" algn="ctr">
                      <a:solidFill>
                        <a:schemeClr val="tx1"/>
                      </a:solidFill>
                      <a:prstDash val="sysDash"/>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339933"/>
                          </a:solidFill>
                          <a:effectLst/>
                          <a:latin typeface="Arial" charset="0"/>
                        </a:rPr>
                        <a:t>0</a:t>
                      </a:r>
                    </a:p>
                  </a:txBody>
                  <a:tcPr marL="0" marR="0" marT="0" marB="0" anchor="ctr" horzOverflow="overflow">
                    <a:lnL>
                      <a:noFill/>
                    </a:lnL>
                    <a:lnR cap="flat">
                      <a:noFill/>
                    </a:lnR>
                    <a:lnT w="12700" cap="flat" cmpd="sng" algn="ctr">
                      <a:solidFill>
                        <a:schemeClr val="tx1"/>
                      </a:solidFill>
                      <a:prstDash val="sysDash"/>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8"/>
                  </a:ext>
                </a:extLst>
              </a:tr>
              <a:tr h="236526">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folHlink"/>
                          </a:solidFill>
                          <a:effectLst/>
                          <a:latin typeface="Arial" charset="0"/>
                        </a:rPr>
                        <a:t>8</a:t>
                      </a:r>
                    </a:p>
                  </a:txBody>
                  <a:tcPr marL="0" marR="0" marT="0" marB="0" anchor="ct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1</a:t>
                      </a: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w="12700" cap="flat" cmpd="sng" algn="ctr">
                      <a:solidFill>
                        <a:schemeClr val="tx1"/>
                      </a:solidFill>
                      <a:prstDash val="sysDash"/>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339933"/>
                          </a:solidFill>
                          <a:effectLst/>
                          <a:latin typeface="Arial" charset="0"/>
                        </a:rPr>
                        <a:t>21</a:t>
                      </a:r>
                    </a:p>
                  </a:txBody>
                  <a:tcPr marL="0" marR="0" marT="0" marB="0" anchor="ctr" horzOverflow="overflow">
                    <a:lnL w="12700" cap="flat" cmpd="sng" algn="ctr">
                      <a:solidFill>
                        <a:schemeClr val="tx1"/>
                      </a:solidFill>
                      <a:prstDash val="sysDash"/>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339933"/>
                          </a:solidFill>
                          <a:effectLst/>
                          <a:latin typeface="Arial" charset="0"/>
                        </a:rPr>
                        <a:t>15</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339933"/>
                          </a:solidFill>
                          <a:effectLst/>
                          <a:latin typeface="Arial" charset="0"/>
                        </a:rPr>
                        <a:t>10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339933"/>
                          </a:solidFill>
                          <a:effectLst/>
                          <a:latin typeface="Arial" charset="0"/>
                        </a:rPr>
                        <a:t>6</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339933"/>
                          </a:solidFill>
                          <a:effectLst/>
                          <a:latin typeface="Arial" charset="0"/>
                        </a:rPr>
                        <a:t>3</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339933"/>
                          </a:solidFill>
                          <a:effectLst/>
                          <a:latin typeface="Arial" charset="0"/>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339933"/>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339933"/>
                          </a:solidFill>
                          <a:effectLst/>
                          <a:latin typeface="Arial" charset="0"/>
                        </a:rPr>
                        <a:t>0</a:t>
                      </a:r>
                    </a:p>
                  </a:txBody>
                  <a:tcPr marL="0" marR="0" marT="0" marB="0"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9"/>
                  </a:ext>
                </a:extLst>
              </a:tr>
              <a:tr h="236526">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folHlink"/>
                          </a:solidFill>
                          <a:effectLst/>
                          <a:latin typeface="Arial" charset="0"/>
                        </a:rPr>
                        <a:t>9</a:t>
                      </a:r>
                    </a:p>
                  </a:txBody>
                  <a:tcPr marL="0" marR="0" marT="0" marB="0" anchor="ct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w="12700" cap="flat" cmpd="sng" algn="ctr">
                      <a:solidFill>
                        <a:schemeClr val="tx1"/>
                      </a:solidFill>
                      <a:prstDash val="sysDash"/>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339933"/>
                          </a:solidFill>
                          <a:effectLst/>
                          <a:latin typeface="Arial" charset="0"/>
                        </a:rPr>
                        <a:t>15</a:t>
                      </a:r>
                    </a:p>
                  </a:txBody>
                  <a:tcPr marL="0" marR="0" marT="0" marB="0" anchor="ctr" horzOverflow="overflow">
                    <a:lnL w="12700" cap="flat" cmpd="sng" algn="ctr">
                      <a:solidFill>
                        <a:schemeClr val="tx1"/>
                      </a:solidFill>
                      <a:prstDash val="sysDash"/>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339933"/>
                          </a:solidFill>
                          <a:effectLst/>
                          <a:latin typeface="Arial" charset="0"/>
                        </a:rPr>
                        <a:t>15</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339933"/>
                          </a:solidFill>
                          <a:effectLst/>
                          <a:latin typeface="Arial" charset="0"/>
                        </a:rPr>
                        <a:t>11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339933"/>
                          </a:solidFill>
                          <a:effectLst/>
                          <a:latin typeface="Arial" charset="0"/>
                        </a:rPr>
                        <a:t>7</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339933"/>
                          </a:solidFill>
                          <a:effectLst/>
                          <a:latin typeface="Arial" charset="0"/>
                        </a:rPr>
                        <a:t>4</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339933"/>
                          </a:solidFill>
                          <a:effectLst/>
                          <a:latin typeface="Arial" charset="0"/>
                        </a:rPr>
                        <a:t>2</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339933"/>
                          </a:solidFill>
                          <a:effectLst/>
                          <a:latin typeface="Arial" charset="0"/>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339933"/>
                          </a:solidFill>
                          <a:effectLst/>
                          <a:latin typeface="Arial" charset="0"/>
                        </a:rPr>
                        <a:t>1</a:t>
                      </a:r>
                    </a:p>
                  </a:txBody>
                  <a:tcPr marL="0" marR="0" marT="0" marB="0"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10"/>
                  </a:ext>
                </a:extLst>
              </a:tr>
              <a:tr h="236526">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folHlink"/>
                          </a:solidFill>
                          <a:effectLst/>
                          <a:latin typeface="Arial" charset="0"/>
                        </a:rPr>
                        <a:t>10</a:t>
                      </a:r>
                    </a:p>
                  </a:txBody>
                  <a:tcPr marL="0" marR="0" marT="0" marB="0" anchor="ct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w="12700" cap="flat" cmpd="sng" algn="ctr">
                      <a:solidFill>
                        <a:schemeClr val="tx1"/>
                      </a:solidFill>
                      <a:prstDash val="sysDash"/>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339933"/>
                          </a:solidFill>
                          <a:effectLst/>
                          <a:latin typeface="Arial" charset="0"/>
                        </a:rPr>
                        <a:t>10</a:t>
                      </a:r>
                    </a:p>
                  </a:txBody>
                  <a:tcPr marL="0" marR="0" marT="0" marB="0" anchor="ctr" horzOverflow="overflow">
                    <a:lnL w="12700" cap="flat" cmpd="sng" algn="ctr">
                      <a:solidFill>
                        <a:schemeClr val="tx1"/>
                      </a:solidFill>
                      <a:prstDash val="sysDash"/>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339933"/>
                          </a:solidFill>
                          <a:effectLst/>
                          <a:latin typeface="Arial" charset="0"/>
                        </a:rPr>
                        <a:t>10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339933"/>
                          </a:solidFill>
                          <a:effectLst/>
                          <a:latin typeface="Arial" charset="0"/>
                        </a:rPr>
                        <a:t>11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339933"/>
                          </a:solidFill>
                          <a:effectLst/>
                          <a:latin typeface="Arial" charset="0"/>
                        </a:rPr>
                        <a:t>9</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339933"/>
                          </a:solidFill>
                          <a:effectLst/>
                          <a:latin typeface="Arial" charset="0"/>
                        </a:rPr>
                        <a:t>6</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339933"/>
                          </a:solidFill>
                          <a:effectLst/>
                          <a:latin typeface="Arial" charset="0"/>
                        </a:rPr>
                        <a:t>4</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339933"/>
                          </a:solidFill>
                          <a:effectLst/>
                          <a:latin typeface="Arial" charset="0"/>
                        </a:rPr>
                        <a:t>3</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339933"/>
                          </a:solidFill>
                          <a:effectLst/>
                          <a:latin typeface="Arial" charset="0"/>
                        </a:rPr>
                        <a:t>3</a:t>
                      </a:r>
                    </a:p>
                  </a:txBody>
                  <a:tcPr marL="0" marR="0" marT="0" marB="0"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11"/>
                  </a:ext>
                </a:extLst>
              </a:tr>
              <a:tr h="236526">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folHlink"/>
                          </a:solidFill>
                          <a:effectLst/>
                          <a:latin typeface="Arial" charset="0"/>
                        </a:rPr>
                        <a:t>11</a:t>
                      </a:r>
                    </a:p>
                  </a:txBody>
                  <a:tcPr marL="0" marR="0" marT="0" marB="0" anchor="ct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w="12700" cap="flat" cmpd="sng" algn="ctr">
                      <a:solidFill>
                        <a:schemeClr val="tx1"/>
                      </a:solidFill>
                      <a:prstDash val="sysDash"/>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339933"/>
                          </a:solidFill>
                          <a:effectLst/>
                          <a:latin typeface="Arial" charset="0"/>
                        </a:rPr>
                        <a:t>6</a:t>
                      </a:r>
                    </a:p>
                  </a:txBody>
                  <a:tcPr marL="0" marR="0" marT="0" marB="0" anchor="ctr" horzOverflow="overflow">
                    <a:lnL w="12700" cap="flat" cmpd="sng" algn="ctr">
                      <a:solidFill>
                        <a:schemeClr val="tx1"/>
                      </a:solidFill>
                      <a:prstDash val="sysDash"/>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339933"/>
                          </a:solidFill>
                          <a:effectLst/>
                          <a:latin typeface="Arial" charset="0"/>
                        </a:rPr>
                        <a:t>6</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339933"/>
                          </a:solidFill>
                          <a:effectLst/>
                          <a:latin typeface="Arial" charset="0"/>
                        </a:rPr>
                        <a:t>7</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339933"/>
                          </a:solidFill>
                          <a:effectLst/>
                          <a:latin typeface="Arial" charset="0"/>
                        </a:rPr>
                        <a:t>9</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339933"/>
                          </a:solidFill>
                          <a:effectLst/>
                          <a:latin typeface="Arial" charset="0"/>
                        </a:rPr>
                        <a:t>9</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339933"/>
                          </a:solidFill>
                          <a:effectLst/>
                          <a:latin typeface="Arial" charset="0"/>
                        </a:rPr>
                        <a:t>7</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339933"/>
                          </a:solidFill>
                          <a:effectLst/>
                          <a:latin typeface="Arial" charset="0"/>
                        </a:rPr>
                        <a:t>6</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339933"/>
                          </a:solidFill>
                          <a:effectLst/>
                          <a:latin typeface="Arial" charset="0"/>
                        </a:rPr>
                        <a:t>6</a:t>
                      </a:r>
                    </a:p>
                  </a:txBody>
                  <a:tcPr marL="0" marR="0" marT="0" marB="0"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12"/>
                  </a:ext>
                </a:extLst>
              </a:tr>
              <a:tr h="236526">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folHlink"/>
                          </a:solidFill>
                          <a:effectLst/>
                          <a:latin typeface="Arial" charset="0"/>
                        </a:rPr>
                        <a:t>12</a:t>
                      </a:r>
                    </a:p>
                  </a:txBody>
                  <a:tcPr marL="0" marR="0" marT="0" marB="0" anchor="ct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w="12700" cap="flat" cmpd="sng" algn="ctr">
                      <a:solidFill>
                        <a:schemeClr val="tx1"/>
                      </a:solidFill>
                      <a:prstDash val="sysDash"/>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339933"/>
                          </a:solidFill>
                          <a:effectLst/>
                          <a:latin typeface="Arial" charset="0"/>
                        </a:rPr>
                        <a:t>3</a:t>
                      </a:r>
                    </a:p>
                  </a:txBody>
                  <a:tcPr marL="0" marR="0" marT="0" marB="0" anchor="ctr" horzOverflow="overflow">
                    <a:lnL w="12700" cap="flat" cmpd="sng" algn="ctr">
                      <a:solidFill>
                        <a:schemeClr val="tx1"/>
                      </a:solidFill>
                      <a:prstDash val="sysDash"/>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339933"/>
                          </a:solidFill>
                          <a:effectLst/>
                          <a:latin typeface="Arial" charset="0"/>
                        </a:rPr>
                        <a:t>3</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339933"/>
                          </a:solidFill>
                          <a:effectLst/>
                          <a:latin typeface="Arial" charset="0"/>
                        </a:rPr>
                        <a:t>4</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339933"/>
                          </a:solidFill>
                          <a:effectLst/>
                          <a:latin typeface="Arial" charset="0"/>
                        </a:rPr>
                        <a:t>6</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339933"/>
                          </a:solidFill>
                          <a:effectLst/>
                          <a:latin typeface="Arial" charset="0"/>
                        </a:rPr>
                        <a:t>9</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339933"/>
                          </a:solidFill>
                          <a:effectLst/>
                          <a:latin typeface="Arial" charset="0"/>
                        </a:rPr>
                        <a:t>11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339933"/>
                          </a:solidFill>
                          <a:effectLst/>
                          <a:latin typeface="Arial" charset="0"/>
                        </a:rPr>
                        <a:t>10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339933"/>
                          </a:solidFill>
                          <a:effectLst/>
                          <a:latin typeface="Arial" charset="0"/>
                        </a:rPr>
                        <a:t>10</a:t>
                      </a:r>
                    </a:p>
                  </a:txBody>
                  <a:tcPr marL="0" marR="0" marT="0" marB="0"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13"/>
                  </a:ext>
                </a:extLst>
              </a:tr>
              <a:tr h="236526">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folHlink"/>
                          </a:solidFill>
                          <a:effectLst/>
                          <a:latin typeface="Arial" charset="0"/>
                        </a:rPr>
                        <a:t>13</a:t>
                      </a:r>
                    </a:p>
                  </a:txBody>
                  <a:tcPr marL="0" marR="0" marT="0" marB="0" anchor="ct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w="12700" cap="flat" cmpd="sng" algn="ctr">
                      <a:solidFill>
                        <a:schemeClr val="tx1"/>
                      </a:solidFill>
                      <a:prstDash val="sysDash"/>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339933"/>
                          </a:solidFill>
                          <a:effectLst/>
                          <a:latin typeface="Arial" charset="0"/>
                        </a:rPr>
                        <a:t>1</a:t>
                      </a:r>
                    </a:p>
                  </a:txBody>
                  <a:tcPr marL="0" marR="0" marT="0" marB="0" anchor="ctr" horzOverflow="overflow">
                    <a:lnL w="12700" cap="flat" cmpd="sng" algn="ctr">
                      <a:solidFill>
                        <a:schemeClr val="tx1"/>
                      </a:solidFill>
                      <a:prstDash val="sysDash"/>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339933"/>
                          </a:solidFill>
                          <a:effectLst/>
                          <a:latin typeface="Arial" charset="0"/>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339933"/>
                          </a:solidFill>
                          <a:effectLst/>
                          <a:latin typeface="Arial" charset="0"/>
                        </a:rPr>
                        <a:t>2</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339933"/>
                          </a:solidFill>
                          <a:effectLst/>
                          <a:latin typeface="Arial" charset="0"/>
                        </a:rPr>
                        <a:t>4</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339933"/>
                          </a:solidFill>
                          <a:effectLst/>
                          <a:latin typeface="Arial" charset="0"/>
                        </a:rPr>
                        <a:t>7</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339933"/>
                          </a:solidFill>
                          <a:effectLst/>
                          <a:latin typeface="Arial" charset="0"/>
                        </a:rPr>
                        <a:t>11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339933"/>
                          </a:solidFill>
                          <a:effectLst/>
                          <a:latin typeface="Arial" charset="0"/>
                        </a:rPr>
                        <a:t>15</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339933"/>
                          </a:solidFill>
                          <a:effectLst/>
                          <a:latin typeface="Arial" charset="0"/>
                        </a:rPr>
                        <a:t>15</a:t>
                      </a:r>
                    </a:p>
                  </a:txBody>
                  <a:tcPr marL="0" marR="0" marT="0" marB="0"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14"/>
                  </a:ext>
                </a:extLst>
              </a:tr>
              <a:tr h="236526">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folHlink"/>
                          </a:solidFill>
                          <a:effectLst/>
                          <a:latin typeface="Arial" charset="0"/>
                        </a:rPr>
                        <a:t>14</a:t>
                      </a:r>
                    </a:p>
                  </a:txBody>
                  <a:tcPr marL="0" marR="0" marT="0" marB="0" anchor="ct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1</a:t>
                      </a:r>
                    </a:p>
                  </a:txBody>
                  <a:tcPr marL="0" marR="0" marT="0" marB="0" anchor="ctr" horzOverflow="overflow">
                    <a:lnL>
                      <a:noFill/>
                    </a:lnL>
                    <a:lnR w="12700" cap="flat" cmpd="sng" algn="ctr">
                      <a:solidFill>
                        <a:schemeClr val="tx1"/>
                      </a:solidFill>
                      <a:prstDash val="sysDash"/>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339933"/>
                          </a:solidFill>
                          <a:effectLst/>
                          <a:latin typeface="Arial" charset="0"/>
                        </a:rPr>
                        <a:t>0</a:t>
                      </a:r>
                    </a:p>
                  </a:txBody>
                  <a:tcPr marL="0" marR="0" marT="0" marB="0" anchor="ctr" horzOverflow="overflow">
                    <a:lnL w="12700" cap="flat" cmpd="sng" algn="ctr">
                      <a:solidFill>
                        <a:schemeClr val="tx1"/>
                      </a:solidFill>
                      <a:prstDash val="sysDash"/>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339933"/>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339933"/>
                          </a:solidFill>
                          <a:effectLst/>
                          <a:latin typeface="Arial" charset="0"/>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339933"/>
                          </a:solidFill>
                          <a:effectLst/>
                          <a:latin typeface="Arial" charset="0"/>
                        </a:rPr>
                        <a:t>3</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339933"/>
                          </a:solidFill>
                          <a:effectLst/>
                          <a:latin typeface="Arial" charset="0"/>
                        </a:rPr>
                        <a:t>6</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339933"/>
                          </a:solidFill>
                          <a:effectLst/>
                          <a:latin typeface="Arial" charset="0"/>
                        </a:rPr>
                        <a:t>10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339933"/>
                          </a:solidFill>
                          <a:effectLst/>
                          <a:latin typeface="Arial" charset="0"/>
                        </a:rPr>
                        <a:t>15</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339933"/>
                          </a:solidFill>
                          <a:effectLst/>
                          <a:latin typeface="Arial" charset="0"/>
                        </a:rPr>
                        <a:t>21</a:t>
                      </a:r>
                    </a:p>
                  </a:txBody>
                  <a:tcPr marL="0" marR="0" marT="0" marB="0"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15"/>
                  </a:ext>
                </a:extLst>
              </a:tr>
              <a:tr h="236526">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folHlink"/>
                          </a:solidFill>
                          <a:effectLst/>
                          <a:latin typeface="Arial" charset="0"/>
                        </a:rPr>
                        <a:t>15</a:t>
                      </a:r>
                    </a:p>
                  </a:txBody>
                  <a:tcPr marL="0" marR="0" marT="0" marB="0" anchor="ctr" horzOverflow="overflow">
                    <a:lnL cap="flat">
                      <a:noFill/>
                    </a:lnL>
                    <a:lnR w="12700"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1</a:t>
                      </a:r>
                    </a:p>
                  </a:txBody>
                  <a:tcPr marL="0" marR="0" marT="0" marB="0" anchor="ctr" horzOverflow="overflow">
                    <a:lnL>
                      <a:noFill/>
                    </a:lnL>
                    <a:lnR w="12700" cap="flat" cmpd="sng" algn="ctr">
                      <a:solidFill>
                        <a:schemeClr val="tx1"/>
                      </a:solidFill>
                      <a:prstDash val="sysDash"/>
                      <a:round/>
                      <a:headEnd type="none" w="med" len="med"/>
                      <a:tailEnd type="none" w="med" len="med"/>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339933"/>
                          </a:solidFill>
                          <a:effectLst/>
                          <a:latin typeface="Arial" charset="0"/>
                        </a:rPr>
                        <a:t>0</a:t>
                      </a:r>
                    </a:p>
                  </a:txBody>
                  <a:tcPr marL="0" marR="0" marT="0" marB="0" anchor="ctr" horzOverflow="overflow">
                    <a:lnL w="12700" cap="flat" cmpd="sng" algn="ctr">
                      <a:solidFill>
                        <a:schemeClr val="tx1"/>
                      </a:solidFill>
                      <a:prstDash val="sysDash"/>
                      <a:round/>
                      <a:headEnd type="none" w="med" len="med"/>
                      <a:tailEnd type="none" w="med" len="med"/>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339933"/>
                          </a:solidFill>
                          <a:effectLst/>
                          <a:latin typeface="Arial" charset="0"/>
                        </a:rPr>
                        <a:t>0</a:t>
                      </a:r>
                    </a:p>
                  </a:txBody>
                  <a:tcPr marL="0" marR="0" marT="0" marB="0" anchor="ct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339933"/>
                          </a:solidFill>
                          <a:effectLst/>
                          <a:latin typeface="Arial" charset="0"/>
                        </a:rPr>
                        <a:t>1</a:t>
                      </a:r>
                    </a:p>
                  </a:txBody>
                  <a:tcPr marL="0" marR="0" marT="0" marB="0" anchor="ct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339933"/>
                          </a:solidFill>
                          <a:effectLst/>
                          <a:latin typeface="Arial" charset="0"/>
                        </a:rPr>
                        <a:t>3</a:t>
                      </a:r>
                    </a:p>
                  </a:txBody>
                  <a:tcPr marL="0" marR="0" marT="0" marB="0" anchor="ct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339933"/>
                          </a:solidFill>
                          <a:effectLst/>
                          <a:latin typeface="Arial" charset="0"/>
                        </a:rPr>
                        <a:t>6</a:t>
                      </a:r>
                    </a:p>
                  </a:txBody>
                  <a:tcPr marL="0" marR="0" marT="0" marB="0" anchor="ct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339933"/>
                          </a:solidFill>
                          <a:effectLst/>
                          <a:latin typeface="Arial" charset="0"/>
                        </a:rPr>
                        <a:t>10</a:t>
                      </a:r>
                    </a:p>
                  </a:txBody>
                  <a:tcPr marL="0" marR="0" marT="0" marB="0" anchor="ct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339933"/>
                          </a:solidFill>
                          <a:effectLst/>
                          <a:latin typeface="Arial" charset="0"/>
                        </a:rPr>
                        <a:t>15</a:t>
                      </a:r>
                    </a:p>
                  </a:txBody>
                  <a:tcPr marL="0" marR="0" marT="0" marB="0" anchor="ct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339933"/>
                          </a:solidFill>
                          <a:effectLst/>
                          <a:latin typeface="Arial" charset="0"/>
                        </a:rPr>
                        <a:t>0</a:t>
                      </a:r>
                    </a:p>
                  </a:txBody>
                  <a:tcPr marL="0" marR="0" marT="0" marB="0" anchor="ct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dirty="0">
                          <a:ln>
                            <a:noFill/>
                          </a:ln>
                          <a:solidFill>
                            <a:schemeClr val="tx1"/>
                          </a:solidFill>
                          <a:effectLst/>
                          <a:latin typeface="Arial" charset="0"/>
                        </a:rPr>
                        <a:t>1</a:t>
                      </a:r>
                    </a:p>
                  </a:txBody>
                  <a:tcPr marL="0" marR="0" marT="0" marB="0" anchor="ctr"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16"/>
                  </a:ext>
                </a:extLst>
              </a:tr>
            </a:tbl>
          </a:graphicData>
        </a:graphic>
      </p:graphicFrame>
    </p:spTree>
    <p:custDataLst>
      <p:tags r:id="rId1"/>
    </p:custDataLst>
    <p:extLst>
      <p:ext uri="{BB962C8B-B14F-4D97-AF65-F5344CB8AC3E}">
        <p14:creationId xmlns:p14="http://schemas.microsoft.com/office/powerpoint/2010/main" val="7990087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A26A131-2EF8-F62A-B53B-ABF646A87E86}"/>
              </a:ext>
            </a:extLst>
          </p:cNvPr>
          <p:cNvSpPr>
            <a:spLocks noGrp="1"/>
          </p:cNvSpPr>
          <p:nvPr>
            <p:ph type="title"/>
          </p:nvPr>
        </p:nvSpPr>
        <p:spPr>
          <a:xfrm>
            <a:off x="964053" y="228379"/>
            <a:ext cx="10263893" cy="782357"/>
          </a:xfrm>
        </p:spPr>
        <p:txBody>
          <a:bodyPr/>
          <a:lstStyle/>
          <a:p>
            <a:r>
              <a:rPr lang="en-US" altLang="nl-NL" dirty="0"/>
              <a:t>Triangular numbers</a:t>
            </a:r>
            <a:endParaRPr lang="it-IT" dirty="0"/>
          </a:p>
        </p:txBody>
      </p:sp>
      <p:sp>
        <p:nvSpPr>
          <p:cNvPr id="4" name="Rectangle 4">
            <a:extLst>
              <a:ext uri="{FF2B5EF4-FFF2-40B4-BE49-F238E27FC236}">
                <a16:creationId xmlns:a16="http://schemas.microsoft.com/office/drawing/2014/main" id="{51265C8D-B688-EB40-1C29-BF37F404E762}"/>
              </a:ext>
            </a:extLst>
          </p:cNvPr>
          <p:cNvSpPr txBox="1">
            <a:spLocks/>
          </p:cNvSpPr>
          <p:nvPr>
            <p:custDataLst>
              <p:tags r:id="rId1"/>
            </p:custDataLst>
          </p:nvPr>
        </p:nvSpPr>
        <p:spPr>
          <a:xfrm>
            <a:off x="1509631" y="1297162"/>
            <a:ext cx="8352928" cy="5445224"/>
          </a:xfrm>
          <a:prstGeom prst="rect">
            <a:avLst/>
          </a:prstGeom>
          <a:blipFill rotWithShape="0">
            <a:blip r:embed="rId3"/>
            <a:stretch>
              <a:fillRect l="-1752" t="-1680" r="-1241"/>
            </a:stretch>
          </a:blipFill>
        </p:spPr>
        <p:txBody>
          <a:bodyPr/>
          <a:lstStyle>
            <a:lvl1pPr marL="228600" indent="-228600" algn="l" defTabSz="914400" rtl="0" eaLnBrk="1" latinLnBrk="0" hangingPunct="1">
              <a:lnSpc>
                <a:spcPct val="100000"/>
              </a:lnSpc>
              <a:spcBef>
                <a:spcPts val="0"/>
              </a:spcBef>
              <a:spcAft>
                <a:spcPts val="1800"/>
              </a:spcAft>
              <a:buClr>
                <a:srgbClr val="2B91C5"/>
              </a:buClr>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spcAft>
                <a:spcPts val="1800"/>
              </a:spcAft>
              <a:buClr>
                <a:srgbClr val="2B91C5"/>
              </a:buClr>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spcAft>
                <a:spcPts val="1800"/>
              </a:spcAft>
              <a:buClr>
                <a:srgbClr val="2B91C5"/>
              </a:buClr>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spcAft>
                <a:spcPts val="1800"/>
              </a:spcAft>
              <a:buClr>
                <a:srgbClr val="2B91C5"/>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spcAft>
                <a:spcPts val="1800"/>
              </a:spcAft>
              <a:buClr>
                <a:srgbClr val="2B91C5"/>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nl-NL" dirty="0">
                <a:noFill/>
              </a:rPr>
              <a:t> </a:t>
            </a:r>
          </a:p>
        </p:txBody>
      </p:sp>
    </p:spTree>
    <p:extLst>
      <p:ext uri="{BB962C8B-B14F-4D97-AF65-F5344CB8AC3E}">
        <p14:creationId xmlns:p14="http://schemas.microsoft.com/office/powerpoint/2010/main" val="36871186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67BE4-9DE6-01CC-6D4C-CB97477C75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40E9DC-3829-4493-526C-19CFABCD4A36}"/>
              </a:ext>
            </a:extLst>
          </p:cNvPr>
          <p:cNvSpPr>
            <a:spLocks noGrp="1"/>
          </p:cNvSpPr>
          <p:nvPr>
            <p:ph type="title"/>
          </p:nvPr>
        </p:nvSpPr>
        <p:spPr>
          <a:xfrm>
            <a:off x="522818" y="277257"/>
            <a:ext cx="11146367" cy="914400"/>
          </a:xfrm>
        </p:spPr>
        <p:txBody>
          <a:bodyPr>
            <a:normAutofit/>
          </a:bodyPr>
          <a:lstStyle/>
          <a:p>
            <a:pPr algn="ctr"/>
            <a:r>
              <a:rPr lang="en-US" altLang="en-US" dirty="0"/>
              <a:t>Exact approach</a:t>
            </a:r>
            <a:endParaRPr lang="en-GB" altLang="en-US" dirty="0"/>
          </a:p>
        </p:txBody>
      </p:sp>
      <p:sp>
        <p:nvSpPr>
          <p:cNvPr id="3" name="Rectangle 4">
            <a:extLst>
              <a:ext uri="{FF2B5EF4-FFF2-40B4-BE49-F238E27FC236}">
                <a16:creationId xmlns:a16="http://schemas.microsoft.com/office/drawing/2014/main" id="{C6329239-7B3B-8207-DE78-230E1DB6D82A}"/>
              </a:ext>
            </a:extLst>
          </p:cNvPr>
          <p:cNvSpPr txBox="1">
            <a:spLocks noChangeArrowheads="1"/>
          </p:cNvSpPr>
          <p:nvPr>
            <p:custDataLst>
              <p:tags r:id="rId2"/>
            </p:custDataLst>
          </p:nvPr>
        </p:nvSpPr>
        <p:spPr>
          <a:xfrm>
            <a:off x="730249" y="989593"/>
            <a:ext cx="8359775" cy="5256212"/>
          </a:xfrm>
          <a:prstGeom prst="rect">
            <a:avLst/>
          </a:prstGeom>
          <a:noFill/>
        </p:spPr>
        <p:txBody>
          <a:bodyPr/>
          <a:lstStyle>
            <a:lvl1pPr marL="228600" indent="-228600" algn="l" defTabSz="914400" rtl="0" eaLnBrk="1" latinLnBrk="0" hangingPunct="1">
              <a:lnSpc>
                <a:spcPct val="100000"/>
              </a:lnSpc>
              <a:spcBef>
                <a:spcPts val="0"/>
              </a:spcBef>
              <a:spcAft>
                <a:spcPts val="1800"/>
              </a:spcAft>
              <a:buClr>
                <a:srgbClr val="2B91C5"/>
              </a:buClr>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spcAft>
                <a:spcPts val="1800"/>
              </a:spcAft>
              <a:buClr>
                <a:srgbClr val="2B91C5"/>
              </a:buClr>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spcAft>
                <a:spcPts val="1800"/>
              </a:spcAft>
              <a:buClr>
                <a:srgbClr val="2B91C5"/>
              </a:buClr>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spcAft>
                <a:spcPts val="1800"/>
              </a:spcAft>
              <a:buClr>
                <a:srgbClr val="2B91C5"/>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spcAft>
                <a:spcPts val="1800"/>
              </a:spcAft>
              <a:buClr>
                <a:srgbClr val="2B91C5"/>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0"/>
              </a:spcAft>
            </a:pPr>
            <a:r>
              <a:rPr lang="en-US" altLang="nl-NL" b="1" dirty="0"/>
              <a:t>INPUT:</a:t>
            </a:r>
            <a:r>
              <a:rPr lang="en-US" altLang="nl-NL" i="1" dirty="0"/>
              <a:t> </a:t>
            </a:r>
            <a:r>
              <a:rPr lang="en-US" altLang="nl-NL" i="1" dirty="0" err="1"/>
              <a:t>distance_matrix</a:t>
            </a:r>
            <a:r>
              <a:rPr lang="en-US" altLang="nl-NL" i="1" dirty="0"/>
              <a:t>(</a:t>
            </a:r>
            <a:r>
              <a:rPr lang="en-US" altLang="nl-NL" i="1" dirty="0" err="1"/>
              <a:t>n,n</a:t>
            </a:r>
            <a:r>
              <a:rPr lang="en-US" altLang="nl-NL" i="1" dirty="0"/>
              <a:t>)</a:t>
            </a:r>
          </a:p>
          <a:p>
            <a:pPr>
              <a:spcAft>
                <a:spcPts val="0"/>
              </a:spcAft>
            </a:pPr>
            <a:r>
              <a:rPr lang="en-US" altLang="nl-NL" i="1" dirty="0"/>
              <a:t>t(structure)</a:t>
            </a:r>
            <a:r>
              <a:rPr lang="en-US" altLang="nl-NL" dirty="0"/>
              <a:t> </a:t>
            </a:r>
            <a:r>
              <a:rPr lang="en-US" altLang="nl-NL" dirty="0">
                <a:sym typeface="Wingdings" panose="05000000000000000000" pitchFamily="2" charset="2"/>
              </a:rPr>
              <a:t> </a:t>
            </a:r>
            <a:r>
              <a:rPr lang="en-US" altLang="nl-NL" i="1" dirty="0">
                <a:sym typeface="Wingdings" panose="05000000000000000000" pitchFamily="2" charset="2"/>
              </a:rPr>
              <a:t>INITIALIZATION(n);</a:t>
            </a:r>
          </a:p>
          <a:p>
            <a:pPr>
              <a:spcAft>
                <a:spcPts val="0"/>
              </a:spcAft>
            </a:pPr>
            <a:r>
              <a:rPr lang="en-US" altLang="nl-NL" i="1" dirty="0" err="1">
                <a:sym typeface="Wingdings" panose="05000000000000000000" pitchFamily="2" charset="2"/>
              </a:rPr>
              <a:t>best_t</a:t>
            </a:r>
            <a:r>
              <a:rPr lang="en-US" altLang="nl-NL" i="1" dirty="0">
                <a:sym typeface="Wingdings" panose="05000000000000000000" pitchFamily="2" charset="2"/>
              </a:rPr>
              <a:t> </a:t>
            </a:r>
            <a:r>
              <a:rPr lang="en-US" altLang="nl-NL" dirty="0">
                <a:sym typeface="Wingdings" panose="05000000000000000000" pitchFamily="2" charset="2"/>
              </a:rPr>
              <a:t></a:t>
            </a:r>
            <a:r>
              <a:rPr lang="en-US" altLang="nl-NL" i="1" dirty="0">
                <a:sym typeface="Wingdings" panose="05000000000000000000" pitchFamily="2" charset="2"/>
              </a:rPr>
              <a:t> t</a:t>
            </a:r>
            <a:r>
              <a:rPr lang="en-US" altLang="nl-NL" dirty="0">
                <a:sym typeface="Wingdings" panose="05000000000000000000" pitchFamily="2" charset="2"/>
              </a:rPr>
              <a:t>;</a:t>
            </a:r>
          </a:p>
          <a:p>
            <a:pPr>
              <a:spcAft>
                <a:spcPts val="0"/>
              </a:spcAft>
            </a:pPr>
            <a:r>
              <a:rPr lang="en-US" altLang="nl-NL" b="1" dirty="0">
                <a:sym typeface="Wingdings" panose="05000000000000000000" pitchFamily="2" charset="2"/>
              </a:rPr>
              <a:t>While</a:t>
            </a:r>
            <a:r>
              <a:rPr lang="en-US" altLang="nl-NL" dirty="0">
                <a:sym typeface="Wingdings" panose="05000000000000000000" pitchFamily="2" charset="2"/>
              </a:rPr>
              <a:t> </a:t>
            </a:r>
            <a:r>
              <a:rPr lang="en-US" altLang="nl-NL" b="1" dirty="0">
                <a:sym typeface="Wingdings" panose="05000000000000000000" pitchFamily="2" charset="2"/>
              </a:rPr>
              <a:t>( </a:t>
            </a:r>
            <a:r>
              <a:rPr lang="en-US" altLang="nl-NL" i="1" dirty="0">
                <a:sym typeface="Wingdings" panose="05000000000000000000" pitchFamily="2" charset="2"/>
              </a:rPr>
              <a:t>t(structure)</a:t>
            </a:r>
            <a:r>
              <a:rPr lang="en-US" altLang="nl-NL" dirty="0">
                <a:sym typeface="Wingdings" panose="05000000000000000000" pitchFamily="2" charset="2"/>
              </a:rPr>
              <a:t> != NULL </a:t>
            </a:r>
            <a:r>
              <a:rPr lang="en-US" altLang="nl-NL" b="1" dirty="0">
                <a:sym typeface="Wingdings" panose="05000000000000000000" pitchFamily="2" charset="2"/>
              </a:rPr>
              <a:t>)</a:t>
            </a:r>
          </a:p>
          <a:p>
            <a:pPr lvl="1">
              <a:spcAft>
                <a:spcPts val="0"/>
              </a:spcAft>
            </a:pPr>
            <a:r>
              <a:rPr lang="en-US" altLang="nl-NL" i="1" dirty="0">
                <a:sym typeface="Wingdings" panose="05000000000000000000" pitchFamily="2" charset="2"/>
              </a:rPr>
              <a:t>t</a:t>
            </a:r>
            <a:r>
              <a:rPr lang="en-US" altLang="nl-NL" dirty="0">
                <a:sym typeface="Wingdings" panose="05000000000000000000" pitchFamily="2" charset="2"/>
              </a:rPr>
              <a:t>  </a:t>
            </a:r>
            <a:r>
              <a:rPr lang="en-US" altLang="nl-NL" i="1" dirty="0">
                <a:sym typeface="Wingdings" panose="05000000000000000000" pitchFamily="2" charset="2"/>
              </a:rPr>
              <a:t>ASSIGN_LEAVES(leaves</a:t>
            </a:r>
            <a:r>
              <a:rPr lang="en-US" altLang="nl-NL" dirty="0">
                <a:sym typeface="Wingdings" panose="05000000000000000000" pitchFamily="2" charset="2"/>
              </a:rPr>
              <a:t>[n]</a:t>
            </a:r>
            <a:r>
              <a:rPr lang="en-US" altLang="nl-NL" i="1" dirty="0">
                <a:sym typeface="Wingdings" panose="05000000000000000000" pitchFamily="2" charset="2"/>
              </a:rPr>
              <a:t>);</a:t>
            </a:r>
          </a:p>
          <a:p>
            <a:pPr lvl="1">
              <a:spcAft>
                <a:spcPts val="0"/>
              </a:spcAft>
            </a:pPr>
            <a:r>
              <a:rPr lang="en-US" altLang="nl-NL" i="1" dirty="0">
                <a:sym typeface="Wingdings" panose="05000000000000000000" pitchFamily="2" charset="2"/>
              </a:rPr>
              <a:t>C(t)</a:t>
            </a:r>
            <a:r>
              <a:rPr lang="en-US" altLang="nl-NL" dirty="0">
                <a:sym typeface="Wingdings" panose="05000000000000000000" pitchFamily="2" charset="2"/>
              </a:rPr>
              <a:t>  </a:t>
            </a:r>
            <a:r>
              <a:rPr lang="en-US" altLang="nl-NL" i="1" dirty="0">
                <a:sym typeface="Wingdings" panose="05000000000000000000" pitchFamily="2" charset="2"/>
              </a:rPr>
              <a:t>EVALUATE_COST_FUNCTION(t);</a:t>
            </a:r>
          </a:p>
          <a:p>
            <a:pPr lvl="1">
              <a:spcAft>
                <a:spcPts val="0"/>
              </a:spcAft>
            </a:pPr>
            <a:r>
              <a:rPr lang="en-US" altLang="nl-NL" b="1" i="1" dirty="0">
                <a:solidFill>
                  <a:srgbClr val="FF0000"/>
                </a:solidFill>
                <a:sym typeface="Wingdings" panose="05000000000000000000" pitchFamily="2" charset="2"/>
              </a:rPr>
              <a:t>If(</a:t>
            </a:r>
            <a:r>
              <a:rPr lang="en-US" altLang="nl-NL" i="1" dirty="0">
                <a:solidFill>
                  <a:srgbClr val="FF0000"/>
                </a:solidFill>
                <a:sym typeface="Wingdings" panose="05000000000000000000" pitchFamily="2" charset="2"/>
              </a:rPr>
              <a:t> C(t) &lt; C(</a:t>
            </a:r>
            <a:r>
              <a:rPr lang="en-US" altLang="nl-NL" i="1" dirty="0" err="1">
                <a:solidFill>
                  <a:srgbClr val="FF0000"/>
                </a:solidFill>
                <a:sym typeface="Wingdings" panose="05000000000000000000" pitchFamily="2" charset="2"/>
              </a:rPr>
              <a:t>best_t</a:t>
            </a:r>
            <a:r>
              <a:rPr lang="en-US" altLang="nl-NL" i="1" dirty="0">
                <a:solidFill>
                  <a:srgbClr val="FF0000"/>
                </a:solidFill>
                <a:sym typeface="Wingdings" panose="05000000000000000000" pitchFamily="2" charset="2"/>
              </a:rPr>
              <a:t>) </a:t>
            </a:r>
            <a:r>
              <a:rPr lang="en-US" altLang="nl-NL" b="1" i="1" dirty="0">
                <a:solidFill>
                  <a:srgbClr val="FF0000"/>
                </a:solidFill>
                <a:sym typeface="Wingdings" panose="05000000000000000000" pitchFamily="2" charset="2"/>
              </a:rPr>
              <a:t>)</a:t>
            </a:r>
            <a:r>
              <a:rPr lang="en-US" altLang="nl-NL" i="1" dirty="0">
                <a:solidFill>
                  <a:srgbClr val="FF0000"/>
                </a:solidFill>
                <a:sym typeface="Wingdings" panose="05000000000000000000" pitchFamily="2" charset="2"/>
              </a:rPr>
              <a:t>  </a:t>
            </a:r>
            <a:r>
              <a:rPr lang="en-US" altLang="nl-NL" dirty="0">
                <a:solidFill>
                  <a:srgbClr val="FF0000"/>
                </a:solidFill>
                <a:sym typeface="Wingdings" panose="05000000000000000000" pitchFamily="2" charset="2"/>
              </a:rPr>
              <a:t>1) </a:t>
            </a:r>
            <a:r>
              <a:rPr lang="en-US" altLang="nl-NL" i="1" dirty="0" err="1">
                <a:solidFill>
                  <a:srgbClr val="FF0000"/>
                </a:solidFill>
                <a:sym typeface="Wingdings" panose="05000000000000000000" pitchFamily="2" charset="2"/>
              </a:rPr>
              <a:t>best_t</a:t>
            </a:r>
            <a:r>
              <a:rPr lang="en-US" altLang="nl-NL" i="1" dirty="0">
                <a:solidFill>
                  <a:srgbClr val="FF0000"/>
                </a:solidFill>
                <a:sym typeface="Wingdings" panose="05000000000000000000" pitchFamily="2" charset="2"/>
              </a:rPr>
              <a:t> </a:t>
            </a:r>
            <a:r>
              <a:rPr lang="en-US" altLang="nl-NL" dirty="0">
                <a:solidFill>
                  <a:srgbClr val="FF0000"/>
                </a:solidFill>
                <a:sym typeface="Wingdings" panose="05000000000000000000" pitchFamily="2" charset="2"/>
              </a:rPr>
              <a:t></a:t>
            </a:r>
            <a:r>
              <a:rPr lang="en-US" altLang="nl-NL" i="1" dirty="0">
                <a:solidFill>
                  <a:srgbClr val="FF0000"/>
                </a:solidFill>
                <a:sym typeface="Wingdings" panose="05000000000000000000" pitchFamily="2" charset="2"/>
              </a:rPr>
              <a:t> t;</a:t>
            </a:r>
          </a:p>
          <a:p>
            <a:pPr lvl="1">
              <a:spcAft>
                <a:spcPts val="0"/>
              </a:spcAft>
              <a:buFontTx/>
              <a:buNone/>
            </a:pPr>
            <a:r>
              <a:rPr lang="en-US" altLang="nl-NL" b="1" dirty="0">
                <a:solidFill>
                  <a:srgbClr val="FF0000"/>
                </a:solidFill>
                <a:sym typeface="Wingdings" panose="05000000000000000000" pitchFamily="2" charset="2"/>
              </a:rPr>
              <a:t>Repeat</a:t>
            </a:r>
          </a:p>
          <a:p>
            <a:pPr lvl="2">
              <a:spcAft>
                <a:spcPts val="0"/>
              </a:spcAft>
            </a:pPr>
            <a:r>
              <a:rPr lang="en-US" altLang="nl-NL" i="1" dirty="0">
                <a:solidFill>
                  <a:srgbClr val="FF0000"/>
                </a:solidFill>
                <a:sym typeface="Wingdings" panose="05000000000000000000" pitchFamily="2" charset="2"/>
              </a:rPr>
              <a:t>t</a:t>
            </a:r>
            <a:r>
              <a:rPr lang="en-US" altLang="nl-NL" dirty="0">
                <a:solidFill>
                  <a:srgbClr val="FF0000"/>
                </a:solidFill>
                <a:sym typeface="Wingdings" panose="05000000000000000000" pitchFamily="2" charset="2"/>
              </a:rPr>
              <a:t>  </a:t>
            </a:r>
            <a:r>
              <a:rPr lang="en-US" altLang="nl-NL" i="1" dirty="0">
                <a:solidFill>
                  <a:srgbClr val="FF0000"/>
                </a:solidFill>
                <a:sym typeface="Wingdings" panose="05000000000000000000" pitchFamily="2" charset="2"/>
              </a:rPr>
              <a:t>NEXT_PERMUTATION(leaves</a:t>
            </a:r>
            <a:r>
              <a:rPr lang="en-US" altLang="nl-NL" dirty="0">
                <a:solidFill>
                  <a:srgbClr val="FF0000"/>
                </a:solidFill>
                <a:sym typeface="Wingdings" panose="05000000000000000000" pitchFamily="2" charset="2"/>
              </a:rPr>
              <a:t>[n]</a:t>
            </a:r>
            <a:r>
              <a:rPr lang="en-US" altLang="nl-NL" i="1" dirty="0">
                <a:solidFill>
                  <a:srgbClr val="FF0000"/>
                </a:solidFill>
                <a:sym typeface="Wingdings" panose="05000000000000000000" pitchFamily="2" charset="2"/>
              </a:rPr>
              <a:t>);</a:t>
            </a:r>
            <a:endParaRPr lang="en-US" altLang="nl-NL" dirty="0">
              <a:solidFill>
                <a:srgbClr val="FF0000"/>
              </a:solidFill>
              <a:sym typeface="Wingdings" panose="05000000000000000000" pitchFamily="2" charset="2"/>
            </a:endParaRPr>
          </a:p>
          <a:p>
            <a:pPr lvl="2">
              <a:spcAft>
                <a:spcPts val="0"/>
              </a:spcAft>
            </a:pPr>
            <a:r>
              <a:rPr lang="en-US" altLang="nl-NL" i="1" dirty="0">
                <a:solidFill>
                  <a:srgbClr val="FF0000"/>
                </a:solidFill>
                <a:sym typeface="Wingdings" panose="05000000000000000000" pitchFamily="2" charset="2"/>
              </a:rPr>
              <a:t>C(t)</a:t>
            </a:r>
            <a:r>
              <a:rPr lang="en-US" altLang="nl-NL" dirty="0">
                <a:solidFill>
                  <a:srgbClr val="FF0000"/>
                </a:solidFill>
                <a:sym typeface="Wingdings" panose="05000000000000000000" pitchFamily="2" charset="2"/>
              </a:rPr>
              <a:t>  </a:t>
            </a:r>
            <a:r>
              <a:rPr lang="en-US" altLang="nl-NL" i="1" dirty="0">
                <a:solidFill>
                  <a:srgbClr val="FF0000"/>
                </a:solidFill>
                <a:sym typeface="Wingdings" panose="05000000000000000000" pitchFamily="2" charset="2"/>
              </a:rPr>
              <a:t>EVALUATE_COST_FUNCTION(t);</a:t>
            </a:r>
            <a:r>
              <a:rPr lang="en-US" altLang="nl-NL" b="1" i="1" dirty="0">
                <a:solidFill>
                  <a:srgbClr val="FF0000"/>
                </a:solidFill>
                <a:sym typeface="Wingdings" panose="05000000000000000000" pitchFamily="2" charset="2"/>
              </a:rPr>
              <a:t> </a:t>
            </a:r>
          </a:p>
          <a:p>
            <a:pPr lvl="2">
              <a:spcAft>
                <a:spcPts val="0"/>
              </a:spcAft>
            </a:pPr>
            <a:r>
              <a:rPr lang="de-DE" altLang="nl-NL" b="1" i="1" dirty="0" err="1">
                <a:solidFill>
                  <a:srgbClr val="FF0000"/>
                </a:solidFill>
                <a:sym typeface="Wingdings" panose="05000000000000000000" pitchFamily="2" charset="2"/>
              </a:rPr>
              <a:t>If</a:t>
            </a:r>
            <a:r>
              <a:rPr lang="de-DE" altLang="nl-NL" b="1" i="1" dirty="0">
                <a:solidFill>
                  <a:srgbClr val="FF0000"/>
                </a:solidFill>
                <a:sym typeface="Wingdings" panose="05000000000000000000" pitchFamily="2" charset="2"/>
              </a:rPr>
              <a:t>( </a:t>
            </a:r>
            <a:r>
              <a:rPr lang="de-DE" altLang="nl-NL" i="1" dirty="0">
                <a:solidFill>
                  <a:srgbClr val="FF0000"/>
                </a:solidFill>
                <a:sym typeface="Wingdings" panose="05000000000000000000" pitchFamily="2" charset="2"/>
              </a:rPr>
              <a:t>C(t) &lt; C(</a:t>
            </a:r>
            <a:r>
              <a:rPr lang="de-DE" altLang="nl-NL" i="1" dirty="0" err="1">
                <a:solidFill>
                  <a:srgbClr val="FF0000"/>
                </a:solidFill>
                <a:sym typeface="Wingdings" panose="05000000000000000000" pitchFamily="2" charset="2"/>
              </a:rPr>
              <a:t>best_t</a:t>
            </a:r>
            <a:r>
              <a:rPr lang="de-DE" altLang="nl-NL" i="1" dirty="0">
                <a:solidFill>
                  <a:srgbClr val="FF0000"/>
                </a:solidFill>
                <a:sym typeface="Wingdings" panose="05000000000000000000" pitchFamily="2" charset="2"/>
              </a:rPr>
              <a:t>)</a:t>
            </a:r>
            <a:r>
              <a:rPr lang="de-DE" altLang="nl-NL" b="1" i="1" dirty="0">
                <a:solidFill>
                  <a:srgbClr val="FF0000"/>
                </a:solidFill>
                <a:sym typeface="Wingdings" panose="05000000000000000000" pitchFamily="2" charset="2"/>
              </a:rPr>
              <a:t> )  </a:t>
            </a:r>
            <a:r>
              <a:rPr lang="de-DE" altLang="nl-NL" dirty="0">
                <a:solidFill>
                  <a:srgbClr val="FF0000"/>
                </a:solidFill>
                <a:sym typeface="Wingdings" panose="05000000000000000000" pitchFamily="2" charset="2"/>
              </a:rPr>
              <a:t>1)</a:t>
            </a:r>
            <a:r>
              <a:rPr lang="de-DE" altLang="nl-NL" i="1" dirty="0">
                <a:solidFill>
                  <a:srgbClr val="FF0000"/>
                </a:solidFill>
                <a:sym typeface="Wingdings" panose="05000000000000000000" pitchFamily="2" charset="2"/>
              </a:rPr>
              <a:t> </a:t>
            </a:r>
            <a:r>
              <a:rPr lang="de-DE" altLang="nl-NL" i="1" dirty="0" err="1">
                <a:solidFill>
                  <a:srgbClr val="FF0000"/>
                </a:solidFill>
                <a:sym typeface="Wingdings" panose="05000000000000000000" pitchFamily="2" charset="2"/>
              </a:rPr>
              <a:t>best_t</a:t>
            </a:r>
            <a:r>
              <a:rPr lang="de-DE" altLang="nl-NL" i="1" dirty="0">
                <a:solidFill>
                  <a:srgbClr val="FF0000"/>
                </a:solidFill>
                <a:sym typeface="Wingdings" panose="05000000000000000000" pitchFamily="2" charset="2"/>
              </a:rPr>
              <a:t> </a:t>
            </a:r>
            <a:r>
              <a:rPr lang="de-DE" altLang="nl-NL" dirty="0">
                <a:solidFill>
                  <a:srgbClr val="FF0000"/>
                </a:solidFill>
                <a:sym typeface="Wingdings" panose="05000000000000000000" pitchFamily="2" charset="2"/>
              </a:rPr>
              <a:t> </a:t>
            </a:r>
            <a:r>
              <a:rPr lang="de-DE" altLang="nl-NL" i="1" dirty="0">
                <a:solidFill>
                  <a:srgbClr val="FF0000"/>
                </a:solidFill>
                <a:sym typeface="Wingdings" panose="05000000000000000000" pitchFamily="2" charset="2"/>
              </a:rPr>
              <a:t>t;</a:t>
            </a:r>
            <a:endParaRPr lang="en-US" altLang="nl-NL" i="1" dirty="0">
              <a:solidFill>
                <a:srgbClr val="FF0000"/>
              </a:solidFill>
              <a:sym typeface="Wingdings" panose="05000000000000000000" pitchFamily="2" charset="2"/>
            </a:endParaRPr>
          </a:p>
          <a:p>
            <a:pPr lvl="1">
              <a:spcAft>
                <a:spcPts val="0"/>
              </a:spcAft>
            </a:pPr>
            <a:r>
              <a:rPr lang="en-US" altLang="nl-NL" b="1" dirty="0">
                <a:sym typeface="Wingdings" panose="05000000000000000000" pitchFamily="2" charset="2"/>
              </a:rPr>
              <a:t>Until( </a:t>
            </a:r>
            <a:r>
              <a:rPr lang="en-US" altLang="nl-NL" i="1" dirty="0">
                <a:sym typeface="Wingdings" panose="05000000000000000000" pitchFamily="2" charset="2"/>
              </a:rPr>
              <a:t>NO_FURTHER_PERMUTATIONS(</a:t>
            </a:r>
            <a:r>
              <a:rPr lang="en-US" altLang="nl-NL" i="1" dirty="0" err="1">
                <a:sym typeface="Wingdings" panose="05000000000000000000" pitchFamily="2" charset="2"/>
              </a:rPr>
              <a:t>t,leaves</a:t>
            </a:r>
            <a:r>
              <a:rPr lang="en-US" altLang="nl-NL" dirty="0">
                <a:sym typeface="Wingdings" panose="05000000000000000000" pitchFamily="2" charset="2"/>
              </a:rPr>
              <a:t>[n]</a:t>
            </a:r>
            <a:r>
              <a:rPr lang="en-US" altLang="nl-NL" i="1" dirty="0">
                <a:sym typeface="Wingdings" panose="05000000000000000000" pitchFamily="2" charset="2"/>
              </a:rPr>
              <a:t>) </a:t>
            </a:r>
            <a:r>
              <a:rPr lang="en-US" altLang="nl-NL" b="1" dirty="0">
                <a:sym typeface="Wingdings" panose="05000000000000000000" pitchFamily="2" charset="2"/>
              </a:rPr>
              <a:t>)</a:t>
            </a:r>
          </a:p>
          <a:p>
            <a:pPr lvl="1">
              <a:spcAft>
                <a:spcPts val="0"/>
              </a:spcAft>
            </a:pPr>
            <a:r>
              <a:rPr lang="en-US" altLang="nl-NL" i="1" dirty="0">
                <a:sym typeface="Wingdings" panose="05000000000000000000" pitchFamily="2" charset="2"/>
              </a:rPr>
              <a:t>t(structure)</a:t>
            </a:r>
            <a:r>
              <a:rPr lang="en-US" altLang="nl-NL" dirty="0">
                <a:sym typeface="Wingdings" panose="05000000000000000000" pitchFamily="2" charset="2"/>
              </a:rPr>
              <a:t>  </a:t>
            </a:r>
            <a:r>
              <a:rPr lang="en-US" altLang="nl-NL" i="1" dirty="0">
                <a:sym typeface="Wingdings" panose="05000000000000000000" pitchFamily="2" charset="2"/>
              </a:rPr>
              <a:t>NEXT_STRUCTURE(t);</a:t>
            </a:r>
          </a:p>
          <a:p>
            <a:pPr>
              <a:spcAft>
                <a:spcPts val="0"/>
              </a:spcAft>
            </a:pPr>
            <a:r>
              <a:rPr lang="en-US" altLang="nl-NL" b="1" dirty="0"/>
              <a:t>OUTPUT:</a:t>
            </a:r>
            <a:r>
              <a:rPr lang="en-US" altLang="nl-NL" i="1" dirty="0"/>
              <a:t> </a:t>
            </a:r>
            <a:r>
              <a:rPr lang="en-US" altLang="nl-NL" i="1" dirty="0" err="1"/>
              <a:t>best_t</a:t>
            </a:r>
            <a:endParaRPr lang="en-US" altLang="nl-NL" i="1" dirty="0"/>
          </a:p>
        </p:txBody>
      </p:sp>
      <p:grpSp>
        <p:nvGrpSpPr>
          <p:cNvPr id="13" name="Group 12">
            <a:extLst>
              <a:ext uri="{FF2B5EF4-FFF2-40B4-BE49-F238E27FC236}">
                <a16:creationId xmlns:a16="http://schemas.microsoft.com/office/drawing/2014/main" id="{AE432128-D232-3664-CE3F-995D60DA9B20}"/>
              </a:ext>
            </a:extLst>
          </p:cNvPr>
          <p:cNvGrpSpPr/>
          <p:nvPr/>
        </p:nvGrpSpPr>
        <p:grpSpPr>
          <a:xfrm>
            <a:off x="7935721" y="450265"/>
            <a:ext cx="3544888" cy="5194300"/>
            <a:chOff x="5752567" y="277257"/>
            <a:chExt cx="3544888" cy="5194300"/>
          </a:xfrm>
        </p:grpSpPr>
        <p:pic>
          <p:nvPicPr>
            <p:cNvPr id="5" name="Picture 2" descr="perm3">
              <a:extLst>
                <a:ext uri="{FF2B5EF4-FFF2-40B4-BE49-F238E27FC236}">
                  <a16:creationId xmlns:a16="http://schemas.microsoft.com/office/drawing/2014/main" id="{CC44D39F-5E37-C6FD-996D-A9A9E60B7B4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a:xfrm>
              <a:off x="5752567" y="277257"/>
              <a:ext cx="3544888" cy="4683125"/>
            </a:xfrm>
            <a:prstGeom prst="rect">
              <a:avLst/>
            </a:prstGeom>
            <a:noFill/>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7" name="Freeform 368">
              <a:extLst>
                <a:ext uri="{FF2B5EF4-FFF2-40B4-BE49-F238E27FC236}">
                  <a16:creationId xmlns:a16="http://schemas.microsoft.com/office/drawing/2014/main" id="{0998E205-CDD5-C976-6B77-3A5A41D68728}"/>
                </a:ext>
              </a:extLst>
            </p:cNvPr>
            <p:cNvSpPr>
              <a:spLocks/>
            </p:cNvSpPr>
            <p:nvPr/>
          </p:nvSpPr>
          <p:spPr bwMode="auto">
            <a:xfrm>
              <a:off x="5935130" y="4365069"/>
              <a:ext cx="1785937" cy="1106488"/>
            </a:xfrm>
            <a:custGeom>
              <a:avLst/>
              <a:gdLst>
                <a:gd name="T0" fmla="*/ 2147483646 w 1125"/>
                <a:gd name="T1" fmla="*/ 0 h 697"/>
                <a:gd name="T2" fmla="*/ 2147483646 w 1125"/>
                <a:gd name="T3" fmla="*/ 2147483646 h 697"/>
                <a:gd name="T4" fmla="*/ 2147483646 w 1125"/>
                <a:gd name="T5" fmla="*/ 2147483646 h 697"/>
                <a:gd name="T6" fmla="*/ 2147483646 w 1125"/>
                <a:gd name="T7" fmla="*/ 2147483646 h 697"/>
                <a:gd name="T8" fmla="*/ 2147483646 w 1125"/>
                <a:gd name="T9" fmla="*/ 2147483646 h 697"/>
                <a:gd name="T10" fmla="*/ 2147483646 w 1125"/>
                <a:gd name="T11" fmla="*/ 2147483646 h 697"/>
                <a:gd name="T12" fmla="*/ 2147483646 w 1125"/>
                <a:gd name="T13" fmla="*/ 2147483646 h 697"/>
                <a:gd name="T14" fmla="*/ 2147483646 w 1125"/>
                <a:gd name="T15" fmla="*/ 2147483646 h 697"/>
                <a:gd name="T16" fmla="*/ 2147483646 w 1125"/>
                <a:gd name="T17" fmla="*/ 2147483646 h 697"/>
                <a:gd name="T18" fmla="*/ 2147483646 w 1125"/>
                <a:gd name="T19" fmla="*/ 2147483646 h 697"/>
                <a:gd name="T20" fmla="*/ 2147483646 w 1125"/>
                <a:gd name="T21" fmla="*/ 2147483646 h 697"/>
                <a:gd name="T22" fmla="*/ 2147483646 w 1125"/>
                <a:gd name="T23" fmla="*/ 2147483646 h 697"/>
                <a:gd name="T24" fmla="*/ 2147483646 w 1125"/>
                <a:gd name="T25" fmla="*/ 2147483646 h 69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125" h="697">
                  <a:moveTo>
                    <a:pt x="29" y="0"/>
                  </a:moveTo>
                  <a:cubicBezTo>
                    <a:pt x="0" y="115"/>
                    <a:pt x="15" y="431"/>
                    <a:pt x="149" y="520"/>
                  </a:cubicBezTo>
                  <a:cubicBezTo>
                    <a:pt x="176" y="560"/>
                    <a:pt x="157" y="539"/>
                    <a:pt x="213" y="576"/>
                  </a:cubicBezTo>
                  <a:cubicBezTo>
                    <a:pt x="231" y="588"/>
                    <a:pt x="277" y="592"/>
                    <a:pt x="277" y="592"/>
                  </a:cubicBezTo>
                  <a:cubicBezTo>
                    <a:pt x="435" y="697"/>
                    <a:pt x="311" y="621"/>
                    <a:pt x="789" y="600"/>
                  </a:cubicBezTo>
                  <a:cubicBezTo>
                    <a:pt x="829" y="598"/>
                    <a:pt x="859" y="567"/>
                    <a:pt x="893" y="552"/>
                  </a:cubicBezTo>
                  <a:cubicBezTo>
                    <a:pt x="916" y="542"/>
                    <a:pt x="965" y="528"/>
                    <a:pt x="965" y="528"/>
                  </a:cubicBezTo>
                  <a:cubicBezTo>
                    <a:pt x="982" y="476"/>
                    <a:pt x="958" y="527"/>
                    <a:pt x="997" y="496"/>
                  </a:cubicBezTo>
                  <a:cubicBezTo>
                    <a:pt x="1005" y="490"/>
                    <a:pt x="1007" y="479"/>
                    <a:pt x="1013" y="472"/>
                  </a:cubicBezTo>
                  <a:cubicBezTo>
                    <a:pt x="1020" y="463"/>
                    <a:pt x="1028" y="455"/>
                    <a:pt x="1037" y="448"/>
                  </a:cubicBezTo>
                  <a:cubicBezTo>
                    <a:pt x="1052" y="436"/>
                    <a:pt x="1085" y="416"/>
                    <a:pt x="1085" y="416"/>
                  </a:cubicBezTo>
                  <a:cubicBezTo>
                    <a:pt x="1097" y="379"/>
                    <a:pt x="1115" y="351"/>
                    <a:pt x="1125" y="312"/>
                  </a:cubicBezTo>
                  <a:cubicBezTo>
                    <a:pt x="1117" y="168"/>
                    <a:pt x="1117" y="221"/>
                    <a:pt x="1117" y="152"/>
                  </a:cubicBezTo>
                </a:path>
              </a:pathLst>
            </a:custGeom>
            <a:noFill/>
            <a:ln w="9525">
              <a:solidFill>
                <a:srgbClr val="FF0000"/>
              </a:solidFill>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it-IT"/>
            </a:p>
          </p:txBody>
        </p:sp>
      </p:grpSp>
      <p:grpSp>
        <p:nvGrpSpPr>
          <p:cNvPr id="14" name="Group 13">
            <a:extLst>
              <a:ext uri="{FF2B5EF4-FFF2-40B4-BE49-F238E27FC236}">
                <a16:creationId xmlns:a16="http://schemas.microsoft.com/office/drawing/2014/main" id="{47D52B17-250D-298A-51BD-FEBD15D3F2B1}"/>
              </a:ext>
            </a:extLst>
          </p:cNvPr>
          <p:cNvGrpSpPr/>
          <p:nvPr/>
        </p:nvGrpSpPr>
        <p:grpSpPr>
          <a:xfrm>
            <a:off x="6777298" y="989593"/>
            <a:ext cx="5040313" cy="4010031"/>
            <a:chOff x="7029435" y="2030588"/>
            <a:chExt cx="5040313" cy="4010031"/>
          </a:xfrm>
        </p:grpSpPr>
        <p:graphicFrame>
          <p:nvGraphicFramePr>
            <p:cNvPr id="8" name="Group 5">
              <a:extLst>
                <a:ext uri="{FF2B5EF4-FFF2-40B4-BE49-F238E27FC236}">
                  <a16:creationId xmlns:a16="http://schemas.microsoft.com/office/drawing/2014/main" id="{63CCB391-5D75-056A-E444-09813CD68AC6}"/>
                </a:ext>
              </a:extLst>
            </p:cNvPr>
            <p:cNvGraphicFramePr>
              <a:graphicFrameLocks/>
            </p:cNvGraphicFramePr>
            <p:nvPr>
              <p:custDataLst>
                <p:tags r:id="rId3"/>
              </p:custDataLst>
              <p:extLst>
                <p:ext uri="{D42A27DB-BD31-4B8C-83A1-F6EECF244321}">
                  <p14:modId xmlns:p14="http://schemas.microsoft.com/office/powerpoint/2010/main" val="4181455365"/>
                </p:ext>
              </p:extLst>
            </p:nvPr>
          </p:nvGraphicFramePr>
          <p:xfrm>
            <a:off x="7029435" y="2030588"/>
            <a:ext cx="5040313" cy="4010031"/>
          </p:xfrm>
          <a:graphic>
            <a:graphicData uri="http://schemas.openxmlformats.org/drawingml/2006/table">
              <a:tbl>
                <a:tblPr/>
                <a:tblGrid>
                  <a:gridCol w="296863">
                    <a:extLst>
                      <a:ext uri="{9D8B030D-6E8A-4147-A177-3AD203B41FA5}">
                        <a16:colId xmlns:a16="http://schemas.microsoft.com/office/drawing/2014/main" val="20000"/>
                      </a:ext>
                    </a:extLst>
                  </a:gridCol>
                  <a:gridCol w="295275">
                    <a:extLst>
                      <a:ext uri="{9D8B030D-6E8A-4147-A177-3AD203B41FA5}">
                        <a16:colId xmlns:a16="http://schemas.microsoft.com/office/drawing/2014/main" val="20001"/>
                      </a:ext>
                    </a:extLst>
                  </a:gridCol>
                  <a:gridCol w="296862">
                    <a:extLst>
                      <a:ext uri="{9D8B030D-6E8A-4147-A177-3AD203B41FA5}">
                        <a16:colId xmlns:a16="http://schemas.microsoft.com/office/drawing/2014/main" val="20002"/>
                      </a:ext>
                    </a:extLst>
                  </a:gridCol>
                  <a:gridCol w="298450">
                    <a:extLst>
                      <a:ext uri="{9D8B030D-6E8A-4147-A177-3AD203B41FA5}">
                        <a16:colId xmlns:a16="http://schemas.microsoft.com/office/drawing/2014/main" val="20003"/>
                      </a:ext>
                    </a:extLst>
                  </a:gridCol>
                  <a:gridCol w="293688">
                    <a:extLst>
                      <a:ext uri="{9D8B030D-6E8A-4147-A177-3AD203B41FA5}">
                        <a16:colId xmlns:a16="http://schemas.microsoft.com/office/drawing/2014/main" val="20004"/>
                      </a:ext>
                    </a:extLst>
                  </a:gridCol>
                  <a:gridCol w="296862">
                    <a:extLst>
                      <a:ext uri="{9D8B030D-6E8A-4147-A177-3AD203B41FA5}">
                        <a16:colId xmlns:a16="http://schemas.microsoft.com/office/drawing/2014/main" val="20005"/>
                      </a:ext>
                    </a:extLst>
                  </a:gridCol>
                  <a:gridCol w="296863">
                    <a:extLst>
                      <a:ext uri="{9D8B030D-6E8A-4147-A177-3AD203B41FA5}">
                        <a16:colId xmlns:a16="http://schemas.microsoft.com/office/drawing/2014/main" val="20006"/>
                      </a:ext>
                    </a:extLst>
                  </a:gridCol>
                  <a:gridCol w="296862">
                    <a:extLst>
                      <a:ext uri="{9D8B030D-6E8A-4147-A177-3AD203B41FA5}">
                        <a16:colId xmlns:a16="http://schemas.microsoft.com/office/drawing/2014/main" val="20007"/>
                      </a:ext>
                    </a:extLst>
                  </a:gridCol>
                  <a:gridCol w="296863">
                    <a:extLst>
                      <a:ext uri="{9D8B030D-6E8A-4147-A177-3AD203B41FA5}">
                        <a16:colId xmlns:a16="http://schemas.microsoft.com/office/drawing/2014/main" val="20008"/>
                      </a:ext>
                    </a:extLst>
                  </a:gridCol>
                  <a:gridCol w="296862">
                    <a:extLst>
                      <a:ext uri="{9D8B030D-6E8A-4147-A177-3AD203B41FA5}">
                        <a16:colId xmlns:a16="http://schemas.microsoft.com/office/drawing/2014/main" val="20009"/>
                      </a:ext>
                    </a:extLst>
                  </a:gridCol>
                  <a:gridCol w="296863">
                    <a:extLst>
                      <a:ext uri="{9D8B030D-6E8A-4147-A177-3AD203B41FA5}">
                        <a16:colId xmlns:a16="http://schemas.microsoft.com/office/drawing/2014/main" val="20010"/>
                      </a:ext>
                    </a:extLst>
                  </a:gridCol>
                  <a:gridCol w="296862">
                    <a:extLst>
                      <a:ext uri="{9D8B030D-6E8A-4147-A177-3AD203B41FA5}">
                        <a16:colId xmlns:a16="http://schemas.microsoft.com/office/drawing/2014/main" val="20011"/>
                      </a:ext>
                    </a:extLst>
                  </a:gridCol>
                  <a:gridCol w="293688">
                    <a:extLst>
                      <a:ext uri="{9D8B030D-6E8A-4147-A177-3AD203B41FA5}">
                        <a16:colId xmlns:a16="http://schemas.microsoft.com/office/drawing/2014/main" val="20012"/>
                      </a:ext>
                    </a:extLst>
                  </a:gridCol>
                  <a:gridCol w="298450">
                    <a:extLst>
                      <a:ext uri="{9D8B030D-6E8A-4147-A177-3AD203B41FA5}">
                        <a16:colId xmlns:a16="http://schemas.microsoft.com/office/drawing/2014/main" val="20013"/>
                      </a:ext>
                    </a:extLst>
                  </a:gridCol>
                  <a:gridCol w="296862">
                    <a:extLst>
                      <a:ext uri="{9D8B030D-6E8A-4147-A177-3AD203B41FA5}">
                        <a16:colId xmlns:a16="http://schemas.microsoft.com/office/drawing/2014/main" val="20014"/>
                      </a:ext>
                    </a:extLst>
                  </a:gridCol>
                  <a:gridCol w="295275">
                    <a:extLst>
                      <a:ext uri="{9D8B030D-6E8A-4147-A177-3AD203B41FA5}">
                        <a16:colId xmlns:a16="http://schemas.microsoft.com/office/drawing/2014/main" val="20015"/>
                      </a:ext>
                    </a:extLst>
                  </a:gridCol>
                  <a:gridCol w="296863">
                    <a:extLst>
                      <a:ext uri="{9D8B030D-6E8A-4147-A177-3AD203B41FA5}">
                        <a16:colId xmlns:a16="http://schemas.microsoft.com/office/drawing/2014/main" val="20016"/>
                      </a:ext>
                    </a:extLst>
                  </a:gridCol>
                </a:tblGrid>
                <a:tr h="236526">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endParaRPr kumimoji="0" lang="en-GB" sz="1400" b="1" i="0" u="none" strike="noStrike" cap="none" normalizeH="0" baseline="-25000">
                          <a:ln>
                            <a:noFill/>
                          </a:ln>
                          <a:solidFill>
                            <a:srgbClr val="000000"/>
                          </a:solidFill>
                          <a:effectLst/>
                          <a:latin typeface="Arial" charset="0"/>
                        </a:endParaRPr>
                      </a:p>
                    </a:txBody>
                    <a:tcPr marL="0" marR="0" marT="0" marB="0" anchor="ctr" horzOverflow="overflow">
                      <a:lnL cap="flat">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k</a:t>
                        </a:r>
                        <a:r>
                          <a:rPr kumimoji="0" lang="en-US" sz="1400" b="1" i="0" u="none" strike="noStrike" cap="none" normalizeH="0" baseline="-25000">
                            <a:ln>
                              <a:noFill/>
                            </a:ln>
                            <a:solidFill>
                              <a:srgbClr val="000000"/>
                            </a:solidFill>
                            <a:effectLst/>
                            <a:latin typeface="Arial" charset="0"/>
                          </a:rPr>
                          <a:t>0</a:t>
                        </a:r>
                      </a:p>
                    </a:txBody>
                    <a:tcPr marL="0" marR="0" marT="0" marB="0" anchor="ct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k</a:t>
                        </a:r>
                        <a:r>
                          <a:rPr kumimoji="0" lang="en-US" sz="1400" b="1" i="0" u="none" strike="noStrike" cap="none" normalizeH="0" baseline="-25000">
                            <a:ln>
                              <a:noFill/>
                            </a:ln>
                            <a:solidFill>
                              <a:srgbClr val="000000"/>
                            </a:solidFill>
                            <a:effectLst/>
                            <a:latin typeface="Arial" charset="0"/>
                          </a:rPr>
                          <a:t>1</a:t>
                        </a:r>
                      </a:p>
                    </a:txBody>
                    <a:tcPr marL="0" marR="0" marT="0" marB="0" anchor="ct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k</a:t>
                        </a:r>
                        <a:r>
                          <a:rPr kumimoji="0" lang="en-US" sz="1400" b="1" i="0" u="none" strike="noStrike" cap="none" normalizeH="0" baseline="-25000">
                            <a:ln>
                              <a:noFill/>
                            </a:ln>
                            <a:solidFill>
                              <a:srgbClr val="000000"/>
                            </a:solidFill>
                            <a:effectLst/>
                            <a:latin typeface="Arial" charset="0"/>
                          </a:rPr>
                          <a:t>2</a:t>
                        </a:r>
                      </a:p>
                    </a:txBody>
                    <a:tcPr marL="0" marR="0" marT="0" marB="0" anchor="ct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k</a:t>
                        </a:r>
                        <a:r>
                          <a:rPr kumimoji="0" lang="en-US" sz="1400" b="1" i="0" u="none" strike="noStrike" cap="none" normalizeH="0" baseline="-25000">
                            <a:ln>
                              <a:noFill/>
                            </a:ln>
                            <a:solidFill>
                              <a:srgbClr val="000000"/>
                            </a:solidFill>
                            <a:effectLst/>
                            <a:latin typeface="Arial" charset="0"/>
                          </a:rPr>
                          <a:t>3</a:t>
                        </a:r>
                      </a:p>
                    </a:txBody>
                    <a:tcPr marL="0" marR="0" marT="0" marB="0" anchor="ct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k</a:t>
                        </a:r>
                        <a:r>
                          <a:rPr kumimoji="0" lang="en-US" sz="1400" b="1" i="0" u="none" strike="noStrike" cap="none" normalizeH="0" baseline="-25000">
                            <a:ln>
                              <a:noFill/>
                            </a:ln>
                            <a:solidFill>
                              <a:srgbClr val="000000"/>
                            </a:solidFill>
                            <a:effectLst/>
                            <a:latin typeface="Arial" charset="0"/>
                          </a:rPr>
                          <a:t>4</a:t>
                        </a:r>
                      </a:p>
                    </a:txBody>
                    <a:tcPr marL="0" marR="0" marT="0" marB="0" anchor="ct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k</a:t>
                        </a:r>
                        <a:r>
                          <a:rPr kumimoji="0" lang="en-US" sz="1400" b="1" i="0" u="none" strike="noStrike" cap="none" normalizeH="0" baseline="-25000">
                            <a:ln>
                              <a:noFill/>
                            </a:ln>
                            <a:solidFill>
                              <a:srgbClr val="000000"/>
                            </a:solidFill>
                            <a:effectLst/>
                            <a:latin typeface="Arial" charset="0"/>
                          </a:rPr>
                          <a:t>5</a:t>
                        </a:r>
                      </a:p>
                    </a:txBody>
                    <a:tcPr marL="0" marR="0" marT="0" marB="0" anchor="ct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k</a:t>
                        </a:r>
                        <a:r>
                          <a:rPr kumimoji="0" lang="en-US" sz="1400" b="1" i="0" u="none" strike="noStrike" cap="none" normalizeH="0" baseline="-25000">
                            <a:ln>
                              <a:noFill/>
                            </a:ln>
                            <a:solidFill>
                              <a:srgbClr val="000000"/>
                            </a:solidFill>
                            <a:effectLst/>
                            <a:latin typeface="Arial" charset="0"/>
                          </a:rPr>
                          <a:t>6</a:t>
                        </a:r>
                      </a:p>
                    </a:txBody>
                    <a:tcPr marL="0" marR="0" marT="0" marB="0" anchor="ctr" horzOverflow="overflow">
                      <a:lnL>
                        <a:noFill/>
                      </a:lnL>
                      <a:lnR w="12700" cap="flat" cmpd="sng" algn="ctr">
                        <a:solidFill>
                          <a:schemeClr val="tx1"/>
                        </a:solidFill>
                        <a:prstDash val="sysDash"/>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folHlink"/>
                            </a:solidFill>
                            <a:effectLst/>
                            <a:latin typeface="Arial" charset="0"/>
                          </a:rPr>
                          <a:t>7</a:t>
                        </a:r>
                      </a:p>
                    </a:txBody>
                    <a:tcPr marL="0" marR="0" marT="0" marB="0" anchor="ctr" horzOverflow="overflow">
                      <a:lnL w="12700" cap="flat" cmpd="sng" algn="ctr">
                        <a:solidFill>
                          <a:schemeClr val="tx1"/>
                        </a:solidFill>
                        <a:prstDash val="sysDash"/>
                        <a:round/>
                        <a:headEnd type="none" w="med" len="med"/>
                        <a:tailEnd type="none" w="med" len="med"/>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folHlink"/>
                            </a:solidFill>
                            <a:effectLst/>
                            <a:latin typeface="Arial" charset="0"/>
                          </a:rPr>
                          <a:t>8</a:t>
                        </a:r>
                      </a:p>
                    </a:txBody>
                    <a:tcPr marL="0" marR="0" marT="0" marB="0" anchor="ct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folHlink"/>
                            </a:solidFill>
                            <a:effectLst/>
                            <a:latin typeface="Arial" charset="0"/>
                          </a:rPr>
                          <a:t>9</a:t>
                        </a:r>
                      </a:p>
                    </a:txBody>
                    <a:tcPr marL="0" marR="0" marT="0" marB="0" anchor="ct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folHlink"/>
                            </a:solidFill>
                            <a:effectLst/>
                            <a:latin typeface="Arial" charset="0"/>
                          </a:rPr>
                          <a:t>10</a:t>
                        </a:r>
                      </a:p>
                    </a:txBody>
                    <a:tcPr marL="0" marR="0" marT="0" marB="0" anchor="ct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folHlink"/>
                            </a:solidFill>
                            <a:effectLst/>
                            <a:latin typeface="Arial" charset="0"/>
                          </a:rPr>
                          <a:t>11</a:t>
                        </a:r>
                      </a:p>
                    </a:txBody>
                    <a:tcPr marL="0" marR="0" marT="0" marB="0" anchor="ct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folHlink"/>
                            </a:solidFill>
                            <a:effectLst/>
                            <a:latin typeface="Arial" charset="0"/>
                          </a:rPr>
                          <a:t>12</a:t>
                        </a:r>
                      </a:p>
                    </a:txBody>
                    <a:tcPr marL="0" marR="0" marT="0" marB="0" anchor="ct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folHlink"/>
                            </a:solidFill>
                            <a:effectLst/>
                            <a:latin typeface="Arial" charset="0"/>
                          </a:rPr>
                          <a:t>13</a:t>
                        </a:r>
                      </a:p>
                    </a:txBody>
                    <a:tcPr marL="0" marR="0" marT="0" marB="0" anchor="ct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folHlink"/>
                            </a:solidFill>
                            <a:effectLst/>
                            <a:latin typeface="Arial" charset="0"/>
                          </a:rPr>
                          <a:t>14</a:t>
                        </a:r>
                      </a:p>
                    </a:txBody>
                    <a:tcPr marL="0" marR="0" marT="0" marB="0" anchor="ctr" horzOverflow="overflow">
                      <a:lnL>
                        <a:noFill/>
                      </a:lnL>
                      <a:lnR>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folHlink"/>
                            </a:solidFill>
                            <a:effectLst/>
                            <a:latin typeface="Arial" charset="0"/>
                          </a:rPr>
                          <a:t>15</a:t>
                        </a:r>
                      </a:p>
                    </a:txBody>
                    <a:tcPr marL="0" marR="0" marT="0" marB="0" anchor="ctr" horzOverflow="overflow">
                      <a:lnL>
                        <a:noFill/>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36526">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k</a:t>
                        </a:r>
                        <a:r>
                          <a:rPr kumimoji="0" lang="en-US" sz="1400" b="1" i="0" u="none" strike="noStrike" cap="none" normalizeH="0" baseline="-25000">
                            <a:ln>
                              <a:noFill/>
                            </a:ln>
                            <a:solidFill>
                              <a:srgbClr val="000000"/>
                            </a:solidFill>
                            <a:effectLst/>
                            <a:latin typeface="Arial" charset="0"/>
                          </a:rPr>
                          <a:t>0</a:t>
                        </a:r>
                      </a:p>
                    </a:txBody>
                    <a:tcPr marL="0" marR="0" marT="0" marB="0" anchor="ct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1</a:t>
                        </a:r>
                      </a:p>
                    </a:txBody>
                    <a:tcPr marL="0" marR="0" marT="0" marB="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7</a:t>
                        </a: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1</a:t>
                        </a:r>
                      </a:p>
                    </a:txBody>
                    <a:tcPr marL="0" marR="0" marT="0" marB="0" anchor="ctr" horzOverflow="overflow">
                      <a:lnL w="12700" cap="flat" cmpd="sng" algn="ctr">
                        <a:solidFill>
                          <a:schemeClr val="tx1"/>
                        </a:solidFill>
                        <a:prstDash val="sysDash"/>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1</a:t>
                        </a: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0</a:t>
                        </a: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cap="flat">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224028">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k</a:t>
                        </a:r>
                        <a:r>
                          <a:rPr kumimoji="0" lang="en-US" sz="1400" b="1" i="0" u="none" strike="noStrike" cap="none" normalizeH="0" baseline="-25000">
                            <a:ln>
                              <a:noFill/>
                            </a:ln>
                            <a:solidFill>
                              <a:srgbClr val="000000"/>
                            </a:solidFill>
                            <a:effectLst/>
                            <a:latin typeface="Arial" charset="0"/>
                          </a:rPr>
                          <a:t>1</a:t>
                        </a:r>
                      </a:p>
                    </a:txBody>
                    <a:tcPr marL="0" marR="0" marT="0" marB="0" anchor="ct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2</a:t>
                        </a: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2</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6</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w="12700" cap="flat" cmpd="sng" algn="ctr">
                        <a:solidFill>
                          <a:schemeClr val="tx1"/>
                        </a:solidFill>
                        <a:prstDash val="sysDash"/>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0</a:t>
                        </a:r>
                      </a:p>
                    </a:txBody>
                    <a:tcPr marL="0" marR="0" marT="0" marB="0" anchor="ctr" horzOverflow="overflow">
                      <a:lnL w="12700" cap="flat" cmpd="sng" algn="ctr">
                        <a:solidFill>
                          <a:schemeClr val="tx1"/>
                        </a:solidFill>
                        <a:prstDash val="sysDash"/>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236526">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k</a:t>
                        </a:r>
                        <a:r>
                          <a:rPr kumimoji="0" lang="en-US" sz="1400" b="1" i="0" u="none" strike="noStrike" cap="none" normalizeH="0" baseline="-25000">
                            <a:ln>
                              <a:noFill/>
                            </a:ln>
                            <a:solidFill>
                              <a:srgbClr val="000000"/>
                            </a:solidFill>
                            <a:effectLst/>
                            <a:latin typeface="Arial" charset="0"/>
                          </a:rPr>
                          <a:t>2</a:t>
                        </a:r>
                      </a:p>
                    </a:txBody>
                    <a:tcPr marL="0" marR="0" marT="0" marB="0" anchor="ct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3</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2</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5</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w="12700" cap="flat" cmpd="sng" algn="ctr">
                        <a:solidFill>
                          <a:schemeClr val="tx1"/>
                        </a:solidFill>
                        <a:prstDash val="sysDash"/>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0</a:t>
                        </a:r>
                      </a:p>
                    </a:txBody>
                    <a:tcPr marL="0" marR="0" marT="0" marB="0" anchor="ctr" horzOverflow="overflow">
                      <a:lnL w="12700" cap="flat" cmpd="sng" algn="ctr">
                        <a:solidFill>
                          <a:schemeClr val="tx1"/>
                        </a:solidFill>
                        <a:prstDash val="sysDash"/>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236526">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k</a:t>
                        </a:r>
                        <a:r>
                          <a:rPr kumimoji="0" lang="en-US" sz="1400" b="1" i="0" u="none" strike="noStrike" cap="none" normalizeH="0" baseline="-25000">
                            <a:ln>
                              <a:noFill/>
                            </a:ln>
                            <a:solidFill>
                              <a:srgbClr val="000000"/>
                            </a:solidFill>
                            <a:effectLst/>
                            <a:latin typeface="Arial" charset="0"/>
                          </a:rPr>
                          <a:t>3</a:t>
                        </a:r>
                      </a:p>
                    </a:txBody>
                    <a:tcPr marL="0" marR="0" marT="0" marB="0" anchor="ct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4</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2</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4</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w="12700" cap="flat" cmpd="sng" algn="ctr">
                        <a:solidFill>
                          <a:schemeClr val="tx1"/>
                        </a:solidFill>
                        <a:prstDash val="sysDash"/>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0</a:t>
                        </a:r>
                      </a:p>
                    </a:txBody>
                    <a:tcPr marL="0" marR="0" marT="0" marB="0" anchor="ctr" horzOverflow="overflow">
                      <a:lnL w="12700" cap="flat" cmpd="sng" algn="ctr">
                        <a:solidFill>
                          <a:schemeClr val="tx1"/>
                        </a:solidFill>
                        <a:prstDash val="sysDash"/>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236526">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k</a:t>
                        </a:r>
                        <a:r>
                          <a:rPr kumimoji="0" lang="en-US" sz="1400" b="1" i="0" u="none" strike="noStrike" cap="none" normalizeH="0" baseline="-25000">
                            <a:ln>
                              <a:noFill/>
                            </a:ln>
                            <a:solidFill>
                              <a:srgbClr val="000000"/>
                            </a:solidFill>
                            <a:effectLst/>
                            <a:latin typeface="Arial" charset="0"/>
                          </a:rPr>
                          <a:t>4</a:t>
                        </a:r>
                      </a:p>
                    </a:txBody>
                    <a:tcPr marL="0" marR="0" marT="0" marB="0" anchor="ct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5</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2</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3</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w="12700" cap="flat" cmpd="sng" algn="ctr">
                        <a:solidFill>
                          <a:schemeClr val="tx1"/>
                        </a:solidFill>
                        <a:prstDash val="sysDash"/>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0</a:t>
                        </a:r>
                      </a:p>
                    </a:txBody>
                    <a:tcPr marL="0" marR="0" marT="0" marB="0" anchor="ctr" horzOverflow="overflow">
                      <a:lnL w="12700" cap="flat" cmpd="sng" algn="ctr">
                        <a:solidFill>
                          <a:schemeClr val="tx1"/>
                        </a:solidFill>
                        <a:prstDash val="sysDash"/>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236526">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k</a:t>
                        </a:r>
                        <a:r>
                          <a:rPr kumimoji="0" lang="en-US" sz="1400" b="1" i="0" u="none" strike="noStrike" cap="none" normalizeH="0" baseline="-25000">
                            <a:ln>
                              <a:noFill/>
                            </a:ln>
                            <a:solidFill>
                              <a:srgbClr val="000000"/>
                            </a:solidFill>
                            <a:effectLst/>
                            <a:latin typeface="Arial" charset="0"/>
                          </a:rPr>
                          <a:t>5</a:t>
                        </a:r>
                      </a:p>
                    </a:txBody>
                    <a:tcPr marL="0" marR="0" marT="0" marB="0" anchor="ct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6</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2</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2</a:t>
                        </a:r>
                      </a:p>
                    </a:txBody>
                    <a:tcPr marL="0" marR="0" marT="0" marB="0" anchor="ctr" horzOverflow="overflow">
                      <a:lnL>
                        <a:noFill/>
                      </a:lnL>
                      <a:lnR w="12700" cap="flat" cmpd="sng" algn="ctr">
                        <a:solidFill>
                          <a:schemeClr val="tx1"/>
                        </a:solidFill>
                        <a:prstDash val="sysDash"/>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0</a:t>
                        </a:r>
                      </a:p>
                    </a:txBody>
                    <a:tcPr marL="0" marR="0" marT="0" marB="0" anchor="ctr" horzOverflow="overflow">
                      <a:lnL w="12700" cap="flat" cmpd="sng" algn="ctr">
                        <a:solidFill>
                          <a:schemeClr val="tx1"/>
                        </a:solidFill>
                        <a:prstDash val="sysDash"/>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6"/>
                    </a:ext>
                  </a:extLst>
                </a:tr>
                <a:tr h="236526">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000000"/>
                            </a:solidFill>
                            <a:effectLst/>
                            <a:latin typeface="Arial" charset="0"/>
                          </a:rPr>
                          <a:t>k</a:t>
                        </a:r>
                        <a:r>
                          <a:rPr kumimoji="0" lang="en-US" sz="1400" b="1" i="0" u="none" strike="noStrike" cap="none" normalizeH="0" baseline="-25000">
                            <a:ln>
                              <a:noFill/>
                            </a:ln>
                            <a:solidFill>
                              <a:srgbClr val="000000"/>
                            </a:solidFill>
                            <a:effectLst/>
                            <a:latin typeface="Arial" charset="0"/>
                          </a:rPr>
                          <a:t>6</a:t>
                        </a:r>
                      </a:p>
                    </a:txBody>
                    <a:tcPr marL="0" marR="0" marT="0" marB="0" anchor="ctr" horzOverflow="overflow">
                      <a:lnL cap="flat">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w="12700" cap="flat" cmpd="sng" algn="ctr">
                        <a:solidFill>
                          <a:schemeClr val="tx1"/>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w="12700" cap="flat" cmpd="sng" algn="ctr">
                        <a:solidFill>
                          <a:schemeClr val="tx1"/>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w="12700" cap="flat" cmpd="sng" algn="ctr">
                        <a:solidFill>
                          <a:schemeClr val="tx1"/>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w="12700" cap="flat" cmpd="sng" algn="ctr">
                        <a:solidFill>
                          <a:schemeClr val="tx1"/>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7</a:t>
                        </a:r>
                      </a:p>
                    </a:txBody>
                    <a:tcPr marL="0" marR="0" marT="0" marB="0" anchor="ctr" horzOverflow="overflow">
                      <a:lnL>
                        <a:noFill/>
                      </a:lnL>
                      <a:lnR>
                        <a:noFill/>
                      </a:lnR>
                      <a:lnT>
                        <a:noFill/>
                      </a:lnT>
                      <a:lnB w="12700" cap="flat" cmpd="sng" algn="ctr">
                        <a:solidFill>
                          <a:schemeClr val="tx1"/>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1</a:t>
                        </a:r>
                      </a:p>
                    </a:txBody>
                    <a:tcPr marL="0" marR="0" marT="0" marB="0" anchor="ctr" horzOverflow="overflow">
                      <a:lnL>
                        <a:noFill/>
                      </a:lnL>
                      <a:lnR w="12700" cap="flat" cmpd="sng" algn="ctr">
                        <a:solidFill>
                          <a:schemeClr val="tx1"/>
                        </a:solidFill>
                        <a:prstDash val="sysDash"/>
                        <a:round/>
                        <a:headEnd type="none" w="med" len="med"/>
                        <a:tailEnd type="none" w="med" len="med"/>
                      </a:lnR>
                      <a:lnT>
                        <a:noFill/>
                      </a:lnT>
                      <a:lnB w="12700" cap="flat" cmpd="sng" algn="ctr">
                        <a:solidFill>
                          <a:schemeClr val="tx1"/>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0</a:t>
                        </a:r>
                      </a:p>
                    </a:txBody>
                    <a:tcPr marL="0" marR="0" marT="0" marB="0" anchor="ctr" horzOverflow="overflow">
                      <a:lnL w="12700" cap="flat" cmpd="sng" algn="ctr">
                        <a:solidFill>
                          <a:schemeClr val="tx1"/>
                        </a:solidFill>
                        <a:prstDash val="sysDash"/>
                        <a:round/>
                        <a:headEnd type="none" w="med" len="med"/>
                        <a:tailEnd type="none" w="med" len="med"/>
                      </a:lnL>
                      <a:lnR>
                        <a:noFill/>
                      </a:lnR>
                      <a:lnT>
                        <a:noFill/>
                      </a:lnT>
                      <a:lnB w="12700" cap="flat" cmpd="sng" algn="ctr">
                        <a:solidFill>
                          <a:schemeClr val="tx1"/>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w="12700" cap="flat" cmpd="sng" algn="ctr">
                        <a:solidFill>
                          <a:schemeClr val="tx1"/>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0</a:t>
                        </a:r>
                      </a:p>
                    </a:txBody>
                    <a:tcPr marL="0" marR="0" marT="0" marB="0" anchor="ctr" horzOverflow="overflow">
                      <a:lnL>
                        <a:noFill/>
                      </a:lnL>
                      <a:lnR>
                        <a:noFill/>
                      </a:lnR>
                      <a:lnT>
                        <a:noFill/>
                      </a:lnT>
                      <a:lnB w="12700" cap="flat" cmpd="sng" algn="ctr">
                        <a:solidFill>
                          <a:schemeClr val="tx1"/>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w="12700" cap="flat" cmpd="sng" algn="ctr">
                        <a:solidFill>
                          <a:schemeClr val="tx1"/>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w="12700" cap="flat" cmpd="sng" algn="ctr">
                        <a:solidFill>
                          <a:schemeClr val="tx1"/>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w="12700" cap="flat" cmpd="sng" algn="ctr">
                        <a:solidFill>
                          <a:schemeClr val="tx1"/>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w="12700" cap="flat" cmpd="sng" algn="ctr">
                        <a:solidFill>
                          <a:schemeClr val="tx1"/>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1</a:t>
                        </a:r>
                      </a:p>
                    </a:txBody>
                    <a:tcPr marL="0" marR="0" marT="0" marB="0" anchor="ctr" horzOverflow="overflow">
                      <a:lnL>
                        <a:noFill/>
                      </a:lnL>
                      <a:lnR>
                        <a:noFill/>
                      </a:lnR>
                      <a:lnT>
                        <a:noFill/>
                      </a:lnT>
                      <a:lnB w="12700" cap="flat" cmpd="sng" algn="ctr">
                        <a:solidFill>
                          <a:schemeClr val="tx1"/>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1</a:t>
                        </a:r>
                      </a:p>
                    </a:txBody>
                    <a:tcPr marL="0" marR="0" marT="0" marB="0" anchor="ctr" horzOverflow="overflow">
                      <a:lnL>
                        <a:noFill/>
                      </a:lnL>
                      <a:lnR cap="flat">
                        <a:noFill/>
                      </a:lnR>
                      <a:lnT>
                        <a:noFill/>
                      </a:lnT>
                      <a:lnB w="12700" cap="flat" cmpd="sng" algn="ctr">
                        <a:solidFill>
                          <a:schemeClr val="tx1"/>
                        </a:solidFill>
                        <a:prstDash val="sysDash"/>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38113">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folHlink"/>
                            </a:solidFill>
                            <a:effectLst/>
                            <a:latin typeface="Arial" charset="0"/>
                          </a:rPr>
                          <a:t>7</a:t>
                        </a:r>
                      </a:p>
                    </a:txBody>
                    <a:tcPr marL="0" marR="0" marT="0" marB="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ysDash"/>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1</a:t>
                        </a:r>
                      </a:p>
                    </a:txBody>
                    <a:tcPr marL="0" marR="0" marT="0" marB="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ysDash"/>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0</a:t>
                        </a:r>
                      </a:p>
                    </a:txBody>
                    <a:tcPr marL="0" marR="0" marT="0" marB="0" anchor="ctr" horzOverflow="overflow">
                      <a:lnL>
                        <a:noFill/>
                      </a:lnL>
                      <a:lnR>
                        <a:noFill/>
                      </a:lnR>
                      <a:lnT w="12700" cap="flat" cmpd="sng" algn="ctr">
                        <a:solidFill>
                          <a:schemeClr val="tx1"/>
                        </a:solidFill>
                        <a:prstDash val="sysDash"/>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0</a:t>
                        </a:r>
                      </a:p>
                    </a:txBody>
                    <a:tcPr marL="0" marR="0" marT="0" marB="0" anchor="ctr" horzOverflow="overflow">
                      <a:lnL>
                        <a:noFill/>
                      </a:lnL>
                      <a:lnR>
                        <a:noFill/>
                      </a:lnR>
                      <a:lnT w="12700" cap="flat" cmpd="sng" algn="ctr">
                        <a:solidFill>
                          <a:schemeClr val="tx1"/>
                        </a:solidFill>
                        <a:prstDash val="sysDash"/>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0</a:t>
                        </a:r>
                      </a:p>
                    </a:txBody>
                    <a:tcPr marL="0" marR="0" marT="0" marB="0" anchor="ctr" horzOverflow="overflow">
                      <a:lnL>
                        <a:noFill/>
                      </a:lnL>
                      <a:lnR>
                        <a:noFill/>
                      </a:lnR>
                      <a:lnT w="12700" cap="flat" cmpd="sng" algn="ctr">
                        <a:solidFill>
                          <a:schemeClr val="tx1"/>
                        </a:solidFill>
                        <a:prstDash val="sysDash"/>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0</a:t>
                        </a:r>
                      </a:p>
                    </a:txBody>
                    <a:tcPr marL="0" marR="0" marT="0" marB="0" anchor="ctr" horzOverflow="overflow">
                      <a:lnL>
                        <a:noFill/>
                      </a:lnL>
                      <a:lnR>
                        <a:noFill/>
                      </a:lnR>
                      <a:lnT w="12700" cap="flat" cmpd="sng" algn="ctr">
                        <a:solidFill>
                          <a:schemeClr val="tx1"/>
                        </a:solidFill>
                        <a:prstDash val="sysDash"/>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0</a:t>
                        </a:r>
                      </a:p>
                    </a:txBody>
                    <a:tcPr marL="0" marR="0" marT="0" marB="0" anchor="ctr" horzOverflow="overflow">
                      <a:lnL>
                        <a:noFill/>
                      </a:lnL>
                      <a:lnR>
                        <a:noFill/>
                      </a:lnR>
                      <a:lnT w="12700" cap="flat" cmpd="sng" algn="ctr">
                        <a:solidFill>
                          <a:schemeClr val="tx1"/>
                        </a:solidFill>
                        <a:prstDash val="sysDash"/>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0</a:t>
                        </a:r>
                      </a:p>
                    </a:txBody>
                    <a:tcPr marL="0" marR="0" marT="0" marB="0" anchor="ctr" horzOverflow="overflow">
                      <a:lnL>
                        <a:noFill/>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1</a:t>
                        </a:r>
                      </a:p>
                    </a:txBody>
                    <a:tcPr marL="0" marR="0" marT="0" marB="0" anchor="ctr" horzOverflow="overflow">
                      <a:lnL w="12700" cap="flat" cmpd="sng" algn="ctr">
                        <a:solidFill>
                          <a:schemeClr val="tx1"/>
                        </a:solidFill>
                        <a:prstDash val="sysDash"/>
                        <a:round/>
                        <a:headEnd type="none" w="med" len="med"/>
                        <a:tailEnd type="none" w="med" len="med"/>
                      </a:lnL>
                      <a:lnR>
                        <a:noFill/>
                      </a:lnR>
                      <a:lnT w="12700" cap="flat" cmpd="sng" algn="ctr">
                        <a:solidFill>
                          <a:schemeClr val="tx1"/>
                        </a:solidFill>
                        <a:prstDash val="sysDash"/>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21</a:t>
                        </a:r>
                      </a:p>
                    </a:txBody>
                    <a:tcPr marL="0" marR="0" marT="0" marB="0" anchor="ctr" horzOverflow="overflow">
                      <a:lnL>
                        <a:noFill/>
                      </a:lnL>
                      <a:lnR>
                        <a:noFill/>
                      </a:lnR>
                      <a:lnT w="12700" cap="flat" cmpd="sng" algn="ctr">
                        <a:solidFill>
                          <a:schemeClr val="tx1"/>
                        </a:solidFill>
                        <a:prstDash val="sysDash"/>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15</a:t>
                        </a:r>
                      </a:p>
                    </a:txBody>
                    <a:tcPr marL="0" marR="0" marT="0" marB="0" anchor="ctr" horzOverflow="overflow">
                      <a:lnL>
                        <a:noFill/>
                      </a:lnL>
                      <a:lnR>
                        <a:noFill/>
                      </a:lnR>
                      <a:lnT w="12700" cap="flat" cmpd="sng" algn="ctr">
                        <a:solidFill>
                          <a:schemeClr val="tx1"/>
                        </a:solidFill>
                        <a:prstDash val="sysDash"/>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10</a:t>
                        </a:r>
                      </a:p>
                    </a:txBody>
                    <a:tcPr marL="0" marR="0" marT="0" marB="0" anchor="ctr" horzOverflow="overflow">
                      <a:lnL>
                        <a:noFill/>
                      </a:lnL>
                      <a:lnR>
                        <a:noFill/>
                      </a:lnR>
                      <a:lnT w="12700" cap="flat" cmpd="sng" algn="ctr">
                        <a:solidFill>
                          <a:schemeClr val="tx1"/>
                        </a:solidFill>
                        <a:prstDash val="sysDash"/>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6</a:t>
                        </a:r>
                      </a:p>
                    </a:txBody>
                    <a:tcPr marL="0" marR="0" marT="0" marB="0" anchor="ctr" horzOverflow="overflow">
                      <a:lnL>
                        <a:noFill/>
                      </a:lnL>
                      <a:lnR>
                        <a:noFill/>
                      </a:lnR>
                      <a:lnT w="12700" cap="flat" cmpd="sng" algn="ctr">
                        <a:solidFill>
                          <a:schemeClr val="tx1"/>
                        </a:solidFill>
                        <a:prstDash val="sysDash"/>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3</a:t>
                        </a:r>
                      </a:p>
                    </a:txBody>
                    <a:tcPr marL="0" marR="0" marT="0" marB="0" anchor="ctr" horzOverflow="overflow">
                      <a:lnL>
                        <a:noFill/>
                      </a:lnL>
                      <a:lnR>
                        <a:noFill/>
                      </a:lnR>
                      <a:lnT w="12700" cap="flat" cmpd="sng" algn="ctr">
                        <a:solidFill>
                          <a:schemeClr val="tx1"/>
                        </a:solidFill>
                        <a:prstDash val="sysDash"/>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1</a:t>
                        </a:r>
                      </a:p>
                    </a:txBody>
                    <a:tcPr marL="0" marR="0" marT="0" marB="0" anchor="ctr" horzOverflow="overflow">
                      <a:lnL>
                        <a:noFill/>
                      </a:lnL>
                      <a:lnR>
                        <a:noFill/>
                      </a:lnR>
                      <a:lnT w="12700" cap="flat" cmpd="sng" algn="ctr">
                        <a:solidFill>
                          <a:schemeClr val="tx1"/>
                        </a:solidFill>
                        <a:prstDash val="sysDash"/>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0</a:t>
                        </a:r>
                      </a:p>
                    </a:txBody>
                    <a:tcPr marL="0" marR="0" marT="0" marB="0" anchor="ctr" horzOverflow="overflow">
                      <a:lnL>
                        <a:noFill/>
                      </a:lnL>
                      <a:lnR>
                        <a:noFill/>
                      </a:lnR>
                      <a:lnT w="12700" cap="flat" cmpd="sng" algn="ctr">
                        <a:solidFill>
                          <a:schemeClr val="tx1"/>
                        </a:solidFill>
                        <a:prstDash val="sysDash"/>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0</a:t>
                        </a:r>
                      </a:p>
                    </a:txBody>
                    <a:tcPr marL="0" marR="0" marT="0" marB="0" anchor="ctr" horzOverflow="overflow">
                      <a:lnL>
                        <a:noFill/>
                      </a:lnL>
                      <a:lnR cap="flat">
                        <a:noFill/>
                      </a:lnR>
                      <a:lnT w="12700" cap="flat" cmpd="sng" algn="ctr">
                        <a:solidFill>
                          <a:schemeClr val="tx1"/>
                        </a:solidFill>
                        <a:prstDash val="sysDash"/>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8"/>
                    </a:ext>
                  </a:extLst>
                </a:tr>
                <a:tr h="236526">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folHlink"/>
                            </a:solidFill>
                            <a:effectLst/>
                            <a:latin typeface="Arial" charset="0"/>
                          </a:rPr>
                          <a:t>8</a:t>
                        </a:r>
                      </a:p>
                    </a:txBody>
                    <a:tcPr marL="0" marR="0" marT="0" marB="0" anchor="ct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1</a:t>
                        </a: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w="12700" cap="flat" cmpd="sng" algn="ctr">
                        <a:solidFill>
                          <a:schemeClr val="tx1"/>
                        </a:solidFill>
                        <a:prstDash val="sysDash"/>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21</a:t>
                        </a:r>
                      </a:p>
                    </a:txBody>
                    <a:tcPr marL="0" marR="0" marT="0" marB="0" anchor="ctr" horzOverflow="overflow">
                      <a:lnL w="12700" cap="flat" cmpd="sng" algn="ctr">
                        <a:solidFill>
                          <a:schemeClr val="tx1"/>
                        </a:solidFill>
                        <a:prstDash val="sysDash"/>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15</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10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6</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3</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9"/>
                    </a:ext>
                  </a:extLst>
                </a:tr>
                <a:tr h="236526">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folHlink"/>
                            </a:solidFill>
                            <a:effectLst/>
                            <a:latin typeface="Arial" charset="0"/>
                          </a:rPr>
                          <a:t>9</a:t>
                        </a:r>
                      </a:p>
                    </a:txBody>
                    <a:tcPr marL="0" marR="0" marT="0" marB="0" anchor="ct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0</a:t>
                        </a: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0</a:t>
                        </a:r>
                      </a:p>
                    </a:txBody>
                    <a:tcPr marL="0" marR="0" marT="0" marB="0" anchor="ctr" horzOverflow="overflow">
                      <a:lnL>
                        <a:noFill/>
                      </a:lnL>
                      <a:lnR w="12700" cap="flat" cmpd="sng" algn="ctr">
                        <a:solidFill>
                          <a:schemeClr val="tx1"/>
                        </a:solidFill>
                        <a:prstDash val="sysDash"/>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15</a:t>
                        </a:r>
                      </a:p>
                    </a:txBody>
                    <a:tcPr marL="0" marR="0" marT="0" marB="0" anchor="ctr" horzOverflow="overflow">
                      <a:lnL w="12700" cap="flat" cmpd="sng" algn="ctr">
                        <a:solidFill>
                          <a:schemeClr val="tx1"/>
                        </a:solidFill>
                        <a:prstDash val="sysDash"/>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15</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11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7</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4</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2</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1</a:t>
                        </a:r>
                      </a:p>
                    </a:txBody>
                    <a:tcPr marL="0" marR="0" marT="0" marB="0"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10"/>
                    </a:ext>
                  </a:extLst>
                </a:tr>
                <a:tr h="236526">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folHlink"/>
                            </a:solidFill>
                            <a:effectLst/>
                            <a:latin typeface="Arial" charset="0"/>
                          </a:rPr>
                          <a:t>10</a:t>
                        </a:r>
                      </a:p>
                    </a:txBody>
                    <a:tcPr marL="0" marR="0" marT="0" marB="0" anchor="ct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w="12700" cap="flat" cmpd="sng" algn="ctr">
                        <a:solidFill>
                          <a:schemeClr val="tx1"/>
                        </a:solidFill>
                        <a:prstDash val="sysDash"/>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10</a:t>
                        </a:r>
                      </a:p>
                    </a:txBody>
                    <a:tcPr marL="0" marR="0" marT="0" marB="0" anchor="ctr" horzOverflow="overflow">
                      <a:lnL w="12700" cap="flat" cmpd="sng" algn="ctr">
                        <a:solidFill>
                          <a:schemeClr val="tx1"/>
                        </a:solidFill>
                        <a:prstDash val="sysDash"/>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10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11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9</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6</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4</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3</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3</a:t>
                        </a:r>
                      </a:p>
                    </a:txBody>
                    <a:tcPr marL="0" marR="0" marT="0" marB="0"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11"/>
                    </a:ext>
                  </a:extLst>
                </a:tr>
                <a:tr h="236526">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folHlink"/>
                            </a:solidFill>
                            <a:effectLst/>
                            <a:latin typeface="Arial" charset="0"/>
                          </a:rPr>
                          <a:t>11</a:t>
                        </a:r>
                      </a:p>
                    </a:txBody>
                    <a:tcPr marL="0" marR="0" marT="0" marB="0" anchor="ct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w="12700" cap="flat" cmpd="sng" algn="ctr">
                        <a:solidFill>
                          <a:schemeClr val="tx1"/>
                        </a:solidFill>
                        <a:prstDash val="sysDash"/>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6</a:t>
                        </a:r>
                      </a:p>
                    </a:txBody>
                    <a:tcPr marL="0" marR="0" marT="0" marB="0" anchor="ctr" horzOverflow="overflow">
                      <a:lnL w="12700" cap="flat" cmpd="sng" algn="ctr">
                        <a:solidFill>
                          <a:schemeClr val="tx1"/>
                        </a:solidFill>
                        <a:prstDash val="sysDash"/>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6</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7</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9</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9</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7</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6</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6</a:t>
                        </a:r>
                      </a:p>
                    </a:txBody>
                    <a:tcPr marL="0" marR="0" marT="0" marB="0"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12"/>
                    </a:ext>
                  </a:extLst>
                </a:tr>
                <a:tr h="236526">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folHlink"/>
                            </a:solidFill>
                            <a:effectLst/>
                            <a:latin typeface="Arial" charset="0"/>
                          </a:rPr>
                          <a:t>12</a:t>
                        </a:r>
                      </a:p>
                    </a:txBody>
                    <a:tcPr marL="0" marR="0" marT="0" marB="0" anchor="ct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w="12700" cap="flat" cmpd="sng" algn="ctr">
                        <a:solidFill>
                          <a:schemeClr val="tx1"/>
                        </a:solidFill>
                        <a:prstDash val="sysDash"/>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3</a:t>
                        </a:r>
                      </a:p>
                    </a:txBody>
                    <a:tcPr marL="0" marR="0" marT="0" marB="0" anchor="ctr" horzOverflow="overflow">
                      <a:lnL w="12700" cap="flat" cmpd="sng" algn="ctr">
                        <a:solidFill>
                          <a:schemeClr val="tx1"/>
                        </a:solidFill>
                        <a:prstDash val="sysDash"/>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3</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4</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6</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9</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11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10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10</a:t>
                        </a:r>
                      </a:p>
                    </a:txBody>
                    <a:tcPr marL="0" marR="0" marT="0" marB="0"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13"/>
                    </a:ext>
                  </a:extLst>
                </a:tr>
                <a:tr h="236526">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folHlink"/>
                            </a:solidFill>
                            <a:effectLst/>
                            <a:latin typeface="Arial" charset="0"/>
                          </a:rPr>
                          <a:t>13</a:t>
                        </a:r>
                      </a:p>
                    </a:txBody>
                    <a:tcPr marL="0" marR="0" marT="0" marB="0" anchor="ct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w="12700" cap="flat" cmpd="sng" algn="ctr">
                        <a:solidFill>
                          <a:schemeClr val="tx1"/>
                        </a:solidFill>
                        <a:prstDash val="sysDash"/>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1</a:t>
                        </a:r>
                      </a:p>
                    </a:txBody>
                    <a:tcPr marL="0" marR="0" marT="0" marB="0" anchor="ctr" horzOverflow="overflow">
                      <a:lnL w="12700" cap="flat" cmpd="sng" algn="ctr">
                        <a:solidFill>
                          <a:schemeClr val="tx1"/>
                        </a:solidFill>
                        <a:prstDash val="sysDash"/>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2</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4</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7</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11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15</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15</a:t>
                        </a:r>
                      </a:p>
                    </a:txBody>
                    <a:tcPr marL="0" marR="0" marT="0" marB="0"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14"/>
                    </a:ext>
                  </a:extLst>
                </a:tr>
                <a:tr h="236526">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folHlink"/>
                            </a:solidFill>
                            <a:effectLst/>
                            <a:latin typeface="Arial" charset="0"/>
                          </a:rPr>
                          <a:t>14</a:t>
                        </a:r>
                      </a:p>
                    </a:txBody>
                    <a:tcPr marL="0" marR="0" marT="0" marB="0" anchor="ct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1</a:t>
                        </a:r>
                      </a:p>
                    </a:txBody>
                    <a:tcPr marL="0" marR="0" marT="0" marB="0" anchor="ctr" horzOverflow="overflow">
                      <a:lnL>
                        <a:noFill/>
                      </a:lnL>
                      <a:lnR w="12700" cap="flat" cmpd="sng" algn="ctr">
                        <a:solidFill>
                          <a:schemeClr val="tx1"/>
                        </a:solidFill>
                        <a:prstDash val="sysDash"/>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0</a:t>
                        </a:r>
                      </a:p>
                    </a:txBody>
                    <a:tcPr marL="0" marR="0" marT="0" marB="0" anchor="ctr" horzOverflow="overflow">
                      <a:lnL w="12700" cap="flat" cmpd="sng" algn="ctr">
                        <a:solidFill>
                          <a:schemeClr val="tx1"/>
                        </a:solidFill>
                        <a:prstDash val="sysDash"/>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3</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6</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10</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15</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1</a:t>
                        </a: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21</a:t>
                        </a:r>
                      </a:p>
                    </a:txBody>
                    <a:tcPr marL="0" marR="0" marT="0" marB="0"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15"/>
                    </a:ext>
                  </a:extLst>
                </a:tr>
                <a:tr h="236526">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chemeClr val="folHlink"/>
                            </a:solidFill>
                            <a:effectLst/>
                            <a:latin typeface="Arial" charset="0"/>
                          </a:rPr>
                          <a:t>15</a:t>
                        </a:r>
                      </a:p>
                    </a:txBody>
                    <a:tcPr marL="0" marR="0" marT="0" marB="0" anchor="ctr" horzOverflow="overflow">
                      <a:lnL cap="flat">
                        <a:noFill/>
                      </a:lnL>
                      <a:lnR w="12700"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1</a:t>
                        </a:r>
                      </a:p>
                    </a:txBody>
                    <a:tcPr marL="0" marR="0" marT="0" marB="0" anchor="ctr" horzOverflow="overflow">
                      <a:lnL>
                        <a:noFill/>
                      </a:lnL>
                      <a:lnR w="12700" cap="flat" cmpd="sng" algn="ctr">
                        <a:solidFill>
                          <a:schemeClr val="tx1"/>
                        </a:solidFill>
                        <a:prstDash val="sysDash"/>
                        <a:round/>
                        <a:headEnd type="none" w="med" len="med"/>
                        <a:tailEnd type="none" w="med" len="med"/>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0</a:t>
                        </a:r>
                      </a:p>
                    </a:txBody>
                    <a:tcPr marL="0" marR="0" marT="0" marB="0" anchor="ctr" horzOverflow="overflow">
                      <a:lnL w="12700" cap="flat" cmpd="sng" algn="ctr">
                        <a:solidFill>
                          <a:schemeClr val="tx1"/>
                        </a:solidFill>
                        <a:prstDash val="sysDash"/>
                        <a:round/>
                        <a:headEnd type="none" w="med" len="med"/>
                        <a:tailEnd type="none" w="med" len="med"/>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1" i="0" u="none" strike="noStrike" cap="none" normalizeH="0" baseline="0">
                            <a:ln>
                              <a:noFill/>
                            </a:ln>
                            <a:solidFill>
                              <a:srgbClr val="FF0000"/>
                            </a:solidFill>
                            <a:effectLst/>
                            <a:latin typeface="Arial" charset="0"/>
                          </a:rPr>
                          <a:t>1</a:t>
                        </a:r>
                      </a:p>
                    </a:txBody>
                    <a:tcPr marL="0" marR="0" marT="0" marB="0" anchor="ct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3</a:t>
                        </a:r>
                      </a:p>
                    </a:txBody>
                    <a:tcPr marL="0" marR="0" marT="0" marB="0" anchor="ct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6</a:t>
                        </a:r>
                      </a:p>
                    </a:txBody>
                    <a:tcPr marL="0" marR="0" marT="0" marB="0" anchor="ct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10</a:t>
                        </a:r>
                      </a:p>
                    </a:txBody>
                    <a:tcPr marL="0" marR="0" marT="0" marB="0" anchor="ct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15</a:t>
                        </a:r>
                      </a:p>
                    </a:txBody>
                    <a:tcPr marL="0" marR="0" marT="0" marB="0" anchor="ct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a:ln>
                              <a:noFill/>
                            </a:ln>
                            <a:solidFill>
                              <a:schemeClr val="tx1"/>
                            </a:solidFill>
                            <a:effectLst/>
                            <a:latin typeface="Arial" charset="0"/>
                          </a:rPr>
                          <a:t>0</a:t>
                        </a:r>
                      </a:p>
                    </a:txBody>
                    <a:tcPr marL="0" marR="0" marT="0" marB="0" anchor="ct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5000"/>
                          </a:lnSpc>
                          <a:spcBef>
                            <a:spcPct val="20000"/>
                          </a:spcBef>
                          <a:spcAft>
                            <a:spcPct val="0"/>
                          </a:spcAft>
                          <a:buClrTx/>
                          <a:buSzPct val="100000"/>
                          <a:buFontTx/>
                          <a:buNone/>
                          <a:tabLst/>
                        </a:pPr>
                        <a:r>
                          <a:rPr kumimoji="0" lang="en-US" sz="1400" b="0" i="0" u="none" strike="noStrike" cap="none" normalizeH="0" baseline="0" dirty="0">
                            <a:ln>
                              <a:noFill/>
                            </a:ln>
                            <a:solidFill>
                              <a:schemeClr val="tx1"/>
                            </a:solidFill>
                            <a:effectLst/>
                            <a:latin typeface="Arial" charset="0"/>
                          </a:rPr>
                          <a:t>1</a:t>
                        </a:r>
                      </a:p>
                    </a:txBody>
                    <a:tcPr marL="0" marR="0" marT="0" marB="0" anchor="ctr"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16"/>
                    </a:ext>
                  </a:extLst>
                </a:tr>
              </a:tbl>
            </a:graphicData>
          </a:graphic>
        </p:graphicFrame>
        <p:cxnSp>
          <p:nvCxnSpPr>
            <p:cNvPr id="9" name="AutoShape 367">
              <a:extLst>
                <a:ext uri="{FF2B5EF4-FFF2-40B4-BE49-F238E27FC236}">
                  <a16:creationId xmlns:a16="http://schemas.microsoft.com/office/drawing/2014/main" id="{140148E6-5C6A-5F93-6917-EDF952885A0D}"/>
                </a:ext>
              </a:extLst>
            </p:cNvPr>
            <p:cNvCxnSpPr>
              <a:cxnSpLocks noChangeShapeType="1"/>
            </p:cNvCxnSpPr>
            <p:nvPr/>
          </p:nvCxnSpPr>
          <p:spPr bwMode="auto">
            <a:xfrm rot="5400000" flipV="1">
              <a:off x="9832166" y="1778969"/>
              <a:ext cx="1588" cy="539750"/>
            </a:xfrm>
            <a:prstGeom prst="bentConnector3">
              <a:avLst>
                <a:gd name="adj1" fmla="val -10300000"/>
              </a:avLst>
            </a:prstGeom>
            <a:noFill/>
            <a:ln w="25400">
              <a:solidFill>
                <a:schemeClr val="tx1"/>
              </a:solidFill>
              <a:miter lim="800000"/>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 name="AutoShape 369">
              <a:extLst>
                <a:ext uri="{FF2B5EF4-FFF2-40B4-BE49-F238E27FC236}">
                  <a16:creationId xmlns:a16="http://schemas.microsoft.com/office/drawing/2014/main" id="{D9C479D2-1483-A257-3FB8-E1507F609BA1}"/>
                </a:ext>
              </a:extLst>
            </p:cNvPr>
            <p:cNvCxnSpPr>
              <a:cxnSpLocks noChangeShapeType="1"/>
            </p:cNvCxnSpPr>
            <p:nvPr>
              <p:custDataLst>
                <p:tags r:id="rId4"/>
              </p:custDataLst>
            </p:nvPr>
          </p:nvCxnSpPr>
          <p:spPr bwMode="auto">
            <a:xfrm rot="10800000" flipH="1">
              <a:off x="7099285" y="3987975"/>
              <a:ext cx="1588" cy="503238"/>
            </a:xfrm>
            <a:prstGeom prst="bentConnector4">
              <a:avLst>
                <a:gd name="adj1" fmla="val -12000000"/>
                <a:gd name="adj2" fmla="val 97333"/>
              </a:avLst>
            </a:prstGeom>
            <a:noFill/>
            <a:ln w="25400">
              <a:solidFill>
                <a:schemeClr val="tx1"/>
              </a:solidFill>
              <a:miter lim="800000"/>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6" name="Text Placeholder 15">
            <a:extLst>
              <a:ext uri="{FF2B5EF4-FFF2-40B4-BE49-F238E27FC236}">
                <a16:creationId xmlns:a16="http://schemas.microsoft.com/office/drawing/2014/main" id="{6EF135BD-354F-8EFF-221C-71163BA6B562}"/>
              </a:ext>
            </a:extLst>
          </p:cNvPr>
          <p:cNvSpPr>
            <a:spLocks noGrp="1"/>
          </p:cNvSpPr>
          <p:nvPr>
            <p:ph type="body" sz="half" idx="1"/>
          </p:nvPr>
        </p:nvSpPr>
        <p:spPr/>
        <p:txBody>
          <a:bodyPr/>
          <a:lstStyle/>
          <a:p>
            <a:endParaRPr lang="it-IT"/>
          </a:p>
        </p:txBody>
      </p:sp>
    </p:spTree>
    <p:custDataLst>
      <p:tags r:id="rId1"/>
    </p:custDataLst>
    <p:extLst>
      <p:ext uri="{BB962C8B-B14F-4D97-AF65-F5344CB8AC3E}">
        <p14:creationId xmlns:p14="http://schemas.microsoft.com/office/powerpoint/2010/main" val="3046356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3"/>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7699A6-D93B-60F7-DFAB-1F65B85F12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5501E4-C45B-E42A-730D-4DACA0C8F382}"/>
              </a:ext>
            </a:extLst>
          </p:cNvPr>
          <p:cNvSpPr>
            <a:spLocks noGrp="1"/>
          </p:cNvSpPr>
          <p:nvPr>
            <p:ph type="title"/>
          </p:nvPr>
        </p:nvSpPr>
        <p:spPr>
          <a:xfrm>
            <a:off x="522818" y="277257"/>
            <a:ext cx="11146367" cy="914400"/>
          </a:xfrm>
        </p:spPr>
        <p:txBody>
          <a:bodyPr>
            <a:normAutofit/>
          </a:bodyPr>
          <a:lstStyle/>
          <a:p>
            <a:pPr algn="ctr"/>
            <a:r>
              <a:rPr lang="en-US" altLang="en-US" dirty="0"/>
              <a:t>Exact approach</a:t>
            </a:r>
            <a:endParaRPr lang="en-GB" altLang="en-US" dirty="0"/>
          </a:p>
        </p:txBody>
      </p:sp>
      <p:sp>
        <p:nvSpPr>
          <p:cNvPr id="3" name="Rectangle 4">
            <a:extLst>
              <a:ext uri="{FF2B5EF4-FFF2-40B4-BE49-F238E27FC236}">
                <a16:creationId xmlns:a16="http://schemas.microsoft.com/office/drawing/2014/main" id="{A019824E-7E7B-A694-69E1-A5EEC066A565}"/>
              </a:ext>
            </a:extLst>
          </p:cNvPr>
          <p:cNvSpPr txBox="1">
            <a:spLocks noChangeArrowheads="1"/>
          </p:cNvSpPr>
          <p:nvPr>
            <p:custDataLst>
              <p:tags r:id="rId2"/>
            </p:custDataLst>
          </p:nvPr>
        </p:nvSpPr>
        <p:spPr>
          <a:xfrm>
            <a:off x="730250" y="989593"/>
            <a:ext cx="7226082" cy="5256212"/>
          </a:xfrm>
          <a:prstGeom prst="rect">
            <a:avLst/>
          </a:prstGeom>
          <a:noFill/>
        </p:spPr>
        <p:txBody>
          <a:bodyPr/>
          <a:lstStyle>
            <a:lvl1pPr marL="228600" indent="-228600" algn="l" defTabSz="914400" rtl="0" eaLnBrk="1" latinLnBrk="0" hangingPunct="1">
              <a:lnSpc>
                <a:spcPct val="100000"/>
              </a:lnSpc>
              <a:spcBef>
                <a:spcPts val="0"/>
              </a:spcBef>
              <a:spcAft>
                <a:spcPts val="1800"/>
              </a:spcAft>
              <a:buClr>
                <a:srgbClr val="2B91C5"/>
              </a:buClr>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spcAft>
                <a:spcPts val="1800"/>
              </a:spcAft>
              <a:buClr>
                <a:srgbClr val="2B91C5"/>
              </a:buClr>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spcAft>
                <a:spcPts val="1800"/>
              </a:spcAft>
              <a:buClr>
                <a:srgbClr val="2B91C5"/>
              </a:buClr>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spcAft>
                <a:spcPts val="1800"/>
              </a:spcAft>
              <a:buClr>
                <a:srgbClr val="2B91C5"/>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spcAft>
                <a:spcPts val="1800"/>
              </a:spcAft>
              <a:buClr>
                <a:srgbClr val="2B91C5"/>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0"/>
              </a:spcAft>
            </a:pPr>
            <a:r>
              <a:rPr lang="en-US" altLang="nl-NL" b="1" dirty="0"/>
              <a:t>INPUT:</a:t>
            </a:r>
            <a:r>
              <a:rPr lang="en-US" altLang="nl-NL" i="1" dirty="0"/>
              <a:t> </a:t>
            </a:r>
            <a:r>
              <a:rPr lang="en-US" altLang="nl-NL" i="1" dirty="0" err="1"/>
              <a:t>distance_matrix</a:t>
            </a:r>
            <a:r>
              <a:rPr lang="en-US" altLang="nl-NL" i="1" dirty="0"/>
              <a:t>(</a:t>
            </a:r>
            <a:r>
              <a:rPr lang="en-US" altLang="nl-NL" i="1" dirty="0" err="1"/>
              <a:t>n,n</a:t>
            </a:r>
            <a:r>
              <a:rPr lang="en-US" altLang="nl-NL" i="1" dirty="0"/>
              <a:t>)</a:t>
            </a:r>
          </a:p>
          <a:p>
            <a:pPr>
              <a:spcAft>
                <a:spcPts val="0"/>
              </a:spcAft>
            </a:pPr>
            <a:r>
              <a:rPr lang="en-US" altLang="nl-NL" i="1" dirty="0"/>
              <a:t>t(structure)</a:t>
            </a:r>
            <a:r>
              <a:rPr lang="en-US" altLang="nl-NL" dirty="0"/>
              <a:t> </a:t>
            </a:r>
            <a:r>
              <a:rPr lang="en-US" altLang="nl-NL" dirty="0">
                <a:sym typeface="Wingdings" panose="05000000000000000000" pitchFamily="2" charset="2"/>
              </a:rPr>
              <a:t> </a:t>
            </a:r>
            <a:r>
              <a:rPr lang="en-US" altLang="nl-NL" i="1" dirty="0">
                <a:sym typeface="Wingdings" panose="05000000000000000000" pitchFamily="2" charset="2"/>
              </a:rPr>
              <a:t>INITIALIZATION(n);</a:t>
            </a:r>
          </a:p>
          <a:p>
            <a:pPr>
              <a:spcAft>
                <a:spcPts val="0"/>
              </a:spcAft>
            </a:pPr>
            <a:r>
              <a:rPr lang="en-US" altLang="nl-NL" i="1" dirty="0" err="1">
                <a:sym typeface="Wingdings" panose="05000000000000000000" pitchFamily="2" charset="2"/>
              </a:rPr>
              <a:t>best_t</a:t>
            </a:r>
            <a:r>
              <a:rPr lang="en-US" altLang="nl-NL" i="1" dirty="0">
                <a:sym typeface="Wingdings" panose="05000000000000000000" pitchFamily="2" charset="2"/>
              </a:rPr>
              <a:t> </a:t>
            </a:r>
            <a:r>
              <a:rPr lang="en-US" altLang="nl-NL" dirty="0">
                <a:sym typeface="Wingdings" panose="05000000000000000000" pitchFamily="2" charset="2"/>
              </a:rPr>
              <a:t></a:t>
            </a:r>
            <a:r>
              <a:rPr lang="en-US" altLang="nl-NL" i="1" dirty="0">
                <a:sym typeface="Wingdings" panose="05000000000000000000" pitchFamily="2" charset="2"/>
              </a:rPr>
              <a:t> t</a:t>
            </a:r>
            <a:r>
              <a:rPr lang="en-US" altLang="nl-NL" dirty="0">
                <a:sym typeface="Wingdings" panose="05000000000000000000" pitchFamily="2" charset="2"/>
              </a:rPr>
              <a:t>;</a:t>
            </a:r>
          </a:p>
          <a:p>
            <a:pPr>
              <a:spcAft>
                <a:spcPts val="0"/>
              </a:spcAft>
            </a:pPr>
            <a:r>
              <a:rPr lang="en-US" altLang="nl-NL" b="1" dirty="0">
                <a:sym typeface="Wingdings" panose="05000000000000000000" pitchFamily="2" charset="2"/>
              </a:rPr>
              <a:t>While</a:t>
            </a:r>
            <a:r>
              <a:rPr lang="en-US" altLang="nl-NL" dirty="0">
                <a:sym typeface="Wingdings" panose="05000000000000000000" pitchFamily="2" charset="2"/>
              </a:rPr>
              <a:t> </a:t>
            </a:r>
            <a:r>
              <a:rPr lang="en-US" altLang="nl-NL" b="1" dirty="0">
                <a:sym typeface="Wingdings" panose="05000000000000000000" pitchFamily="2" charset="2"/>
              </a:rPr>
              <a:t>( </a:t>
            </a:r>
            <a:r>
              <a:rPr lang="en-US" altLang="nl-NL" i="1" dirty="0">
                <a:sym typeface="Wingdings" panose="05000000000000000000" pitchFamily="2" charset="2"/>
              </a:rPr>
              <a:t>t(structure)</a:t>
            </a:r>
            <a:r>
              <a:rPr lang="en-US" altLang="nl-NL" dirty="0">
                <a:sym typeface="Wingdings" panose="05000000000000000000" pitchFamily="2" charset="2"/>
              </a:rPr>
              <a:t> != NULL </a:t>
            </a:r>
            <a:r>
              <a:rPr lang="en-US" altLang="nl-NL" b="1" dirty="0">
                <a:sym typeface="Wingdings" panose="05000000000000000000" pitchFamily="2" charset="2"/>
              </a:rPr>
              <a:t>)</a:t>
            </a:r>
          </a:p>
          <a:p>
            <a:pPr lvl="1">
              <a:spcAft>
                <a:spcPts val="0"/>
              </a:spcAft>
            </a:pPr>
            <a:r>
              <a:rPr lang="en-US" altLang="nl-NL" i="1" dirty="0">
                <a:sym typeface="Wingdings" panose="05000000000000000000" pitchFamily="2" charset="2"/>
              </a:rPr>
              <a:t>t</a:t>
            </a:r>
            <a:r>
              <a:rPr lang="en-US" altLang="nl-NL" dirty="0">
                <a:sym typeface="Wingdings" panose="05000000000000000000" pitchFamily="2" charset="2"/>
              </a:rPr>
              <a:t>  </a:t>
            </a:r>
            <a:r>
              <a:rPr lang="en-US" altLang="nl-NL" i="1" dirty="0">
                <a:sym typeface="Wingdings" panose="05000000000000000000" pitchFamily="2" charset="2"/>
              </a:rPr>
              <a:t>ASSIGN_LEAVES(leaves</a:t>
            </a:r>
            <a:r>
              <a:rPr lang="en-US" altLang="nl-NL" dirty="0">
                <a:sym typeface="Wingdings" panose="05000000000000000000" pitchFamily="2" charset="2"/>
              </a:rPr>
              <a:t>[n]</a:t>
            </a:r>
            <a:r>
              <a:rPr lang="en-US" altLang="nl-NL" i="1" dirty="0">
                <a:sym typeface="Wingdings" panose="05000000000000000000" pitchFamily="2" charset="2"/>
              </a:rPr>
              <a:t>);</a:t>
            </a:r>
          </a:p>
          <a:p>
            <a:pPr lvl="1">
              <a:spcAft>
                <a:spcPts val="0"/>
              </a:spcAft>
            </a:pPr>
            <a:r>
              <a:rPr lang="en-US" altLang="nl-NL" i="1" dirty="0">
                <a:sym typeface="Wingdings" panose="05000000000000000000" pitchFamily="2" charset="2"/>
              </a:rPr>
              <a:t>C(t)</a:t>
            </a:r>
            <a:r>
              <a:rPr lang="en-US" altLang="nl-NL" dirty="0">
                <a:sym typeface="Wingdings" panose="05000000000000000000" pitchFamily="2" charset="2"/>
              </a:rPr>
              <a:t>  </a:t>
            </a:r>
            <a:r>
              <a:rPr lang="en-US" altLang="nl-NL" i="1" dirty="0">
                <a:sym typeface="Wingdings" panose="05000000000000000000" pitchFamily="2" charset="2"/>
              </a:rPr>
              <a:t>EVALUATE_COST_FUNCTION(t);</a:t>
            </a:r>
          </a:p>
          <a:p>
            <a:pPr lvl="1">
              <a:spcAft>
                <a:spcPts val="0"/>
              </a:spcAft>
            </a:pPr>
            <a:r>
              <a:rPr lang="en-US" altLang="nl-NL" b="1" i="1" dirty="0">
                <a:sym typeface="Wingdings" panose="05000000000000000000" pitchFamily="2" charset="2"/>
              </a:rPr>
              <a:t>If(</a:t>
            </a:r>
            <a:r>
              <a:rPr lang="en-US" altLang="nl-NL" i="1" dirty="0">
                <a:sym typeface="Wingdings" panose="05000000000000000000" pitchFamily="2" charset="2"/>
              </a:rPr>
              <a:t> C(t) &lt; C(</a:t>
            </a:r>
            <a:r>
              <a:rPr lang="en-US" altLang="nl-NL" i="1" dirty="0" err="1">
                <a:sym typeface="Wingdings" panose="05000000000000000000" pitchFamily="2" charset="2"/>
              </a:rPr>
              <a:t>best_t</a:t>
            </a:r>
            <a:r>
              <a:rPr lang="en-US" altLang="nl-NL" i="1" dirty="0">
                <a:sym typeface="Wingdings" panose="05000000000000000000" pitchFamily="2" charset="2"/>
              </a:rPr>
              <a:t>) </a:t>
            </a:r>
            <a:r>
              <a:rPr lang="en-US" altLang="nl-NL" b="1" i="1" dirty="0">
                <a:sym typeface="Wingdings" panose="05000000000000000000" pitchFamily="2" charset="2"/>
              </a:rPr>
              <a:t>)</a:t>
            </a:r>
            <a:r>
              <a:rPr lang="en-US" altLang="nl-NL" i="1" dirty="0">
                <a:sym typeface="Wingdings" panose="05000000000000000000" pitchFamily="2" charset="2"/>
              </a:rPr>
              <a:t>  </a:t>
            </a:r>
            <a:r>
              <a:rPr lang="en-US" altLang="nl-NL" dirty="0">
                <a:sym typeface="Wingdings" panose="05000000000000000000" pitchFamily="2" charset="2"/>
              </a:rPr>
              <a:t>1) </a:t>
            </a:r>
            <a:r>
              <a:rPr lang="en-US" altLang="nl-NL" i="1" dirty="0" err="1">
                <a:sym typeface="Wingdings" panose="05000000000000000000" pitchFamily="2" charset="2"/>
              </a:rPr>
              <a:t>best_t</a:t>
            </a:r>
            <a:r>
              <a:rPr lang="en-US" altLang="nl-NL" i="1" dirty="0">
                <a:sym typeface="Wingdings" panose="05000000000000000000" pitchFamily="2" charset="2"/>
              </a:rPr>
              <a:t> </a:t>
            </a:r>
            <a:r>
              <a:rPr lang="en-US" altLang="nl-NL" dirty="0">
                <a:sym typeface="Wingdings" panose="05000000000000000000" pitchFamily="2" charset="2"/>
              </a:rPr>
              <a:t></a:t>
            </a:r>
            <a:r>
              <a:rPr lang="en-US" altLang="nl-NL" i="1" dirty="0">
                <a:sym typeface="Wingdings" panose="05000000000000000000" pitchFamily="2" charset="2"/>
              </a:rPr>
              <a:t> t;</a:t>
            </a:r>
          </a:p>
          <a:p>
            <a:pPr lvl="1">
              <a:spcAft>
                <a:spcPts val="0"/>
              </a:spcAft>
              <a:buFontTx/>
              <a:buNone/>
            </a:pPr>
            <a:r>
              <a:rPr lang="en-US" altLang="nl-NL" b="1" dirty="0">
                <a:sym typeface="Wingdings" panose="05000000000000000000" pitchFamily="2" charset="2"/>
              </a:rPr>
              <a:t>Repeat</a:t>
            </a:r>
          </a:p>
          <a:p>
            <a:pPr lvl="2">
              <a:spcAft>
                <a:spcPts val="0"/>
              </a:spcAft>
            </a:pPr>
            <a:r>
              <a:rPr lang="en-US" altLang="nl-NL" i="1" dirty="0">
                <a:sym typeface="Wingdings" panose="05000000000000000000" pitchFamily="2" charset="2"/>
              </a:rPr>
              <a:t>t</a:t>
            </a:r>
            <a:r>
              <a:rPr lang="en-US" altLang="nl-NL" dirty="0">
                <a:sym typeface="Wingdings" panose="05000000000000000000" pitchFamily="2" charset="2"/>
              </a:rPr>
              <a:t>  </a:t>
            </a:r>
            <a:r>
              <a:rPr lang="en-US" altLang="nl-NL" i="1" dirty="0">
                <a:sym typeface="Wingdings" panose="05000000000000000000" pitchFamily="2" charset="2"/>
              </a:rPr>
              <a:t>NEXT_PERMUTATION(leaves</a:t>
            </a:r>
            <a:r>
              <a:rPr lang="en-US" altLang="nl-NL" dirty="0">
                <a:sym typeface="Wingdings" panose="05000000000000000000" pitchFamily="2" charset="2"/>
              </a:rPr>
              <a:t>[n]</a:t>
            </a:r>
            <a:r>
              <a:rPr lang="en-US" altLang="nl-NL" i="1" dirty="0">
                <a:sym typeface="Wingdings" panose="05000000000000000000" pitchFamily="2" charset="2"/>
              </a:rPr>
              <a:t>);</a:t>
            </a:r>
            <a:endParaRPr lang="en-US" altLang="nl-NL" dirty="0">
              <a:sym typeface="Wingdings" panose="05000000000000000000" pitchFamily="2" charset="2"/>
            </a:endParaRPr>
          </a:p>
          <a:p>
            <a:pPr lvl="2">
              <a:spcAft>
                <a:spcPts val="0"/>
              </a:spcAft>
            </a:pPr>
            <a:r>
              <a:rPr lang="en-US" altLang="nl-NL" i="1" dirty="0">
                <a:sym typeface="Wingdings" panose="05000000000000000000" pitchFamily="2" charset="2"/>
              </a:rPr>
              <a:t>C(t)</a:t>
            </a:r>
            <a:r>
              <a:rPr lang="en-US" altLang="nl-NL" dirty="0">
                <a:sym typeface="Wingdings" panose="05000000000000000000" pitchFamily="2" charset="2"/>
              </a:rPr>
              <a:t>  </a:t>
            </a:r>
            <a:r>
              <a:rPr lang="en-US" altLang="nl-NL" i="1" dirty="0">
                <a:sym typeface="Wingdings" panose="05000000000000000000" pitchFamily="2" charset="2"/>
              </a:rPr>
              <a:t>EVALUATE_COST_FUNCTION(t);</a:t>
            </a:r>
            <a:r>
              <a:rPr lang="en-US" altLang="nl-NL" b="1" i="1" dirty="0">
                <a:sym typeface="Wingdings" panose="05000000000000000000" pitchFamily="2" charset="2"/>
              </a:rPr>
              <a:t> </a:t>
            </a:r>
          </a:p>
          <a:p>
            <a:pPr lvl="2">
              <a:spcAft>
                <a:spcPts val="0"/>
              </a:spcAft>
            </a:pPr>
            <a:r>
              <a:rPr lang="de-DE" altLang="nl-NL" b="1" i="1" dirty="0" err="1">
                <a:sym typeface="Wingdings" panose="05000000000000000000" pitchFamily="2" charset="2"/>
              </a:rPr>
              <a:t>If</a:t>
            </a:r>
            <a:r>
              <a:rPr lang="de-DE" altLang="nl-NL" b="1" i="1" dirty="0">
                <a:sym typeface="Wingdings" panose="05000000000000000000" pitchFamily="2" charset="2"/>
              </a:rPr>
              <a:t>( </a:t>
            </a:r>
            <a:r>
              <a:rPr lang="de-DE" altLang="nl-NL" i="1" dirty="0">
                <a:sym typeface="Wingdings" panose="05000000000000000000" pitchFamily="2" charset="2"/>
              </a:rPr>
              <a:t>C(t) &lt; C(</a:t>
            </a:r>
            <a:r>
              <a:rPr lang="de-DE" altLang="nl-NL" i="1" dirty="0" err="1">
                <a:sym typeface="Wingdings" panose="05000000000000000000" pitchFamily="2" charset="2"/>
              </a:rPr>
              <a:t>best_t</a:t>
            </a:r>
            <a:r>
              <a:rPr lang="de-DE" altLang="nl-NL" i="1" dirty="0">
                <a:sym typeface="Wingdings" panose="05000000000000000000" pitchFamily="2" charset="2"/>
              </a:rPr>
              <a:t>)</a:t>
            </a:r>
            <a:r>
              <a:rPr lang="de-DE" altLang="nl-NL" b="1" i="1" dirty="0">
                <a:sym typeface="Wingdings" panose="05000000000000000000" pitchFamily="2" charset="2"/>
              </a:rPr>
              <a:t> )  </a:t>
            </a:r>
            <a:r>
              <a:rPr lang="de-DE" altLang="nl-NL" dirty="0">
                <a:sym typeface="Wingdings" panose="05000000000000000000" pitchFamily="2" charset="2"/>
              </a:rPr>
              <a:t>1)</a:t>
            </a:r>
            <a:r>
              <a:rPr lang="de-DE" altLang="nl-NL" i="1" dirty="0">
                <a:sym typeface="Wingdings" panose="05000000000000000000" pitchFamily="2" charset="2"/>
              </a:rPr>
              <a:t> </a:t>
            </a:r>
            <a:r>
              <a:rPr lang="de-DE" altLang="nl-NL" i="1" dirty="0" err="1">
                <a:sym typeface="Wingdings" panose="05000000000000000000" pitchFamily="2" charset="2"/>
              </a:rPr>
              <a:t>best_t</a:t>
            </a:r>
            <a:r>
              <a:rPr lang="de-DE" altLang="nl-NL" i="1" dirty="0">
                <a:sym typeface="Wingdings" panose="05000000000000000000" pitchFamily="2" charset="2"/>
              </a:rPr>
              <a:t> </a:t>
            </a:r>
            <a:r>
              <a:rPr lang="de-DE" altLang="nl-NL" dirty="0">
                <a:sym typeface="Wingdings" panose="05000000000000000000" pitchFamily="2" charset="2"/>
              </a:rPr>
              <a:t> </a:t>
            </a:r>
            <a:r>
              <a:rPr lang="de-DE" altLang="nl-NL" i="1" dirty="0">
                <a:sym typeface="Wingdings" panose="05000000000000000000" pitchFamily="2" charset="2"/>
              </a:rPr>
              <a:t>t;</a:t>
            </a:r>
            <a:endParaRPr lang="en-US" altLang="nl-NL" i="1" dirty="0">
              <a:sym typeface="Wingdings" panose="05000000000000000000" pitchFamily="2" charset="2"/>
            </a:endParaRPr>
          </a:p>
          <a:p>
            <a:pPr lvl="1">
              <a:spcAft>
                <a:spcPts val="0"/>
              </a:spcAft>
            </a:pPr>
            <a:r>
              <a:rPr lang="en-US" altLang="nl-NL" b="1" dirty="0">
                <a:solidFill>
                  <a:srgbClr val="FF0000"/>
                </a:solidFill>
                <a:sym typeface="Wingdings" panose="05000000000000000000" pitchFamily="2" charset="2"/>
              </a:rPr>
              <a:t>Until( </a:t>
            </a:r>
            <a:r>
              <a:rPr lang="en-US" altLang="nl-NL" i="1" dirty="0">
                <a:solidFill>
                  <a:srgbClr val="FF0000"/>
                </a:solidFill>
                <a:sym typeface="Wingdings" panose="05000000000000000000" pitchFamily="2" charset="2"/>
              </a:rPr>
              <a:t>NO_FURTHER_PERMUTATIONS(</a:t>
            </a:r>
            <a:r>
              <a:rPr lang="en-US" altLang="nl-NL" i="1" dirty="0" err="1">
                <a:solidFill>
                  <a:srgbClr val="FF0000"/>
                </a:solidFill>
                <a:sym typeface="Wingdings" panose="05000000000000000000" pitchFamily="2" charset="2"/>
              </a:rPr>
              <a:t>t,leaves</a:t>
            </a:r>
            <a:r>
              <a:rPr lang="en-US" altLang="nl-NL" dirty="0">
                <a:solidFill>
                  <a:srgbClr val="FF0000"/>
                </a:solidFill>
                <a:sym typeface="Wingdings" panose="05000000000000000000" pitchFamily="2" charset="2"/>
              </a:rPr>
              <a:t>[n]</a:t>
            </a:r>
            <a:r>
              <a:rPr lang="en-US" altLang="nl-NL" i="1" dirty="0">
                <a:solidFill>
                  <a:srgbClr val="FF0000"/>
                </a:solidFill>
                <a:sym typeface="Wingdings" panose="05000000000000000000" pitchFamily="2" charset="2"/>
              </a:rPr>
              <a:t>) </a:t>
            </a:r>
            <a:r>
              <a:rPr lang="en-US" altLang="nl-NL" b="1" dirty="0">
                <a:solidFill>
                  <a:srgbClr val="FF0000"/>
                </a:solidFill>
                <a:sym typeface="Wingdings" panose="05000000000000000000" pitchFamily="2" charset="2"/>
              </a:rPr>
              <a:t>)</a:t>
            </a:r>
          </a:p>
          <a:p>
            <a:pPr lvl="1">
              <a:spcAft>
                <a:spcPts val="0"/>
              </a:spcAft>
            </a:pPr>
            <a:r>
              <a:rPr lang="en-US" altLang="nl-NL" i="1" dirty="0">
                <a:solidFill>
                  <a:srgbClr val="FF0000"/>
                </a:solidFill>
                <a:sym typeface="Wingdings" panose="05000000000000000000" pitchFamily="2" charset="2"/>
              </a:rPr>
              <a:t>t(structure)</a:t>
            </a:r>
            <a:r>
              <a:rPr lang="en-US" altLang="nl-NL" dirty="0">
                <a:solidFill>
                  <a:srgbClr val="FF0000"/>
                </a:solidFill>
                <a:sym typeface="Wingdings" panose="05000000000000000000" pitchFamily="2" charset="2"/>
              </a:rPr>
              <a:t>  </a:t>
            </a:r>
            <a:r>
              <a:rPr lang="en-US" altLang="nl-NL" i="1" dirty="0">
                <a:solidFill>
                  <a:srgbClr val="FF0000"/>
                </a:solidFill>
                <a:sym typeface="Wingdings" panose="05000000000000000000" pitchFamily="2" charset="2"/>
              </a:rPr>
              <a:t>NEXT_STRUCTURE(t);</a:t>
            </a:r>
          </a:p>
          <a:p>
            <a:pPr>
              <a:spcAft>
                <a:spcPts val="0"/>
              </a:spcAft>
            </a:pPr>
            <a:r>
              <a:rPr lang="en-US" altLang="nl-NL" b="1" dirty="0">
                <a:solidFill>
                  <a:srgbClr val="FF0000"/>
                </a:solidFill>
              </a:rPr>
              <a:t>OUTPUT:</a:t>
            </a:r>
            <a:r>
              <a:rPr lang="en-US" altLang="nl-NL" i="1" dirty="0">
                <a:solidFill>
                  <a:srgbClr val="FF0000"/>
                </a:solidFill>
              </a:rPr>
              <a:t> </a:t>
            </a:r>
            <a:r>
              <a:rPr lang="en-US" altLang="nl-NL" i="1" dirty="0" err="1">
                <a:solidFill>
                  <a:srgbClr val="FF0000"/>
                </a:solidFill>
              </a:rPr>
              <a:t>best_t</a:t>
            </a:r>
            <a:endParaRPr lang="en-US" altLang="nl-NL" i="1" dirty="0">
              <a:solidFill>
                <a:srgbClr val="FF0000"/>
              </a:solidFill>
            </a:endParaRPr>
          </a:p>
        </p:txBody>
      </p:sp>
      <p:grpSp>
        <p:nvGrpSpPr>
          <p:cNvPr id="34" name="Group 33">
            <a:extLst>
              <a:ext uri="{FF2B5EF4-FFF2-40B4-BE49-F238E27FC236}">
                <a16:creationId xmlns:a16="http://schemas.microsoft.com/office/drawing/2014/main" id="{39D36DF2-FEDB-CA19-8574-56557B1D9088}"/>
              </a:ext>
            </a:extLst>
          </p:cNvPr>
          <p:cNvGrpSpPr/>
          <p:nvPr/>
        </p:nvGrpSpPr>
        <p:grpSpPr>
          <a:xfrm>
            <a:off x="6936543" y="1033360"/>
            <a:ext cx="5320497" cy="4307517"/>
            <a:chOff x="6936543" y="1033360"/>
            <a:chExt cx="5320497" cy="4307517"/>
          </a:xfrm>
        </p:grpSpPr>
        <p:pic>
          <p:nvPicPr>
            <p:cNvPr id="11" name="Picture 3" descr="prova0">
              <a:extLst>
                <a:ext uri="{FF2B5EF4-FFF2-40B4-BE49-F238E27FC236}">
                  <a16:creationId xmlns:a16="http://schemas.microsoft.com/office/drawing/2014/main" id="{580D69F6-FF38-16C4-DD1E-48361D50E7B0}"/>
                </a:ext>
              </a:extLst>
            </p:cNvPr>
            <p:cNvPicPr>
              <a:picLocks noChangeAspect="1" noChangeArrowheads="1"/>
            </p:cNvPicPr>
            <p:nvPr>
              <p:custDataLst>
                <p:tags r:id="rId3"/>
              </p:custDataLst>
            </p:nvPr>
          </p:nvPicPr>
          <p:blipFill>
            <a:blip r:embed="rId11" cstate="print">
              <a:extLst>
                <a:ext uri="{28A0092B-C50C-407E-A947-70E740481C1C}">
                  <a14:useLocalDpi xmlns:a14="http://schemas.microsoft.com/office/drawing/2010/main" val="0"/>
                </a:ext>
              </a:extLst>
            </a:blip>
            <a:srcRect/>
            <a:stretch>
              <a:fillRect/>
            </a:stretch>
          </p:blipFill>
          <p:spPr bwMode="auto">
            <a:xfrm>
              <a:off x="7215776" y="1473062"/>
              <a:ext cx="1488951" cy="1967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4" descr="prova1">
              <a:extLst>
                <a:ext uri="{FF2B5EF4-FFF2-40B4-BE49-F238E27FC236}">
                  <a16:creationId xmlns:a16="http://schemas.microsoft.com/office/drawing/2014/main" id="{5BF91177-AECE-F6CA-9B35-0E9360449340}"/>
                </a:ext>
              </a:extLst>
            </p:cNvPr>
            <p:cNvPicPr>
              <a:picLocks noChangeAspect="1" noChangeArrowheads="1"/>
            </p:cNvPicPr>
            <p:nvPr>
              <p:custDataLst>
                <p:tags r:id="rId4"/>
              </p:custDataLst>
            </p:nvPr>
          </p:nvPicPr>
          <p:blipFill>
            <a:blip r:embed="rId12" cstate="print">
              <a:extLst>
                <a:ext uri="{28A0092B-C50C-407E-A947-70E740481C1C}">
                  <a14:useLocalDpi xmlns:a14="http://schemas.microsoft.com/office/drawing/2010/main" val="0"/>
                </a:ext>
              </a:extLst>
            </a:blip>
            <a:srcRect/>
            <a:stretch>
              <a:fillRect/>
            </a:stretch>
          </p:blipFill>
          <p:spPr bwMode="auto">
            <a:xfrm>
              <a:off x="9013826" y="1446028"/>
              <a:ext cx="1251909" cy="1830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5" descr="prova2">
              <a:extLst>
                <a:ext uri="{FF2B5EF4-FFF2-40B4-BE49-F238E27FC236}">
                  <a16:creationId xmlns:a16="http://schemas.microsoft.com/office/drawing/2014/main" id="{6F822092-D142-3AED-693C-798222659884}"/>
                </a:ext>
              </a:extLst>
            </p:cNvPr>
            <p:cNvPicPr>
              <a:picLocks noChangeAspect="1" noChangeArrowheads="1"/>
            </p:cNvPicPr>
            <p:nvPr>
              <p:custDataLst>
                <p:tags r:id="rId5"/>
              </p:custDataLst>
            </p:nvPr>
          </p:nvPicPr>
          <p:blipFill>
            <a:blip r:embed="rId13" cstate="print">
              <a:extLst>
                <a:ext uri="{28A0092B-C50C-407E-A947-70E740481C1C}">
                  <a14:useLocalDpi xmlns:a14="http://schemas.microsoft.com/office/drawing/2010/main" val="0"/>
                </a:ext>
              </a:extLst>
            </a:blip>
            <a:srcRect/>
            <a:stretch>
              <a:fillRect/>
            </a:stretch>
          </p:blipFill>
          <p:spPr bwMode="auto">
            <a:xfrm>
              <a:off x="10771562" y="3614717"/>
              <a:ext cx="1303216" cy="16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6" descr="prova3">
              <a:extLst>
                <a:ext uri="{FF2B5EF4-FFF2-40B4-BE49-F238E27FC236}">
                  <a16:creationId xmlns:a16="http://schemas.microsoft.com/office/drawing/2014/main" id="{FDC5B293-48FD-D7DB-007A-0780F96446A5}"/>
                </a:ext>
              </a:extLst>
            </p:cNvPr>
            <p:cNvPicPr>
              <a:picLocks noChangeAspect="1" noChangeArrowheads="1"/>
            </p:cNvPicPr>
            <p:nvPr>
              <p:custDataLst>
                <p:tags r:id="rId6"/>
              </p:custDataLst>
            </p:nvPr>
          </p:nvPicPr>
          <p:blipFill>
            <a:blip r:embed="rId14" cstate="print">
              <a:extLst>
                <a:ext uri="{28A0092B-C50C-407E-A947-70E740481C1C}">
                  <a14:useLocalDpi xmlns:a14="http://schemas.microsoft.com/office/drawing/2010/main" val="0"/>
                </a:ext>
              </a:extLst>
            </a:blip>
            <a:srcRect/>
            <a:stretch>
              <a:fillRect/>
            </a:stretch>
          </p:blipFill>
          <p:spPr bwMode="auto">
            <a:xfrm>
              <a:off x="9109263" y="3695951"/>
              <a:ext cx="1342210" cy="16449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Picture 7" descr="prova4">
              <a:extLst>
                <a:ext uri="{FF2B5EF4-FFF2-40B4-BE49-F238E27FC236}">
                  <a16:creationId xmlns:a16="http://schemas.microsoft.com/office/drawing/2014/main" id="{0A3AC34B-0907-E391-7CAC-EE3D09C7EF22}"/>
                </a:ext>
              </a:extLst>
            </p:cNvPr>
            <p:cNvPicPr>
              <a:picLocks noChangeAspect="1" noChangeArrowheads="1"/>
            </p:cNvPicPr>
            <p:nvPr>
              <p:custDataLst>
                <p:tags r:id="rId7"/>
              </p:custDataLst>
            </p:nvPr>
          </p:nvPicPr>
          <p:blipFill>
            <a:blip r:embed="rId15" cstate="print">
              <a:extLst>
                <a:ext uri="{28A0092B-C50C-407E-A947-70E740481C1C}">
                  <a14:useLocalDpi xmlns:a14="http://schemas.microsoft.com/office/drawing/2010/main" val="0"/>
                </a:ext>
              </a:extLst>
            </a:blip>
            <a:srcRect/>
            <a:stretch>
              <a:fillRect/>
            </a:stretch>
          </p:blipFill>
          <p:spPr bwMode="auto">
            <a:xfrm>
              <a:off x="10744471" y="1468604"/>
              <a:ext cx="1384282" cy="18080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Picture 8" descr="prova5">
              <a:extLst>
                <a:ext uri="{FF2B5EF4-FFF2-40B4-BE49-F238E27FC236}">
                  <a16:creationId xmlns:a16="http://schemas.microsoft.com/office/drawing/2014/main" id="{A2DB1086-07D8-1558-8BDD-6809552ECCB8}"/>
                </a:ext>
              </a:extLst>
            </p:cNvPr>
            <p:cNvPicPr>
              <a:picLocks noChangeAspect="1" noChangeArrowheads="1"/>
            </p:cNvPicPr>
            <p:nvPr>
              <p:custDataLst>
                <p:tags r:id="rId8"/>
              </p:custDataLst>
            </p:nvPr>
          </p:nvPicPr>
          <p:blipFill>
            <a:blip r:embed="rId16" cstate="print">
              <a:extLst>
                <a:ext uri="{28A0092B-C50C-407E-A947-70E740481C1C}">
                  <a14:useLocalDpi xmlns:a14="http://schemas.microsoft.com/office/drawing/2010/main" val="0"/>
                </a:ext>
              </a:extLst>
            </a:blip>
            <a:srcRect/>
            <a:stretch>
              <a:fillRect/>
            </a:stretch>
          </p:blipFill>
          <p:spPr bwMode="auto">
            <a:xfrm>
              <a:off x="7234251" y="3633580"/>
              <a:ext cx="1656213" cy="1562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Text Box 12">
              <a:extLst>
                <a:ext uri="{FF2B5EF4-FFF2-40B4-BE49-F238E27FC236}">
                  <a16:creationId xmlns:a16="http://schemas.microsoft.com/office/drawing/2014/main" id="{E5485F11-A238-8A02-7C5A-D7249319AB3E}"/>
                </a:ext>
              </a:extLst>
            </p:cNvPr>
            <p:cNvSpPr txBox="1">
              <a:spLocks noChangeArrowheads="1"/>
            </p:cNvSpPr>
            <p:nvPr/>
          </p:nvSpPr>
          <p:spPr bwMode="auto">
            <a:xfrm>
              <a:off x="6936543" y="1033360"/>
              <a:ext cx="532049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105000"/>
                </a:lnSpc>
                <a:spcBef>
                  <a:spcPct val="20000"/>
                </a:spcBef>
                <a:buSzPct val="100000"/>
                <a:buChar char="•"/>
                <a:defRPr sz="2000">
                  <a:solidFill>
                    <a:srgbClr val="000000"/>
                  </a:solidFill>
                  <a:latin typeface="Arial" panose="020B0604020202020204" pitchFamily="34" charset="0"/>
                </a:defRPr>
              </a:lvl1pPr>
              <a:lvl2pPr marL="742950" indent="-285750">
                <a:lnSpc>
                  <a:spcPct val="105000"/>
                </a:lnSpc>
                <a:spcBef>
                  <a:spcPct val="20000"/>
                </a:spcBef>
                <a:buSzPct val="100000"/>
                <a:buChar char="–"/>
                <a:defRPr sz="2000">
                  <a:solidFill>
                    <a:srgbClr val="000000"/>
                  </a:solidFill>
                  <a:latin typeface="Arial" panose="020B0604020202020204" pitchFamily="34" charset="0"/>
                </a:defRPr>
              </a:lvl2pPr>
              <a:lvl3pPr marL="1143000" indent="-228600">
                <a:lnSpc>
                  <a:spcPct val="105000"/>
                </a:lnSpc>
                <a:spcBef>
                  <a:spcPct val="20000"/>
                </a:spcBef>
                <a:buSzPct val="100000"/>
                <a:buChar char="•"/>
                <a:defRPr>
                  <a:solidFill>
                    <a:srgbClr val="000000"/>
                  </a:solidFill>
                  <a:latin typeface="Arial" panose="020B0604020202020204" pitchFamily="34" charset="0"/>
                </a:defRPr>
              </a:lvl3pPr>
              <a:lvl4pPr marL="1600200" indent="-228600">
                <a:lnSpc>
                  <a:spcPct val="105000"/>
                </a:lnSpc>
                <a:spcBef>
                  <a:spcPct val="20000"/>
                </a:spcBef>
                <a:buSzPct val="100000"/>
                <a:buChar char="–"/>
                <a:defRPr sz="1600">
                  <a:solidFill>
                    <a:srgbClr val="000000"/>
                  </a:solidFill>
                  <a:latin typeface="Arial" panose="020B0604020202020204" pitchFamily="34" charset="0"/>
                </a:defRPr>
              </a:lvl4pPr>
              <a:lvl5pPr marL="2057400" indent="-228600">
                <a:lnSpc>
                  <a:spcPct val="105000"/>
                </a:lnSpc>
                <a:spcBef>
                  <a:spcPct val="20000"/>
                </a:spcBef>
                <a:buSzPct val="100000"/>
                <a:buChar char="–"/>
                <a:defRPr sz="1600">
                  <a:solidFill>
                    <a:srgbClr val="000000"/>
                  </a:solidFill>
                  <a:latin typeface="Arial" panose="020B0604020202020204" pitchFamily="34" charset="0"/>
                </a:defRPr>
              </a:lvl5pPr>
              <a:lvl6pPr marL="25146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6pPr>
              <a:lvl7pPr marL="29718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7pPr>
              <a:lvl8pPr marL="34290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8pPr>
              <a:lvl9pPr marL="3886200" indent="-228600" eaLnBrk="0" fontAlgn="base" hangingPunct="0">
                <a:lnSpc>
                  <a:spcPct val="105000"/>
                </a:lnSpc>
                <a:spcBef>
                  <a:spcPct val="20000"/>
                </a:spcBef>
                <a:spcAft>
                  <a:spcPct val="0"/>
                </a:spcAft>
                <a:buSzPct val="100000"/>
                <a:buChar char="–"/>
                <a:defRPr sz="1600">
                  <a:solidFill>
                    <a:srgbClr val="000000"/>
                  </a:solidFill>
                  <a:latin typeface="Arial" panose="020B0604020202020204" pitchFamily="34" charset="0"/>
                </a:defRPr>
              </a:lvl9pPr>
            </a:lstStyle>
            <a:p>
              <a:pPr eaLnBrk="1" hangingPunct="1">
                <a:lnSpc>
                  <a:spcPct val="100000"/>
                </a:lnSpc>
                <a:spcBef>
                  <a:spcPct val="50000"/>
                </a:spcBef>
                <a:buSzTx/>
                <a:buFontTx/>
                <a:buNone/>
              </a:pPr>
              <a:r>
                <a:rPr lang="en-GB" altLang="nl-NL" sz="1600" dirty="0">
                  <a:solidFill>
                    <a:schemeClr val="tx1"/>
                  </a:solidFill>
                </a:rPr>
                <a:t>E.g. of </a:t>
              </a:r>
              <a:r>
                <a:rPr lang="en-US" altLang="nl-NL" sz="1600" dirty="0">
                  <a:solidFill>
                    <a:schemeClr val="tx1"/>
                  </a:solidFill>
                </a:rPr>
                <a:t>the 6 different boron tree structures with 9 leaves</a:t>
              </a:r>
              <a:endParaRPr lang="en-GB" altLang="nl-NL" sz="1600" dirty="0">
                <a:solidFill>
                  <a:schemeClr val="tx1"/>
                </a:solidFill>
              </a:endParaRPr>
            </a:p>
          </p:txBody>
        </p:sp>
      </p:grpSp>
      <p:sp>
        <p:nvSpPr>
          <p:cNvPr id="33" name="Text Placeholder 32">
            <a:extLst>
              <a:ext uri="{FF2B5EF4-FFF2-40B4-BE49-F238E27FC236}">
                <a16:creationId xmlns:a16="http://schemas.microsoft.com/office/drawing/2014/main" id="{2ACB987F-3704-1384-0D59-B73359E68EC3}"/>
              </a:ext>
            </a:extLst>
          </p:cNvPr>
          <p:cNvSpPr>
            <a:spLocks noGrp="1"/>
          </p:cNvSpPr>
          <p:nvPr>
            <p:ph type="body" sz="half" idx="1"/>
          </p:nvPr>
        </p:nvSpPr>
        <p:spPr/>
        <p:txBody>
          <a:bodyPr/>
          <a:lstStyle/>
          <a:p>
            <a:endParaRPr lang="it-IT"/>
          </a:p>
        </p:txBody>
      </p:sp>
    </p:spTree>
    <p:custDataLst>
      <p:tags r:id="rId1"/>
    </p:custDataLst>
    <p:extLst>
      <p:ext uri="{BB962C8B-B14F-4D97-AF65-F5344CB8AC3E}">
        <p14:creationId xmlns:p14="http://schemas.microsoft.com/office/powerpoint/2010/main" val="128311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BB89D-C79E-807C-C154-00724DC5CAEC}"/>
            </a:ext>
          </a:extLst>
        </p:cNvPr>
        <p:cNvGrpSpPr/>
        <p:nvPr/>
      </p:nvGrpSpPr>
      <p:grpSpPr>
        <a:xfrm>
          <a:off x="0" y="0"/>
          <a:ext cx="0" cy="0"/>
          <a:chOff x="0" y="0"/>
          <a:chExt cx="0" cy="0"/>
        </a:xfrm>
      </p:grpSpPr>
      <p:pic>
        <p:nvPicPr>
          <p:cNvPr id="3" name="Picture 5" descr="m_cities24">
            <a:extLst>
              <a:ext uri="{FF2B5EF4-FFF2-40B4-BE49-F238E27FC236}">
                <a16:creationId xmlns:a16="http://schemas.microsoft.com/office/drawing/2014/main" id="{C46EA5F8-DADF-3208-7343-8E24C7EFB8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1124" y="87736"/>
            <a:ext cx="10488058" cy="6682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1">
            <a:extLst>
              <a:ext uri="{FF2B5EF4-FFF2-40B4-BE49-F238E27FC236}">
                <a16:creationId xmlns:a16="http://schemas.microsoft.com/office/drawing/2014/main" id="{260E4796-8F6E-849B-72B3-6DD3F87A68A7}"/>
              </a:ext>
            </a:extLst>
          </p:cNvPr>
          <p:cNvSpPr>
            <a:spLocks noGrp="1"/>
          </p:cNvSpPr>
          <p:nvPr>
            <p:ph type="title"/>
          </p:nvPr>
        </p:nvSpPr>
        <p:spPr>
          <a:xfrm>
            <a:off x="522818" y="277257"/>
            <a:ext cx="11146367" cy="914400"/>
          </a:xfrm>
        </p:spPr>
        <p:txBody>
          <a:bodyPr>
            <a:normAutofit/>
          </a:bodyPr>
          <a:lstStyle/>
          <a:p>
            <a:r>
              <a:rPr lang="en-US" altLang="en-US" dirty="0"/>
              <a:t>Example</a:t>
            </a:r>
            <a:endParaRPr lang="en-GB" altLang="en-US" dirty="0"/>
          </a:p>
        </p:txBody>
      </p:sp>
    </p:spTree>
    <p:extLst>
      <p:ext uri="{BB962C8B-B14F-4D97-AF65-F5344CB8AC3E}">
        <p14:creationId xmlns:p14="http://schemas.microsoft.com/office/powerpoint/2010/main" val="26163565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ECE110-3F3C-9A14-1553-7BD2F855AB6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65C1FC3-42D9-C608-ABA1-35ECE1F6D854}"/>
              </a:ext>
            </a:extLst>
          </p:cNvPr>
          <p:cNvPicPr>
            <a:picLocks noChangeAspect="1"/>
          </p:cNvPicPr>
          <p:nvPr/>
        </p:nvPicPr>
        <p:blipFill>
          <a:blip r:embed="rId3"/>
          <a:stretch>
            <a:fillRect/>
          </a:stretch>
        </p:blipFill>
        <p:spPr>
          <a:xfrm>
            <a:off x="254405" y="788277"/>
            <a:ext cx="9621822" cy="6069724"/>
          </a:xfrm>
          <a:prstGeom prst="rect">
            <a:avLst/>
          </a:prstGeom>
        </p:spPr>
      </p:pic>
      <p:sp>
        <p:nvSpPr>
          <p:cNvPr id="4" name="Title 1">
            <a:extLst>
              <a:ext uri="{FF2B5EF4-FFF2-40B4-BE49-F238E27FC236}">
                <a16:creationId xmlns:a16="http://schemas.microsoft.com/office/drawing/2014/main" id="{C3156940-5287-A9F8-B19D-09FCD9A1BC50}"/>
              </a:ext>
            </a:extLst>
          </p:cNvPr>
          <p:cNvSpPr>
            <a:spLocks noGrp="1"/>
          </p:cNvSpPr>
          <p:nvPr>
            <p:ph type="title"/>
          </p:nvPr>
        </p:nvSpPr>
        <p:spPr>
          <a:xfrm>
            <a:off x="254405" y="154236"/>
            <a:ext cx="11683190" cy="914400"/>
          </a:xfrm>
        </p:spPr>
        <p:txBody>
          <a:bodyPr>
            <a:normAutofit fontScale="90000"/>
          </a:bodyPr>
          <a:lstStyle/>
          <a:p>
            <a:r>
              <a:rPr lang="en-US" altLang="en-US" dirty="0"/>
              <a:t>Generated first exact benchmark for the MQTC problem </a:t>
            </a:r>
            <a:endParaRPr lang="en-GB" altLang="en-US" dirty="0"/>
          </a:p>
        </p:txBody>
      </p:sp>
    </p:spTree>
    <p:extLst>
      <p:ext uri="{BB962C8B-B14F-4D97-AF65-F5344CB8AC3E}">
        <p14:creationId xmlns:p14="http://schemas.microsoft.com/office/powerpoint/2010/main" val="5388864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0DDDA0EC-6E85-880A-406D-9D94D15E2550}"/>
              </a:ext>
            </a:extLst>
          </p:cNvPr>
          <p:cNvSpPr>
            <a:spLocks noGrp="1" noChangeArrowheads="1"/>
          </p:cNvSpPr>
          <p:nvPr>
            <p:ph type="title"/>
          </p:nvPr>
        </p:nvSpPr>
        <p:spPr>
          <a:xfrm>
            <a:off x="1916112" y="-181522"/>
            <a:ext cx="8359775" cy="914400"/>
          </a:xfrm>
        </p:spPr>
        <p:txBody>
          <a:bodyPr/>
          <a:lstStyle/>
          <a:p>
            <a:pPr algn="ctr"/>
            <a:r>
              <a:rPr lang="en-GB" altLang="nl-NL" dirty="0"/>
              <a:t>Conclusions</a:t>
            </a:r>
          </a:p>
        </p:txBody>
      </p:sp>
      <p:sp>
        <p:nvSpPr>
          <p:cNvPr id="2" name="Rectangle 3">
            <a:extLst>
              <a:ext uri="{FF2B5EF4-FFF2-40B4-BE49-F238E27FC236}">
                <a16:creationId xmlns:a16="http://schemas.microsoft.com/office/drawing/2014/main" id="{1ABD8569-0654-EB95-E6C0-6198777C7EDF}"/>
              </a:ext>
            </a:extLst>
          </p:cNvPr>
          <p:cNvSpPr txBox="1">
            <a:spLocks noChangeArrowheads="1"/>
          </p:cNvSpPr>
          <p:nvPr/>
        </p:nvSpPr>
        <p:spPr>
          <a:xfrm>
            <a:off x="1064775" y="806450"/>
            <a:ext cx="10717322" cy="5245100"/>
          </a:xfrm>
          <a:prstGeom prst="rect">
            <a:avLst/>
          </a:prstGeom>
        </p:spPr>
        <p:txBody>
          <a:bodyPr>
            <a:noAutofit/>
          </a:bodyPr>
          <a:lstStyle>
            <a:lvl1pPr marL="0" indent="-342900" algn="l" defTabSz="914400" rtl="0" eaLnBrk="1" latinLnBrk="0" hangingPunct="1">
              <a:lnSpc>
                <a:spcPct val="100000"/>
              </a:lnSpc>
              <a:spcBef>
                <a:spcPts val="0"/>
              </a:spcBef>
              <a:spcAft>
                <a:spcPts val="1800"/>
              </a:spcAft>
              <a:buClr>
                <a:schemeClr val="accent5"/>
              </a:buClr>
              <a:buFont typeface="Arial" pitchFamily="34" charset="0"/>
              <a:buNone/>
              <a:defRPr sz="2400" kern="1200" baseline="0">
                <a:solidFill>
                  <a:schemeClr val="tx1"/>
                </a:solidFill>
                <a:latin typeface="+mn-lt"/>
                <a:ea typeface="+mn-ea"/>
                <a:cs typeface="+mn-cs"/>
              </a:defRPr>
            </a:lvl1pPr>
            <a:lvl2pPr marL="685800" indent="-228600" algn="l" defTabSz="914400" rtl="0" eaLnBrk="1" latinLnBrk="0" hangingPunct="1">
              <a:lnSpc>
                <a:spcPct val="100000"/>
              </a:lnSpc>
              <a:spcBef>
                <a:spcPts val="500"/>
              </a:spcBef>
              <a:spcAft>
                <a:spcPts val="1800"/>
              </a:spcAft>
              <a:buClr>
                <a:schemeClr val="accent5"/>
              </a:buClr>
              <a:buFont typeface="Arial" panose="020B0604020202020204" pitchFamily="34" charset="0"/>
              <a:buNone/>
              <a:defRPr sz="20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spcAft>
                <a:spcPts val="1800"/>
              </a:spcAft>
              <a:buClr>
                <a:schemeClr val="accent5"/>
              </a:buClr>
              <a:buFont typeface="Arial" panose="020B0604020202020204" pitchFamily="34" charset="0"/>
              <a:buNone/>
              <a:defRPr sz="18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spcAft>
                <a:spcPts val="1800"/>
              </a:spcAft>
              <a:buClr>
                <a:schemeClr val="accent5"/>
              </a:buClr>
              <a:buFont typeface="Arial" panose="020B0604020202020204" pitchFamily="34" charset="0"/>
              <a:buNone/>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spcAft>
                <a:spcPts val="1800"/>
              </a:spcAft>
              <a:buClr>
                <a:schemeClr val="accent5"/>
              </a:buClr>
              <a:buFont typeface="Arial" panose="020B0604020202020204" pitchFamily="34" charset="0"/>
              <a:buNone/>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Char char="•"/>
            </a:pPr>
            <a:r>
              <a:rPr lang="en-US" altLang="nl-NL" dirty="0"/>
              <a:t>We have introduced the MQTC problem, the mathematical paradigm at the base of the quartet method of hierarchical clustering</a:t>
            </a:r>
          </a:p>
          <a:p>
            <a:pPr>
              <a:buFont typeface="Arial" panose="020B0604020202020204" pitchFamily="34" charset="0"/>
              <a:buChar char="•"/>
            </a:pPr>
            <a:r>
              <a:rPr lang="en-US" altLang="nl-NL" dirty="0"/>
              <a:t>Discussed the best metaheuristics to date</a:t>
            </a:r>
          </a:p>
          <a:p>
            <a:pPr>
              <a:buFont typeface="Arial" panose="020B0604020202020204" pitchFamily="34" charset="0"/>
              <a:buChar char="•"/>
            </a:pPr>
            <a:r>
              <a:rPr lang="en-US" altLang="nl-NL" dirty="0"/>
              <a:t>Presented details of an exact solution approach</a:t>
            </a:r>
          </a:p>
          <a:p>
            <a:pPr marL="800100" lvl="1" indent="-342900">
              <a:buFont typeface="Arial" panose="020B0604020202020204" pitchFamily="34" charset="0"/>
              <a:buChar char="•"/>
            </a:pPr>
            <a:r>
              <a:rPr lang="en-GB" altLang="nl-NL" dirty="0"/>
              <a:t>Exact solutions for small problem instances (first existing benchmark)</a:t>
            </a:r>
          </a:p>
          <a:p>
            <a:pPr marL="57150" indent="-285750">
              <a:buFont typeface="Arial" panose="020B0604020202020204" pitchFamily="34" charset="0"/>
              <a:buChar char="•"/>
            </a:pPr>
            <a:r>
              <a:rPr lang="en-GB" altLang="nl-NL" dirty="0"/>
              <a:t>The construction mechanisms of the MQTC algorithms seem to be rather suitable for a quantum algorithmic implementation</a:t>
            </a:r>
          </a:p>
          <a:p>
            <a:pPr marL="742950" lvl="1" indent="-285750">
              <a:buFont typeface="Arial" panose="020B0604020202020204" pitchFamily="34" charset="0"/>
              <a:buChar char="•"/>
            </a:pPr>
            <a:r>
              <a:rPr lang="en-GB" altLang="nl-NL" dirty="0"/>
              <a:t>Very interesting concepts and insights which may be useful for the construction of efficient quantum computing methods for the problem, obtained either by improving the MQTC metaheuristics to date, or by hybridization with the exact solution approach</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22503969-D2E9-6967-04A4-94DB0B3637AE}"/>
              </a:ext>
            </a:extLst>
          </p:cNvPr>
          <p:cNvSpPr>
            <a:spLocks noGrp="1" noChangeArrowheads="1"/>
          </p:cNvSpPr>
          <p:nvPr>
            <p:ph type="title"/>
          </p:nvPr>
        </p:nvSpPr>
        <p:spPr>
          <a:xfrm>
            <a:off x="2021216" y="-220718"/>
            <a:ext cx="8359775" cy="914400"/>
          </a:xfrm>
        </p:spPr>
        <p:txBody>
          <a:bodyPr/>
          <a:lstStyle/>
          <a:p>
            <a:pPr algn="ctr" eaLnBrk="1" hangingPunct="1"/>
            <a:r>
              <a:rPr lang="en-GB" altLang="nl-NL" dirty="0"/>
              <a:t>References</a:t>
            </a:r>
          </a:p>
        </p:txBody>
      </p:sp>
      <p:sp>
        <p:nvSpPr>
          <p:cNvPr id="145411" name="Rectangle 3">
            <a:extLst>
              <a:ext uri="{FF2B5EF4-FFF2-40B4-BE49-F238E27FC236}">
                <a16:creationId xmlns:a16="http://schemas.microsoft.com/office/drawing/2014/main" id="{1019573E-30EC-6EDD-B517-663BA0893A50}"/>
              </a:ext>
            </a:extLst>
          </p:cNvPr>
          <p:cNvSpPr>
            <a:spLocks noGrp="1" noChangeArrowheads="1"/>
          </p:cNvSpPr>
          <p:nvPr>
            <p:ph type="body" idx="1"/>
          </p:nvPr>
        </p:nvSpPr>
        <p:spPr>
          <a:xfrm>
            <a:off x="872359" y="692149"/>
            <a:ext cx="11319641" cy="5832475"/>
          </a:xfrm>
        </p:spPr>
        <p:txBody>
          <a:bodyPr/>
          <a:lstStyle/>
          <a:p>
            <a:pPr eaLnBrk="1" hangingPunct="1">
              <a:buFontTx/>
              <a:buChar char="-"/>
              <a:defRPr/>
            </a:pPr>
            <a:r>
              <a:rPr lang="en-US" altLang="nl-NL" sz="1600" dirty="0" err="1"/>
              <a:t>Cilibrasi</a:t>
            </a:r>
            <a:r>
              <a:rPr lang="en-US" altLang="nl-NL" sz="1600" dirty="0"/>
              <a:t> R, </a:t>
            </a:r>
            <a:r>
              <a:rPr lang="en-US" altLang="nl-NL" sz="1600" dirty="0" err="1"/>
              <a:t>Vitányi</a:t>
            </a:r>
            <a:r>
              <a:rPr lang="en-US" altLang="nl-NL" sz="1600" dirty="0"/>
              <a:t> PMB (2005) Clustering by compression. IEEE Transactions on Information Theory 51(4):1523–1545</a:t>
            </a:r>
          </a:p>
          <a:p>
            <a:pPr eaLnBrk="1" hangingPunct="1">
              <a:buFontTx/>
              <a:buChar char="-"/>
              <a:defRPr/>
            </a:pPr>
            <a:r>
              <a:rPr lang="en-US" altLang="nl-NL" sz="1600" dirty="0" err="1"/>
              <a:t>Cilibrasi</a:t>
            </a:r>
            <a:r>
              <a:rPr lang="en-US" altLang="nl-NL" sz="1600" dirty="0"/>
              <a:t> R, </a:t>
            </a:r>
            <a:r>
              <a:rPr lang="en-US" altLang="nl-NL" sz="1600" dirty="0" err="1"/>
              <a:t>Vitányi</a:t>
            </a:r>
            <a:r>
              <a:rPr lang="en-US" altLang="nl-NL" sz="1600" dirty="0"/>
              <a:t> PMB (2007) The Google similarity distance. IEEE Transactions on Knowledge and Data Engineering 19(3):370–383 </a:t>
            </a:r>
          </a:p>
          <a:p>
            <a:pPr eaLnBrk="1" hangingPunct="1">
              <a:buFontTx/>
              <a:buChar char="-"/>
              <a:defRPr/>
            </a:pPr>
            <a:r>
              <a:rPr lang="en-GB" altLang="nl-NL" sz="1600" dirty="0"/>
              <a:t>Costa, L. R., </a:t>
            </a:r>
            <a:r>
              <a:rPr lang="en-GB" altLang="nl-NL" sz="1600" dirty="0" err="1"/>
              <a:t>Aloise</a:t>
            </a:r>
            <a:r>
              <a:rPr lang="en-GB" altLang="nl-NL" sz="1600" dirty="0"/>
              <a:t>, D., </a:t>
            </a:r>
            <a:r>
              <a:rPr lang="en-GB" altLang="nl-NL" sz="1600" dirty="0" err="1"/>
              <a:t>Mladenovi´c</a:t>
            </a:r>
            <a:r>
              <a:rPr lang="en-GB" altLang="nl-NL" sz="1600" dirty="0"/>
              <a:t>, N., 2017. Less is more: basic variable </a:t>
            </a:r>
            <a:r>
              <a:rPr lang="en-GB" altLang="nl-NL" sz="1600" dirty="0" err="1"/>
              <a:t>neighborhood</a:t>
            </a:r>
            <a:r>
              <a:rPr lang="en-GB" altLang="nl-NL" sz="1600" dirty="0"/>
              <a:t> search heuristic for balanced minimum sum-of-squares clustering. Information Sciences 415 - 416, 247 – 253.</a:t>
            </a:r>
          </a:p>
          <a:p>
            <a:pPr eaLnBrk="1" hangingPunct="1">
              <a:buFontTx/>
              <a:buChar char="-"/>
              <a:defRPr/>
            </a:pPr>
            <a:r>
              <a:rPr lang="en-US" altLang="nl-NL" sz="1600" dirty="0"/>
              <a:t>S. Consoli, J. Korst, S. </a:t>
            </a:r>
            <a:r>
              <a:rPr lang="en-US" altLang="nl-NL" sz="1600" dirty="0" err="1"/>
              <a:t>Pauws</a:t>
            </a:r>
            <a:r>
              <a:rPr lang="en-US" altLang="nl-NL" sz="1600" dirty="0"/>
              <a:t>, and G. </a:t>
            </a:r>
            <a:r>
              <a:rPr lang="en-US" altLang="nl-NL" sz="1600" dirty="0" err="1"/>
              <a:t>Geleijnse</a:t>
            </a:r>
            <a:r>
              <a:rPr lang="en-US" altLang="nl-NL" sz="1600" dirty="0"/>
              <a:t>, 2019. An exact algorithm for the minimum quartet tree cost problem. 4OR: A Quarterly Journal of Operations Research, 17(4), 401-425</a:t>
            </a:r>
          </a:p>
          <a:p>
            <a:pPr>
              <a:buFontTx/>
              <a:buChar char="-"/>
              <a:defRPr/>
            </a:pPr>
            <a:r>
              <a:rPr lang="en-US" altLang="nl-NL" sz="1600" dirty="0"/>
              <a:t>S. Consoli and N. I. </a:t>
            </a:r>
            <a:r>
              <a:rPr lang="en-US" altLang="nl-NL" sz="1600" dirty="0" err="1"/>
              <a:t>Stilianakis</a:t>
            </a:r>
            <a:r>
              <a:rPr lang="en-US" altLang="nl-NL" sz="1600" dirty="0"/>
              <a:t>, 2017. A quartet method based on variable </a:t>
            </a:r>
            <a:r>
              <a:rPr lang="en-US" altLang="nl-NL" sz="1600" dirty="0" err="1"/>
              <a:t>neighbourhood</a:t>
            </a:r>
            <a:r>
              <a:rPr lang="en-US" altLang="nl-NL" sz="1600" dirty="0"/>
              <a:t> search for biomedical literature extraction and clustering. International Transactions in Operational Research,24(3), 537-558</a:t>
            </a:r>
          </a:p>
          <a:p>
            <a:pPr eaLnBrk="1" hangingPunct="1">
              <a:buFontTx/>
              <a:buChar char="-"/>
              <a:defRPr/>
            </a:pPr>
            <a:r>
              <a:rPr lang="en-US" altLang="nl-NL" sz="1600" dirty="0"/>
              <a:t>Consoli S, Darby-Dowman K, Geleijnse G, Korst J, </a:t>
            </a:r>
            <a:r>
              <a:rPr lang="en-US" altLang="nl-NL" sz="1600" dirty="0" err="1"/>
              <a:t>Pauws</a:t>
            </a:r>
            <a:r>
              <a:rPr lang="en-US" altLang="nl-NL" sz="1600" dirty="0"/>
              <a:t> S (2010) Heuristic approaches for the quartet method of hierarchical clustering. IEEE Transactions on Knowledge and Data Engineering 22(10):1428– 1443</a:t>
            </a:r>
          </a:p>
          <a:p>
            <a:pPr eaLnBrk="1" hangingPunct="1">
              <a:buFontTx/>
              <a:buChar char="-"/>
              <a:defRPr/>
            </a:pPr>
            <a:r>
              <a:rPr lang="en-US" altLang="nl-NL" sz="1600" dirty="0"/>
              <a:t>S. Consoli, J. Korst, S. </a:t>
            </a:r>
            <a:r>
              <a:rPr lang="en-US" altLang="nl-NL" sz="1600" dirty="0" err="1"/>
              <a:t>Pauws</a:t>
            </a:r>
            <a:r>
              <a:rPr lang="en-US" altLang="nl-NL" sz="1600" dirty="0"/>
              <a:t>, and G. </a:t>
            </a:r>
            <a:r>
              <a:rPr lang="en-US" altLang="nl-NL" sz="1600" dirty="0" err="1"/>
              <a:t>Geleijnse</a:t>
            </a:r>
            <a:r>
              <a:rPr lang="en-US" altLang="nl-NL" sz="1600" dirty="0"/>
              <a:t>, 2020. Improved metaheuristics for the quartet method of hierarchical clustering. Journal of Global Optimization, 78(2), 241-270</a:t>
            </a:r>
          </a:p>
          <a:p>
            <a:pPr eaLnBrk="1" hangingPunct="1">
              <a:buFontTx/>
              <a:buChar char="-"/>
              <a:defRPr/>
            </a:pPr>
            <a:r>
              <a:rPr lang="en-GB" sz="1600" dirty="0"/>
              <a:t>Deza E., Deza M. M. (2012) Figurate numbers. World </a:t>
            </a:r>
            <a:r>
              <a:rPr lang="en-GB" sz="1600" dirty="0" err="1"/>
              <a:t>Scientic</a:t>
            </a:r>
            <a:r>
              <a:rPr lang="en-GB" sz="1600" dirty="0"/>
              <a:t> Pub</a:t>
            </a:r>
            <a:r>
              <a:rPr lang="nl-NL" sz="1600" dirty="0"/>
              <a:t>lishing, Singapore.</a:t>
            </a:r>
            <a:endParaRPr lang="en-US" sz="1600" dirty="0"/>
          </a:p>
          <a:p>
            <a:pPr eaLnBrk="1" hangingPunct="1">
              <a:buFontTx/>
              <a:buChar char="-"/>
              <a:defRPr/>
            </a:pPr>
            <a:r>
              <a:rPr lang="en-GB" altLang="nl-NL" sz="1600" dirty="0"/>
              <a:t>Sloane N. J. A., </a:t>
            </a:r>
            <a:r>
              <a:rPr lang="en-GB" altLang="nl-NL" sz="1600" dirty="0" err="1"/>
              <a:t>Plouffe</a:t>
            </a:r>
            <a:r>
              <a:rPr lang="en-GB" altLang="nl-NL" sz="1600" dirty="0"/>
              <a:t> S. (1995) The </a:t>
            </a:r>
            <a:r>
              <a:rPr lang="en-GB" altLang="nl-NL" sz="1600" dirty="0" err="1"/>
              <a:t>Encyclopedia</a:t>
            </a:r>
            <a:r>
              <a:rPr lang="en-GB" altLang="nl-NL" sz="1600" dirty="0"/>
              <a:t> of Integer Sequences. Academic Press, San Diego, CA.</a:t>
            </a:r>
          </a:p>
          <a:p>
            <a:pPr indent="0">
              <a:defRPr/>
            </a:pPr>
            <a:endParaRPr lang="en-US" altLang="nl-NL" sz="1600" dirty="0"/>
          </a:p>
          <a:p>
            <a:pPr indent="0">
              <a:defRPr/>
            </a:pPr>
            <a:endParaRPr lang="en-US" altLang="nl-NL" sz="1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67109" y="1122363"/>
            <a:ext cx="10020968" cy="1240348"/>
          </a:xfrm>
        </p:spPr>
        <p:txBody>
          <a:bodyPr/>
          <a:lstStyle/>
          <a:p>
            <a:r>
              <a:rPr lang="en-GB" dirty="0"/>
              <a:t>Thank you</a:t>
            </a:r>
          </a:p>
        </p:txBody>
      </p:sp>
      <p:sp>
        <p:nvSpPr>
          <p:cNvPr id="3" name="Subtitle 2"/>
          <p:cNvSpPr>
            <a:spLocks noGrp="1"/>
          </p:cNvSpPr>
          <p:nvPr>
            <p:ph type="subTitle" idx="1"/>
          </p:nvPr>
        </p:nvSpPr>
        <p:spPr/>
        <p:txBody>
          <a:bodyPr wrap="square" anchor="b" anchorCtr="0"/>
          <a:lstStyle/>
          <a:p>
            <a:r>
              <a:rPr lang="en-GB" sz="1050" b="1" dirty="0"/>
              <a:t>© European Union 2020</a:t>
            </a:r>
          </a:p>
          <a:p>
            <a:r>
              <a:rPr lang="en-GB" sz="1050" dirty="0"/>
              <a:t>Unless otherwise noted the reuse of this presentation is authorised under the </a:t>
            </a:r>
            <a:r>
              <a:rPr lang="en-GB" sz="1050" dirty="0">
                <a:hlinkClick r:id="rId3"/>
              </a:rPr>
              <a:t>CC BY 4.0 </a:t>
            </a:r>
            <a:r>
              <a:rPr lang="en-GB" sz="1050" dirty="0"/>
              <a:t>license. For any use or reproduction of elements that are not owned by the EU, permission may need to be sought directly from the respective right holders.</a:t>
            </a:r>
          </a:p>
          <a:p>
            <a:endParaRPr lang="en-GB" sz="1050" dirty="0">
              <a:solidFill>
                <a:schemeClr val="accent6"/>
              </a:solidFill>
            </a:endParaRPr>
          </a:p>
        </p:txBody>
      </p:sp>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72103" y="4043693"/>
            <a:ext cx="1023496" cy="358097"/>
          </a:xfrm>
          <a:prstGeom prst="rect">
            <a:avLst/>
          </a:prstGeom>
        </p:spPr>
      </p:pic>
      <p:sp>
        <p:nvSpPr>
          <p:cNvPr id="5" name="TextBox 8"/>
          <p:cNvSpPr txBox="1"/>
          <p:nvPr/>
        </p:nvSpPr>
        <p:spPr>
          <a:xfrm>
            <a:off x="1172103" y="2486704"/>
            <a:ext cx="9201150" cy="830997"/>
          </a:xfrm>
          <a:prstGeom prst="rect">
            <a:avLst/>
          </a:prstGeom>
          <a:noFill/>
        </p:spPr>
        <p:txBody>
          <a:bodyPr wrap="square" lIns="91356" tIns="0" rIns="91356" bIns="0" rtlCol="0">
            <a:spAutoFit/>
          </a:bodyPr>
          <a:lstStyle/>
          <a:p>
            <a:r>
              <a:rPr lang="en-GB" sz="3600" dirty="0">
                <a:solidFill>
                  <a:schemeClr val="bg1"/>
                </a:solidFill>
                <a:latin typeface="Verdana" panose="020B0604030504040204" pitchFamily="34" charset="0"/>
                <a:ea typeface="Verdana" panose="020B0604030504040204" pitchFamily="34" charset="0"/>
                <a:cs typeface="Verdana" panose="020B0604030504040204" pitchFamily="34" charset="0"/>
              </a:rPr>
              <a:t>Any questions?</a:t>
            </a:r>
          </a:p>
          <a:p>
            <a:r>
              <a:rPr lang="en-GB" sz="1800" dirty="0">
                <a:solidFill>
                  <a:schemeClr val="bg1"/>
                </a:solidFill>
                <a:latin typeface="Verdana" panose="020B0604030504040204" pitchFamily="34" charset="0"/>
                <a:ea typeface="Verdana" panose="020B0604030504040204" pitchFamily="34" charset="0"/>
                <a:cs typeface="Verdana" panose="020B0604030504040204" pitchFamily="34" charset="0"/>
              </a:rPr>
              <a:t>You can find me </a:t>
            </a:r>
            <a:r>
              <a:rPr lang="en-GB" sz="1800" b="1" i="1" dirty="0">
                <a:solidFill>
                  <a:schemeClr val="bg1"/>
                </a:solidFill>
                <a:latin typeface="Verdana" panose="020B0604030504040204" pitchFamily="34" charset="0"/>
                <a:ea typeface="Verdana" panose="020B0604030504040204" pitchFamily="34" charset="0"/>
                <a:cs typeface="Verdana" panose="020B0604030504040204" pitchFamily="34" charset="0"/>
              </a:rPr>
              <a:t>sergio.consoli@ec.europa.eu</a:t>
            </a:r>
          </a:p>
        </p:txBody>
      </p:sp>
    </p:spTree>
    <p:extLst>
      <p:ext uri="{BB962C8B-B14F-4D97-AF65-F5344CB8AC3E}">
        <p14:creationId xmlns:p14="http://schemas.microsoft.com/office/powerpoint/2010/main" val="185712617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L_1" val="Phi"/>
  <p:tag name="FIELDS.INITIALIZED" val="1"/>
  <p:tag name="RECTANGLE 3_SHAPECLASSPROTECTIONTYPE" val="0"/>
  <p:tag name="RECTANGLE 2_SHAPECLASSPROTECTIONTYPE" val="0"/>
  <p:tag name="SHAPESETGROUPCLASSNAME" val="ShapeSetGroup2"/>
  <p:tag name="COLORSETGROUPCLASSNAME" val="ColorSetGroupLight"/>
  <p:tag name="COLORSETCLASSNAME" val="ColorSet1"/>
  <p:tag name="FONTSETGROUPCLASSNAME" val="FontSetGroup2"/>
  <p:tag name="STYLESETGROUPCLASSNAME" val="StyleSetGroup1"/>
  <p:tag name="MAPNAME" val="Map1"/>
  <p:tag name="CFG.LAYOUT" val="Default"/>
  <p:tag name="MLI" val="1"/>
  <p:tag name="GROUP 126_SHAPECLASSPROTECTIONTYPE" val="0"/>
  <p:tag name="SHAPESETCLASSNAME" val="TITLETEXTCONTENT"/>
  <p:tag name="CONFIG" val="Default"/>
</p:tagLst>
</file>

<file path=ppt/tags/tag2.xml><?xml version="1.0" encoding="utf-8"?>
<p:tagLst xmlns:a="http://schemas.openxmlformats.org/drawingml/2006/main" xmlns:r="http://schemas.openxmlformats.org/officeDocument/2006/relationships" xmlns:p="http://schemas.openxmlformats.org/presentationml/2006/main">
  <p:tag name="FONT" val="SlideTitleFont"/>
  <p:tag name="FONTSETCLASSNAME" val="FontSet1"/>
  <p:tag name="COLORSETCLASSNAME" val="ColorSet1"/>
  <p:tag name="MLI" val="1"/>
  <p:tag name="SHAPESETGROUPCLASSNAME" val="ShapeSetGroup2"/>
  <p:tag name="COLORSETGROUPCLASSNAME" val="ColorSetGroupLight"/>
  <p:tag name="FONTSETGROUPCLASSNAME" val="FontSetGroup2"/>
  <p:tag name="SHAPECLASSNAME" val="TitleOnSlide"/>
  <p:tag name="SHAPECLASSPROTECTIONTYPE" val="0"/>
  <p:tag name="SHAPESETCLASSNAME" val="TITLETEXTCONTENT"/>
  <p:tag name="COLORS" val="-2;-2;-2;-2;SlideTextFontColor"/>
</p:tagLst>
</file>

<file path=ppt/tags/tag3.xml><?xml version="1.0" encoding="utf-8"?>
<p:tagLst xmlns:a="http://schemas.openxmlformats.org/drawingml/2006/main" xmlns:r="http://schemas.openxmlformats.org/officeDocument/2006/relationships" xmlns:p="http://schemas.openxmlformats.org/presentationml/2006/main">
  <p:tag name="COLORSETCLASSNAME" val="ColorSet1"/>
  <p:tag name="MLI" val="1"/>
  <p:tag name="SHAPESETGROUPCLASSNAME" val="ShapeSetGroup2"/>
  <p:tag name="SHAPESETCLASSNAME" val="TITLETEXTCONTENT"/>
  <p:tag name="COLORSETGROUPCLASSNAME" val="ColorSetGroupLight"/>
  <p:tag name="FONTSETGROUPCLASSNAME" val="FontSetGroup2"/>
  <p:tag name="SHAPECLASSNAME" val="RightColContent"/>
  <p:tag name="SHAPECLASSPROTECTIONTYPE" val="0"/>
  <p:tag name="COLORS" val="-2;-2;-1;Scheme1;-1"/>
</p:tagLst>
</file>

<file path=ppt/tags/tag4.xml><?xml version="1.0" encoding="utf-8"?>
<p:tagLst xmlns:a="http://schemas.openxmlformats.org/drawingml/2006/main" xmlns:r="http://schemas.openxmlformats.org/officeDocument/2006/relationships" xmlns:p="http://schemas.openxmlformats.org/presentationml/2006/main">
  <p:tag name="COLORSETCLASSNAME" val="ColorSet1"/>
  <p:tag name="MLI" val="1"/>
  <p:tag name="SHAPESETGROUPCLASSNAME" val="ShapeSetGroup2"/>
  <p:tag name="COLORSETGROUPCLASSNAME" val="ColorSetGroupLight"/>
  <p:tag name="FONTSETGROUPCLASSNAME" val="FontSetGroup2"/>
  <p:tag name="SHAPECLASSPROTECTIONTYPE" val="0"/>
  <p:tag name="COLORS" val="-2;-2;-2;-2;SlideTextFontColor"/>
  <p:tag name="SHAPESETCLASSNAME" val="TITLETEXTCONTENT"/>
  <p:tag name="SHAPECLASSNAME" val="LeftColTextBox"/>
</p:tagLst>
</file>

<file path=ppt/tags/tag5.xml><?xml version="1.0" encoding="utf-8"?>
<p:tagLst xmlns:a="http://schemas.openxmlformats.org/drawingml/2006/main" xmlns:r="http://schemas.openxmlformats.org/officeDocument/2006/relationships" xmlns:p="http://schemas.openxmlformats.org/presentationml/2006/main">
  <p:tag name="COLORSETCLASSNAME" val="ColorSet1"/>
  <p:tag name="COLORS" val="-2;-2;-2;-2;-1"/>
</p:tagLst>
</file>

<file path=ppt/tags/tag6.xml><?xml version="1.0" encoding="utf-8"?>
<p:tagLst xmlns:a="http://schemas.openxmlformats.org/drawingml/2006/main" xmlns:r="http://schemas.openxmlformats.org/officeDocument/2006/relationships" xmlns:p="http://schemas.openxmlformats.org/presentationml/2006/main">
  <p:tag name="COLORSETCLASSNAME" val="ColorSet1"/>
  <p:tag name="COLORS" val="Scheme5;Scheme1;Scheme2;Scheme1;-1"/>
</p:tagLst>
</file>

<file path=ppt/tags/tag7.xml><?xml version="1.0" encoding="utf-8"?>
<p:tagLst xmlns:a="http://schemas.openxmlformats.org/drawingml/2006/main" xmlns:r="http://schemas.openxmlformats.org/officeDocument/2006/relationships" xmlns:p="http://schemas.openxmlformats.org/presentationml/2006/main">
  <p:tag name="COLORSETCLASSNAME" val="ColorSet1"/>
  <p:tag name="MLI" val="1"/>
  <p:tag name="SHAPESETGROUPCLASSNAME" val="ShapeSetGroup2"/>
  <p:tag name="COLORSETGROUPCLASSNAME" val="ColorSetGroupLight"/>
  <p:tag name="FONTSETGROUPCLASSNAME" val="FontSetGroup2"/>
  <p:tag name="SHAPECLASSPROTECTIONTYPE" val="0"/>
  <p:tag name="COLORS" val="-2;-2;-2;-2;SlideTextFontColor"/>
  <p:tag name="SHAPESETCLASSNAME" val="TITLETEXTCONTENT"/>
  <p:tag name="SHAPECLASSNAME" val="LeftColTextBox"/>
</p:tagLst>
</file>

<file path=ppt/tags/tag8.xml><?xml version="1.0" encoding="utf-8"?>
<p:tagLst xmlns:a="http://schemas.openxmlformats.org/drawingml/2006/main" xmlns:r="http://schemas.openxmlformats.org/officeDocument/2006/relationships" xmlns:p="http://schemas.openxmlformats.org/presentationml/2006/main">
  <p:tag name="COLORSETCLASSNAME" val="ColorSet1"/>
  <p:tag name="MLI" val="1"/>
  <p:tag name="SHAPESETGROUPCLASSNAME" val="ShapeSetGroup2"/>
  <p:tag name="COLORSETGROUPCLASSNAME" val="ColorSetGroupLight"/>
  <p:tag name="FONTSETGROUPCLASSNAME" val="FontSetGroup2"/>
  <p:tag name="SHAPECLASSPROTECTIONTYPE" val="0"/>
  <p:tag name="COLORS" val="-2;-2;-2;-2;SlideTextFontColor"/>
  <p:tag name="SHAPESETCLASSNAME" val="TITLETEXTCONTENT"/>
  <p:tag name="SHAPECLASSNAME" val="LeftColTextBox"/>
</p:tagLst>
</file>

<file path=ppt/tags/tag9.xml><?xml version="1.0" encoding="utf-8"?>
<p:tagLst xmlns:a="http://schemas.openxmlformats.org/drawingml/2006/main" xmlns:r="http://schemas.openxmlformats.org/officeDocument/2006/relationships" xmlns:p="http://schemas.openxmlformats.org/presentationml/2006/main">
  <p:tag name="ML_1" val="Phi"/>
  <p:tag name="FIELDS.INITIALIZED" val="1"/>
  <p:tag name="RECTANGLE 3_SHAPECLASSPROTECTIONTYPE" val="0"/>
  <p:tag name="RECTANGLE 2_SHAPECLASSPROTECTIONTYPE" val="0"/>
  <p:tag name="SHAPESETGROUPCLASSNAME" val="ShapeSetGroup2"/>
  <p:tag name="SHAPESETCLASSNAME" val="TITLETEXT"/>
  <p:tag name="COLORSETGROUPCLASSNAME" val="ColorSetGroupLight"/>
  <p:tag name="COLORSETCLASSNAME" val="ColorSet1"/>
  <p:tag name="FONTSETGROUPCLASSNAME" val="FontSetGroup2"/>
  <p:tag name="STYLESETGROUPCLASSNAME" val="StyleSetGroup1"/>
  <p:tag name="MAPNAME" val="Map1"/>
  <p:tag name="CFG.LAYOUT" val="Default"/>
  <p:tag name="MLI" val="1"/>
</p:tagLst>
</file>

<file path=ppt/tags/tag10.xml><?xml version="1.0" encoding="utf-8"?>
<p:tagLst xmlns:a="http://schemas.openxmlformats.org/drawingml/2006/main" xmlns:r="http://schemas.openxmlformats.org/officeDocument/2006/relationships" xmlns:p="http://schemas.openxmlformats.org/presentationml/2006/main">
  <p:tag name="FONT" val="SlideTitleFont"/>
  <p:tag name="FONTSETCLASSNAME" val="FontSet1"/>
  <p:tag name="COLORSETCLASSNAME" val="ColorSet1"/>
  <p:tag name="MLI" val="1"/>
  <p:tag name="SHAPESETGROUPCLASSNAME" val="ShapeSetGroup2"/>
  <p:tag name="SHAPESETCLASSNAME" val="TITLETEXT"/>
  <p:tag name="COLORSETGROUPCLASSNAME" val="ColorSetGroupLight"/>
  <p:tag name="FONTSETGROUPCLASSNAME" val="FontSetGroup2"/>
  <p:tag name="SHAPECLASSNAME" val="TitleOnSlide"/>
  <p:tag name="SHAPECLASSPROTECTIONTYPE" val="0"/>
  <p:tag name="COLORS" val="-2;-2;-2;-2;SlideTextFontColor"/>
</p:tagLst>
</file>

<file path=ppt/tags/tag11.xml><?xml version="1.0" encoding="utf-8"?>
<p:tagLst xmlns:a="http://schemas.openxmlformats.org/drawingml/2006/main" xmlns:r="http://schemas.openxmlformats.org/officeDocument/2006/relationships" xmlns:p="http://schemas.openxmlformats.org/presentationml/2006/main">
  <p:tag name="COLORSETCLASSNAME" val="ColorSet1"/>
  <p:tag name="MLI" val="1"/>
  <p:tag name="SHAPESETGROUPCLASSNAME" val="ShapeSetGroup2"/>
  <p:tag name="SHAPESETCLASSNAME" val="TITLETEXT"/>
  <p:tag name="COLORSETGROUPCLASSNAME" val="ColorSetGroupLight"/>
  <p:tag name="FONTSETGROUPCLASSNAME" val="FontSetGroup2"/>
  <p:tag name="SHAPECLASSNAME" val="LargeTextBox"/>
  <p:tag name="SHAPECLASSPROTECTIONTYPE" val="0"/>
  <p:tag name="COLORS" val="-2;-2;-2;-2;SlideTextFontColor"/>
</p:tagLst>
</file>

<file path=ppt/tags/tag12.xml><?xml version="1.0" encoding="utf-8"?>
<p:tagLst xmlns:a="http://schemas.openxmlformats.org/drawingml/2006/main" xmlns:r="http://schemas.openxmlformats.org/officeDocument/2006/relationships" xmlns:p="http://schemas.openxmlformats.org/presentationml/2006/main">
  <p:tag name="COLORSETCLASSNAME" val="ColorSet1"/>
  <p:tag name="COLORS" val="-2;-2;-2;-2;-1"/>
</p:tagLst>
</file>

<file path=ppt/tags/tag13.xml><?xml version="1.0" encoding="utf-8"?>
<p:tagLst xmlns:a="http://schemas.openxmlformats.org/drawingml/2006/main" xmlns:r="http://schemas.openxmlformats.org/officeDocument/2006/relationships" xmlns:p="http://schemas.openxmlformats.org/presentationml/2006/main">
  <p:tag name="COLORSETCLASSNAME" val="ColorSet1"/>
  <p:tag name="COLORS" val="Scheme5;Scheme1;Scheme2;Scheme1;-1"/>
</p:tagLst>
</file>

<file path=ppt/tags/tag14.xml><?xml version="1.0" encoding="utf-8"?>
<p:tagLst xmlns:a="http://schemas.openxmlformats.org/drawingml/2006/main" xmlns:r="http://schemas.openxmlformats.org/officeDocument/2006/relationships" xmlns:p="http://schemas.openxmlformats.org/presentationml/2006/main">
  <p:tag name="COLORSETCLASSNAME" val="ColorSet1"/>
  <p:tag name="COLORS" val="-2;-2;-2;-2;SlideTextFontColor"/>
</p:tagLst>
</file>

<file path=ppt/tags/tag15.xml><?xml version="1.0" encoding="utf-8"?>
<p:tagLst xmlns:a="http://schemas.openxmlformats.org/drawingml/2006/main" xmlns:r="http://schemas.openxmlformats.org/officeDocument/2006/relationships" xmlns:p="http://schemas.openxmlformats.org/presentationml/2006/main">
  <p:tag name="COLORSETCLASSNAME" val="ColorSet1"/>
  <p:tag name="COLORS" val="-2;-2;Scheme2;Scheme1;-1"/>
</p:tagLst>
</file>

<file path=ppt/tags/tag16.xml><?xml version="1.0" encoding="utf-8"?>
<p:tagLst xmlns:a="http://schemas.openxmlformats.org/drawingml/2006/main" xmlns:r="http://schemas.openxmlformats.org/officeDocument/2006/relationships" xmlns:p="http://schemas.openxmlformats.org/presentationml/2006/main">
  <p:tag name="COLORSETCLASSNAME" val="ColorSet1"/>
  <p:tag name="COLORS" val="-2;-2;HighlightColor2;Scheme1;-1"/>
</p:tagLst>
</file>

<file path=ppt/tags/tag17.xml><?xml version="1.0" encoding="utf-8"?>
<p:tagLst xmlns:a="http://schemas.openxmlformats.org/drawingml/2006/main" xmlns:r="http://schemas.openxmlformats.org/officeDocument/2006/relationships" xmlns:p="http://schemas.openxmlformats.org/presentationml/2006/main">
  <p:tag name="COLORSETCLASSNAME" val="ColorSet1"/>
  <p:tag name="COLORS" val="-2;-2;Scheme2;Scheme1;-1"/>
</p:tagLst>
</file>

<file path=ppt/tags/tag18.xml><?xml version="1.0" encoding="utf-8"?>
<p:tagLst xmlns:a="http://schemas.openxmlformats.org/drawingml/2006/main" xmlns:r="http://schemas.openxmlformats.org/officeDocument/2006/relationships" xmlns:p="http://schemas.openxmlformats.org/presentationml/2006/main">
  <p:tag name="COLORSETCLASSNAME" val="ColorSet1"/>
  <p:tag name="COLORS" val="-2;-2;Scheme2;Scheme1;-1"/>
</p:tagLst>
</file>

<file path=ppt/tags/tag19.xml><?xml version="1.0" encoding="utf-8"?>
<p:tagLst xmlns:a="http://schemas.openxmlformats.org/drawingml/2006/main" xmlns:r="http://schemas.openxmlformats.org/officeDocument/2006/relationships" xmlns:p="http://schemas.openxmlformats.org/presentationml/2006/main">
  <p:tag name="COLORSETCLASSNAME" val="ColorSet1"/>
  <p:tag name="COLORS" val="-2;-2;Scheme2;Scheme1;-1"/>
</p:tagLst>
</file>

<file path=ppt/tags/tag20.xml><?xml version="1.0" encoding="utf-8"?>
<p:tagLst xmlns:a="http://schemas.openxmlformats.org/drawingml/2006/main" xmlns:r="http://schemas.openxmlformats.org/officeDocument/2006/relationships" xmlns:p="http://schemas.openxmlformats.org/presentationml/2006/main">
  <p:tag name="COLORSETCLASSNAME" val="ColorSet1"/>
  <p:tag name="COLORS" val="-2;-2;Scheme2;Scheme1;-1"/>
</p:tagLst>
</file>

<file path=ppt/tags/tag21.xml><?xml version="1.0" encoding="utf-8"?>
<p:tagLst xmlns:a="http://schemas.openxmlformats.org/drawingml/2006/main" xmlns:r="http://schemas.openxmlformats.org/officeDocument/2006/relationships" xmlns:p="http://schemas.openxmlformats.org/presentationml/2006/main">
  <p:tag name="COLORSETCLASSNAME" val="ColorSet1"/>
  <p:tag name="COLORS" val="-2;-2;Scheme2;Scheme1;-1"/>
</p:tagLst>
</file>

<file path=ppt/tags/tag22.xml><?xml version="1.0" encoding="utf-8"?>
<p:tagLst xmlns:a="http://schemas.openxmlformats.org/drawingml/2006/main" xmlns:r="http://schemas.openxmlformats.org/officeDocument/2006/relationships" xmlns:p="http://schemas.openxmlformats.org/presentationml/2006/main">
  <p:tag name="COLORSETCLASSNAME" val="ColorSet1"/>
  <p:tag name="COLORS" val="-2;-2;Scheme2;Scheme1;-1"/>
</p:tagLst>
</file>

<file path=ppt/tags/tag23.xml><?xml version="1.0" encoding="utf-8"?>
<p:tagLst xmlns:a="http://schemas.openxmlformats.org/drawingml/2006/main" xmlns:r="http://schemas.openxmlformats.org/officeDocument/2006/relationships" xmlns:p="http://schemas.openxmlformats.org/presentationml/2006/main">
  <p:tag name="COLORSETCLASSNAME" val="ColorSet1"/>
  <p:tag name="COLORS" val="-2;-2;Scheme2;Scheme1;-1"/>
</p:tagLst>
</file>

<file path=ppt/tags/tag24.xml><?xml version="1.0" encoding="utf-8"?>
<p:tagLst xmlns:a="http://schemas.openxmlformats.org/drawingml/2006/main" xmlns:r="http://schemas.openxmlformats.org/officeDocument/2006/relationships" xmlns:p="http://schemas.openxmlformats.org/presentationml/2006/main">
  <p:tag name="COLORSETCLASSNAME" val="ColorSet1"/>
  <p:tag name="COLORS" val="-2;-2;Scheme2;Scheme1;-1"/>
</p:tagLst>
</file>

<file path=ppt/tags/tag25.xml><?xml version="1.0" encoding="utf-8"?>
<p:tagLst xmlns:a="http://schemas.openxmlformats.org/drawingml/2006/main" xmlns:r="http://schemas.openxmlformats.org/officeDocument/2006/relationships" xmlns:p="http://schemas.openxmlformats.org/presentationml/2006/main">
  <p:tag name="COLORSETCLASSNAME" val="ColorSet1"/>
  <p:tag name="COLORS" val="-2;-2;Scheme2;Scheme1;-1"/>
</p:tagLst>
</file>

<file path=ppt/tags/tag26.xml><?xml version="1.0" encoding="utf-8"?>
<p:tagLst xmlns:a="http://schemas.openxmlformats.org/drawingml/2006/main" xmlns:r="http://schemas.openxmlformats.org/officeDocument/2006/relationships" xmlns:p="http://schemas.openxmlformats.org/presentationml/2006/main">
  <p:tag name="COLORSETCLASSNAME" val="ColorSet1"/>
  <p:tag name="COLORS" val="-2;-2;Scheme2;Scheme1;-1"/>
</p:tagLst>
</file>

<file path=ppt/tags/tag27.xml><?xml version="1.0" encoding="utf-8"?>
<p:tagLst xmlns:a="http://schemas.openxmlformats.org/drawingml/2006/main" xmlns:r="http://schemas.openxmlformats.org/officeDocument/2006/relationships" xmlns:p="http://schemas.openxmlformats.org/presentationml/2006/main">
  <p:tag name="COLORSETCLASSNAME" val="ColorSet1"/>
  <p:tag name="COLORS" val="-2;-2;Scheme2;Scheme1;-1"/>
</p:tagLst>
</file>

<file path=ppt/tags/tag28.xml><?xml version="1.0" encoding="utf-8"?>
<p:tagLst xmlns:a="http://schemas.openxmlformats.org/drawingml/2006/main" xmlns:r="http://schemas.openxmlformats.org/officeDocument/2006/relationships" xmlns:p="http://schemas.openxmlformats.org/presentationml/2006/main">
  <p:tag name="COLORSETCLASSNAME" val="ColorSet1"/>
  <p:tag name="COLORS" val="-2;-2;Scheme2;Scheme1;-1"/>
</p:tagLst>
</file>

<file path=ppt/tags/tag29.xml><?xml version="1.0" encoding="utf-8"?>
<p:tagLst xmlns:a="http://schemas.openxmlformats.org/drawingml/2006/main" xmlns:r="http://schemas.openxmlformats.org/officeDocument/2006/relationships" xmlns:p="http://schemas.openxmlformats.org/presentationml/2006/main">
  <p:tag name="COLORSETCLASSNAME" val="ColorSet1"/>
  <p:tag name="COLORS" val="-2;-2;Scheme2;Scheme1;-1"/>
</p:tagLst>
</file>

<file path=ppt/tags/tag30.xml><?xml version="1.0" encoding="utf-8"?>
<p:tagLst xmlns:a="http://schemas.openxmlformats.org/drawingml/2006/main" xmlns:r="http://schemas.openxmlformats.org/officeDocument/2006/relationships" xmlns:p="http://schemas.openxmlformats.org/presentationml/2006/main">
  <p:tag name="COLORSETCLASSNAME" val="ColorSet1"/>
  <p:tag name="COLORS" val="-2;-2;HighlightColor2;Scheme1;-1"/>
</p:tagLst>
</file>

<file path=ppt/tags/tag31.xml><?xml version="1.0" encoding="utf-8"?>
<p:tagLst xmlns:a="http://schemas.openxmlformats.org/drawingml/2006/main" xmlns:r="http://schemas.openxmlformats.org/officeDocument/2006/relationships" xmlns:p="http://schemas.openxmlformats.org/presentationml/2006/main">
  <p:tag name="COLORSETCLASSNAME" val="ColorSet1"/>
  <p:tag name="COLORS" val="-2;-2;Scheme2;Scheme1;-1"/>
</p:tagLst>
</file>

<file path=ppt/tags/tag32.xml><?xml version="1.0" encoding="utf-8"?>
<p:tagLst xmlns:a="http://schemas.openxmlformats.org/drawingml/2006/main" xmlns:r="http://schemas.openxmlformats.org/officeDocument/2006/relationships" xmlns:p="http://schemas.openxmlformats.org/presentationml/2006/main">
  <p:tag name="COLORSETCLASSNAME" val="ColorSet1"/>
  <p:tag name="COLORS" val="-2;-2;Scheme2;Scheme1;-1"/>
</p:tagLst>
</file>

<file path=ppt/tags/tag33.xml><?xml version="1.0" encoding="utf-8"?>
<p:tagLst xmlns:a="http://schemas.openxmlformats.org/drawingml/2006/main" xmlns:r="http://schemas.openxmlformats.org/officeDocument/2006/relationships" xmlns:p="http://schemas.openxmlformats.org/presentationml/2006/main">
  <p:tag name="COLORSETCLASSNAME" val="ColorSet1"/>
  <p:tag name="COLORS" val="-2;-2;Scheme2;Scheme1;-1"/>
</p:tagLst>
</file>

<file path=ppt/tags/tag34.xml><?xml version="1.0" encoding="utf-8"?>
<p:tagLst xmlns:a="http://schemas.openxmlformats.org/drawingml/2006/main" xmlns:r="http://schemas.openxmlformats.org/officeDocument/2006/relationships" xmlns:p="http://schemas.openxmlformats.org/presentationml/2006/main">
  <p:tag name="COLORSETCLASSNAME" val="ColorSet1"/>
  <p:tag name="COLORS" val="-2;-2;Scheme2;Scheme1;-1"/>
</p:tagLst>
</file>

<file path=ppt/tags/tag35.xml><?xml version="1.0" encoding="utf-8"?>
<p:tagLst xmlns:a="http://schemas.openxmlformats.org/drawingml/2006/main" xmlns:r="http://schemas.openxmlformats.org/officeDocument/2006/relationships" xmlns:p="http://schemas.openxmlformats.org/presentationml/2006/main">
  <p:tag name="COLORSETCLASSNAME" val="ColorSet1"/>
  <p:tag name="COLORS" val="-2;-2;Scheme2;Scheme1;-1"/>
</p:tagLst>
</file>

<file path=ppt/tags/tag36.xml><?xml version="1.0" encoding="utf-8"?>
<p:tagLst xmlns:a="http://schemas.openxmlformats.org/drawingml/2006/main" xmlns:r="http://schemas.openxmlformats.org/officeDocument/2006/relationships" xmlns:p="http://schemas.openxmlformats.org/presentationml/2006/main">
  <p:tag name="COLORSETCLASSNAME" val="ColorSet1"/>
  <p:tag name="COLORS" val="-2;-2;-2;-2;SlideTextFontColor"/>
</p:tagLst>
</file>

<file path=ppt/tags/tag37.xml><?xml version="1.0" encoding="utf-8"?>
<p:tagLst xmlns:a="http://schemas.openxmlformats.org/drawingml/2006/main" xmlns:r="http://schemas.openxmlformats.org/officeDocument/2006/relationships" xmlns:p="http://schemas.openxmlformats.org/presentationml/2006/main">
  <p:tag name="COLORSETCLASSNAME" val="ColorSet1"/>
  <p:tag name="COLORS" val="-2;-2;Scheme2;Scheme1;-1"/>
</p:tagLst>
</file>

<file path=ppt/tags/tag38.xml><?xml version="1.0" encoding="utf-8"?>
<p:tagLst xmlns:a="http://schemas.openxmlformats.org/drawingml/2006/main" xmlns:r="http://schemas.openxmlformats.org/officeDocument/2006/relationships" xmlns:p="http://schemas.openxmlformats.org/presentationml/2006/main">
  <p:tag name="COLORSETCLASSNAME" val="ColorSet1"/>
  <p:tag name="COLORS" val="-2;-2;Scheme2;Scheme1;-1"/>
</p:tagLst>
</file>

<file path=ppt/tags/tag39.xml><?xml version="1.0" encoding="utf-8"?>
<p:tagLst xmlns:a="http://schemas.openxmlformats.org/drawingml/2006/main" xmlns:r="http://schemas.openxmlformats.org/officeDocument/2006/relationships" xmlns:p="http://schemas.openxmlformats.org/presentationml/2006/main">
  <p:tag name="COLORSETCLASSNAME" val="ColorSet1"/>
  <p:tag name="COLORS" val="-2;-2;Scheme2;Scheme1;-1"/>
</p:tagLst>
</file>

<file path=ppt/tags/tag40.xml><?xml version="1.0" encoding="utf-8"?>
<p:tagLst xmlns:a="http://schemas.openxmlformats.org/drawingml/2006/main" xmlns:r="http://schemas.openxmlformats.org/officeDocument/2006/relationships" xmlns:p="http://schemas.openxmlformats.org/presentationml/2006/main">
  <p:tag name="COLORSETCLASSNAME" val="ColorSet1"/>
  <p:tag name="COLORS" val="-2;-2;-2;-2;SlideTextFontColor"/>
</p:tagLst>
</file>

<file path=ppt/tags/tag41.xml><?xml version="1.0" encoding="utf-8"?>
<p:tagLst xmlns:a="http://schemas.openxmlformats.org/drawingml/2006/main" xmlns:r="http://schemas.openxmlformats.org/officeDocument/2006/relationships" xmlns:p="http://schemas.openxmlformats.org/presentationml/2006/main">
  <p:tag name="COLORSETCLASSNAME" val="ColorSet1"/>
  <p:tag name="COLORS" val="-2;-2;-2;-2;SlideTextFontColor"/>
</p:tagLst>
</file>

<file path=ppt/tags/tag42.xml><?xml version="1.0" encoding="utf-8"?>
<p:tagLst xmlns:a="http://schemas.openxmlformats.org/drawingml/2006/main" xmlns:r="http://schemas.openxmlformats.org/officeDocument/2006/relationships" xmlns:p="http://schemas.openxmlformats.org/presentationml/2006/main">
  <p:tag name="COLORSETCLASSNAME" val="ColorSet1"/>
  <p:tag name="COLORS" val="-2;-2;Scheme2;Scheme1;-1"/>
</p:tagLst>
</file>

<file path=ppt/tags/tag43.xml><?xml version="1.0" encoding="utf-8"?>
<p:tagLst xmlns:a="http://schemas.openxmlformats.org/drawingml/2006/main" xmlns:r="http://schemas.openxmlformats.org/officeDocument/2006/relationships" xmlns:p="http://schemas.openxmlformats.org/presentationml/2006/main">
  <p:tag name="COLORSETCLASSNAME" val="ColorSet1"/>
  <p:tag name="COLORS" val="-2;-2;Scheme2;Scheme1;-1"/>
</p:tagLst>
</file>

<file path=ppt/tags/tag44.xml><?xml version="1.0" encoding="utf-8"?>
<p:tagLst xmlns:a="http://schemas.openxmlformats.org/drawingml/2006/main" xmlns:r="http://schemas.openxmlformats.org/officeDocument/2006/relationships" xmlns:p="http://schemas.openxmlformats.org/presentationml/2006/main">
  <p:tag name="COLORSETCLASSNAME" val="ColorSet1"/>
  <p:tag name="COLORS" val="-2;-2;Scheme2;Scheme1;-1"/>
</p:tagLst>
</file>

<file path=ppt/tags/tag45.xml><?xml version="1.0" encoding="utf-8"?>
<p:tagLst xmlns:a="http://schemas.openxmlformats.org/drawingml/2006/main" xmlns:r="http://schemas.openxmlformats.org/officeDocument/2006/relationships" xmlns:p="http://schemas.openxmlformats.org/presentationml/2006/main">
  <p:tag name="ML_1" val="Phi"/>
  <p:tag name="FIELDS.INITIALIZED" val="1"/>
  <p:tag name="RECTANGLE 3_SHAPECLASSPROTECTIONTYPE" val="0"/>
  <p:tag name="RECTANGLE 2_SHAPECLASSPROTECTIONTYPE" val="0"/>
  <p:tag name="SHAPESETGROUPCLASSNAME" val="ShapeSetGroup2"/>
  <p:tag name="COLORSETGROUPCLASSNAME" val="ColorSetGroupLight"/>
  <p:tag name="COLORSETCLASSNAME" val="ColorSet1"/>
  <p:tag name="FONTSETGROUPCLASSNAME" val="FontSetGroup2"/>
  <p:tag name="STYLESETGROUPCLASSNAME" val="StyleSetGroup1"/>
  <p:tag name="MAPNAME" val="Map1"/>
  <p:tag name="CFG.LAYOUT" val="Default"/>
  <p:tag name="MLI" val="1"/>
  <p:tag name="OBJECT 4_SHAPECLASSPROTECTIONTYPE" val="0"/>
  <p:tag name="RECTANGLE 5_SHAPECLASSPROTECTIONTYPE" val="0"/>
  <p:tag name="SHAPESETCLASSNAME" val="TITLETEXTCONTENT"/>
  <p:tag name="CONFIG" val="Default"/>
</p:tagLst>
</file>

<file path=ppt/tags/tag46.xml><?xml version="1.0" encoding="utf-8"?>
<p:tagLst xmlns:a="http://schemas.openxmlformats.org/drawingml/2006/main" xmlns:r="http://schemas.openxmlformats.org/officeDocument/2006/relationships" xmlns:p="http://schemas.openxmlformats.org/presentationml/2006/main">
  <p:tag name="FONT" val="SlideTitleFont"/>
  <p:tag name="FONTSETCLASSNAME" val="FontSet1"/>
  <p:tag name="COLORSETCLASSNAME" val="ColorSet1"/>
  <p:tag name="MLI" val="1"/>
  <p:tag name="SHAPESETGROUPCLASSNAME" val="ShapeSetGroup2"/>
  <p:tag name="SHAPESETCLASSNAME" val="TITLETEXTCONTENT"/>
  <p:tag name="COLORSETGROUPCLASSNAME" val="ColorSetGroupLight"/>
  <p:tag name="FONTSETGROUPCLASSNAME" val="FontSetGroup2"/>
  <p:tag name="SHAPECLASSNAME" val="TitleOnSlide"/>
  <p:tag name="SHAPECLASSPROTECTIONTYPE" val="0"/>
  <p:tag name="COLORS" val="-2;-2;-2;-2;SlideTextFontColor"/>
</p:tagLst>
</file>

<file path=ppt/tags/tag47.xml><?xml version="1.0" encoding="utf-8"?>
<p:tagLst xmlns:a="http://schemas.openxmlformats.org/drawingml/2006/main" xmlns:r="http://schemas.openxmlformats.org/officeDocument/2006/relationships" xmlns:p="http://schemas.openxmlformats.org/presentationml/2006/main">
  <p:tag name="COLORSETCLASSNAME" val="ColorSet1"/>
  <p:tag name="MLI" val="1"/>
  <p:tag name="SHAPESETGROUPCLASSNAME" val="ShapeSetGroup2"/>
  <p:tag name="COLORSETGROUPCLASSNAME" val="ColorSetGroupLight"/>
  <p:tag name="FONTSETGROUPCLASSNAME" val="FontSetGroup2"/>
  <p:tag name="SHAPECLASSPROTECTIONTYPE" val="0"/>
  <p:tag name="COLORS" val="-2;-2;-2;-2;SlideTextFontColor"/>
  <p:tag name="SHAPESETCLASSNAME" val="TITLETEXTCONTENT"/>
  <p:tag name="SHAPECLASSNAME" val="LeftColTextBox"/>
</p:tagLst>
</file>

<file path=ppt/tags/tag48.xml><?xml version="1.0" encoding="utf-8"?>
<p:tagLst xmlns:a="http://schemas.openxmlformats.org/drawingml/2006/main" xmlns:r="http://schemas.openxmlformats.org/officeDocument/2006/relationships" xmlns:p="http://schemas.openxmlformats.org/presentationml/2006/main">
  <p:tag name="COLORSETCLASSNAME" val="ColorSet1"/>
  <p:tag name="MLI" val="1"/>
  <p:tag name="SHAPESETGROUPCLASSNAME" val="ShapeSetGroup2"/>
  <p:tag name="SHAPESETCLASSNAME" val="TITLETEXTCONTENT"/>
  <p:tag name="COLORSETGROUPCLASSNAME" val="ColorSetGroupLight"/>
  <p:tag name="FONTSETGROUPCLASSNAME" val="FontSetGroup2"/>
  <p:tag name="SHAPECLASSNAME" val="RightColContent"/>
  <p:tag name="SHAPECLASSPROTECTIONTYPE" val="0"/>
  <p:tag name="COLORS" val="-2;-2;-2;-2;-1"/>
</p:tagLst>
</file>

<file path=ppt/tags/tag49.xml><?xml version="1.0" encoding="utf-8"?>
<p:tagLst xmlns:a="http://schemas.openxmlformats.org/drawingml/2006/main" xmlns:r="http://schemas.openxmlformats.org/officeDocument/2006/relationships" xmlns:p="http://schemas.openxmlformats.org/presentationml/2006/main">
  <p:tag name="COLORSETCLASSNAME" val="ColorSet1"/>
  <p:tag name="COLORS" val="-2;-2;-2;-2;-1"/>
</p:tagLst>
</file>

<file path=ppt/tags/tag50.xml><?xml version="1.0" encoding="utf-8"?>
<p:tagLst xmlns:a="http://schemas.openxmlformats.org/drawingml/2006/main" xmlns:r="http://schemas.openxmlformats.org/officeDocument/2006/relationships" xmlns:p="http://schemas.openxmlformats.org/presentationml/2006/main">
  <p:tag name="COLORSETCLASSNAME" val="ColorSet1"/>
  <p:tag name="COLORS" val="-2;-2;-2;-2;-1"/>
</p:tagLst>
</file>

<file path=ppt/tags/tag51.xml><?xml version="1.0" encoding="utf-8"?>
<p:tagLst xmlns:a="http://schemas.openxmlformats.org/drawingml/2006/main" xmlns:r="http://schemas.openxmlformats.org/officeDocument/2006/relationships" xmlns:p="http://schemas.openxmlformats.org/presentationml/2006/main">
  <p:tag name="COLORSETCLASSNAME" val="ColorSet1"/>
  <p:tag name="COLORS" val="-2;-2;-2;-2;-1"/>
</p:tagLst>
</file>

<file path=ppt/tags/tag52.xml><?xml version="1.0" encoding="utf-8"?>
<p:tagLst xmlns:a="http://schemas.openxmlformats.org/drawingml/2006/main" xmlns:r="http://schemas.openxmlformats.org/officeDocument/2006/relationships" xmlns:p="http://schemas.openxmlformats.org/presentationml/2006/main">
  <p:tag name="COLORSETCLASSNAME" val="ColorSet1"/>
  <p:tag name="COLORS" val="-2;-2;-2;-2;SlideTextFontColor"/>
</p:tagLst>
</file>

<file path=ppt/tags/tag53.xml><?xml version="1.0" encoding="utf-8"?>
<p:tagLst xmlns:a="http://schemas.openxmlformats.org/drawingml/2006/main" xmlns:r="http://schemas.openxmlformats.org/officeDocument/2006/relationships" xmlns:p="http://schemas.openxmlformats.org/presentationml/2006/main">
  <p:tag name="COLORSETCLASSNAME" val="ColorSet1"/>
  <p:tag name="COLORS" val="-2;-2;-2;-2;SlideTextFontColor"/>
</p:tagLst>
</file>

<file path=ppt/tags/tag54.xml><?xml version="1.0" encoding="utf-8"?>
<p:tagLst xmlns:a="http://schemas.openxmlformats.org/drawingml/2006/main" xmlns:r="http://schemas.openxmlformats.org/officeDocument/2006/relationships" xmlns:p="http://schemas.openxmlformats.org/presentationml/2006/main">
  <p:tag name="COLORSETCLASSNAME" val="ColorSet1"/>
  <p:tag name="COLORS" val="-2;-2;-2;-2;SlideTextFontColor"/>
</p:tagLst>
</file>

<file path=ppt/tags/tag55.xml><?xml version="1.0" encoding="utf-8"?>
<p:tagLst xmlns:a="http://schemas.openxmlformats.org/drawingml/2006/main" xmlns:r="http://schemas.openxmlformats.org/officeDocument/2006/relationships" xmlns:p="http://schemas.openxmlformats.org/presentationml/2006/main">
  <p:tag name="ML_1" val="Phi"/>
  <p:tag name="FIELDS.INITIALIZED" val="1"/>
  <p:tag name="RECTANGLE 3_SHAPECLASSPROTECTIONTYPE" val="0"/>
  <p:tag name="RECTANGLE 2_SHAPECLASSPROTECTIONTYPE" val="0"/>
  <p:tag name="SHAPESETGROUPCLASSNAME" val="ShapeSetGroup2"/>
  <p:tag name="COLORSETGROUPCLASSNAME" val="ColorSetGroupLight"/>
  <p:tag name="COLORSETCLASSNAME" val="ColorSet1"/>
  <p:tag name="FONTSETGROUPCLASSNAME" val="FontSetGroup2"/>
  <p:tag name="STYLESETGROUPCLASSNAME" val="StyleSetGroup1"/>
  <p:tag name="MAPNAME" val="Map1"/>
  <p:tag name="CFG.LAYOUT" val="Default"/>
  <p:tag name="MLI" val="1"/>
  <p:tag name="CONFIG" val="Default"/>
  <p:tag name="OBJECT 6_SHAPECLASSPROTECTIONTYPE" val="0"/>
  <p:tag name="OBJECT 8_SHAPECLASSPROTECTIONTYPE" val="0"/>
  <p:tag name="SHAPESETCLASSNAME" val="TITLETEXTTWOCONTENT"/>
  <p:tag name="RECTANGLE 10_SHAPECLASSPROTECTIONTYPE" val="0"/>
</p:tagLst>
</file>

<file path=ppt/tags/tag56.xml><?xml version="1.0" encoding="utf-8"?>
<p:tagLst xmlns:a="http://schemas.openxmlformats.org/drawingml/2006/main" xmlns:r="http://schemas.openxmlformats.org/officeDocument/2006/relationships" xmlns:p="http://schemas.openxmlformats.org/presentationml/2006/main">
  <p:tag name="FONT" val="SlideTitleFont"/>
  <p:tag name="FONTSETCLASSNAME" val="FontSet1"/>
  <p:tag name="COLORSETCLASSNAME" val="ColorSet1"/>
  <p:tag name="MLI" val="1"/>
  <p:tag name="SHAPESETGROUPCLASSNAME" val="ShapeSetGroup2"/>
  <p:tag name="COLORSETGROUPCLASSNAME" val="ColorSetGroupLight"/>
  <p:tag name="FONTSETGROUPCLASSNAME" val="FontSetGroup2"/>
  <p:tag name="SHAPECLASSNAME" val="TitleOnSlide"/>
  <p:tag name="SHAPECLASSPROTECTIONTYPE" val="0"/>
  <p:tag name="SHAPESETCLASSNAME" val="TITLETEXTTWOCONTENT"/>
  <p:tag name="COLORS" val="-2;-2;-2;-2;SlideTextFontColor"/>
</p:tagLst>
</file>

<file path=ppt/tags/tag57.xml><?xml version="1.0" encoding="utf-8"?>
<p:tagLst xmlns:a="http://schemas.openxmlformats.org/drawingml/2006/main" xmlns:r="http://schemas.openxmlformats.org/officeDocument/2006/relationships" xmlns:p="http://schemas.openxmlformats.org/presentationml/2006/main">
  <p:tag name="COLORSETCLASSNAME" val="ColorSet1"/>
  <p:tag name="MLI" val="1"/>
  <p:tag name="SHAPESETGROUPCLASSNAME" val="ShapeSetGroup2"/>
  <p:tag name="COLORSETGROUPCLASSNAME" val="ColorSetGroupLight"/>
  <p:tag name="FONTSETGROUPCLASSNAME" val="FontSetGroup2"/>
  <p:tag name="SHAPECLASSPROTECTIONTYPE" val="0"/>
  <p:tag name="COLORS" val="-2;-2;-2;-2;SlideTextFontColor"/>
  <p:tag name="SHAPECLASSNAME" val="LeftColTextBox"/>
  <p:tag name="SHAPESETCLASSNAME" val="TITLETEXTTWOCONTENT"/>
</p:tagLst>
</file>

<file path=ppt/tags/tag58.xml><?xml version="1.0" encoding="utf-8"?>
<p:tagLst xmlns:a="http://schemas.openxmlformats.org/drawingml/2006/main" xmlns:r="http://schemas.openxmlformats.org/officeDocument/2006/relationships" xmlns:p="http://schemas.openxmlformats.org/presentationml/2006/main">
  <p:tag name="COLORSETCLASSNAME" val="ColorSet1"/>
  <p:tag name="MLI" val="1"/>
  <p:tag name="SHAPESETGROUPCLASSNAME" val="ShapeSetGroup2"/>
  <p:tag name="COLORSETGROUPCLASSNAME" val="ColorSetGroupLight"/>
  <p:tag name="FONTSETGROUPCLASSNAME" val="FontSetGroup2"/>
  <p:tag name="SHAPECLASSPROTECTIONTYPE" val="0"/>
  <p:tag name="SHAPESETCLASSNAME" val="TITLETEXTTWOCONTENT"/>
  <p:tag name="SHAPECLASSNAME" val="BottomRightContent"/>
  <p:tag name="COLORS" val="-2;-2;-2;-2;-1"/>
</p:tagLst>
</file>

<file path=ppt/tags/tag59.xml><?xml version="1.0" encoding="utf-8"?>
<p:tagLst xmlns:a="http://schemas.openxmlformats.org/drawingml/2006/main" xmlns:r="http://schemas.openxmlformats.org/officeDocument/2006/relationships" xmlns:p="http://schemas.openxmlformats.org/presentationml/2006/main">
  <p:tag name="ML_1" val="Phi"/>
  <p:tag name="FIELDS.INITIALIZED" val="1"/>
  <p:tag name="RECTANGLE 3_SHAPECLASSPROTECTIONTYPE" val="0"/>
  <p:tag name="RECTANGLE 2_SHAPECLASSPROTECTIONTYPE" val="0"/>
  <p:tag name="SHAPESETGROUPCLASSNAME" val="ShapeSetGroup2"/>
  <p:tag name="SHAPESETCLASSNAME" val="TITLETEXT"/>
  <p:tag name="COLORSETGROUPCLASSNAME" val="ColorSetGroupLight"/>
  <p:tag name="COLORSETCLASSNAME" val="ColorSet1"/>
  <p:tag name="FONTSETGROUPCLASSNAME" val="FontSetGroup2"/>
  <p:tag name="STYLESETGROUPCLASSNAME" val="StyleSetGroup1"/>
  <p:tag name="MAPNAME" val="Map1"/>
  <p:tag name="CFG.LAYOUT" val="Default"/>
  <p:tag name="MLI" val="1"/>
</p:tagLst>
</file>

<file path=ppt/tags/tag60.xml><?xml version="1.0" encoding="utf-8"?>
<p:tagLst xmlns:a="http://schemas.openxmlformats.org/drawingml/2006/main" xmlns:r="http://schemas.openxmlformats.org/officeDocument/2006/relationships" xmlns:p="http://schemas.openxmlformats.org/presentationml/2006/main">
  <p:tag name="FONT" val="SlideTitleFont"/>
  <p:tag name="FONTSETCLASSNAME" val="FontSet1"/>
  <p:tag name="COLORSETCLASSNAME" val="ColorSet1"/>
  <p:tag name="MLI" val="1"/>
  <p:tag name="SHAPESETGROUPCLASSNAME" val="ShapeSetGroup2"/>
  <p:tag name="SHAPESETCLASSNAME" val="TITLETEXT"/>
  <p:tag name="COLORSETGROUPCLASSNAME" val="ColorSetGroupLight"/>
  <p:tag name="FONTSETGROUPCLASSNAME" val="FontSetGroup2"/>
  <p:tag name="SHAPECLASSNAME" val="TitleOnSlide"/>
  <p:tag name="SHAPECLASSPROTECTIONTYPE" val="0"/>
  <p:tag name="COLORS" val="-2;-2;-2;-2;SlideTextFontColor"/>
</p:tagLst>
</file>

<file path=ppt/tags/tag61.xml><?xml version="1.0" encoding="utf-8"?>
<p:tagLst xmlns:a="http://schemas.openxmlformats.org/drawingml/2006/main" xmlns:r="http://schemas.openxmlformats.org/officeDocument/2006/relationships" xmlns:p="http://schemas.openxmlformats.org/presentationml/2006/main">
  <p:tag name="COLORSETCLASSNAME" val="ColorSet1"/>
  <p:tag name="MLI" val="1"/>
  <p:tag name="SHAPESETGROUPCLASSNAME" val="ShapeSetGroup2"/>
  <p:tag name="COLORSETGROUPCLASSNAME" val="ColorSetGroupLight"/>
  <p:tag name="FONTSETGROUPCLASSNAME" val="FontSetGroup2"/>
  <p:tag name="SHAPECLASSPROTECTIONTYPE" val="0"/>
  <p:tag name="COLORS" val="-2;-2;-2;-2;SlideTextFontColor"/>
  <p:tag name="SHAPESETCLASSNAME" val="TITLETEXTCONTENT"/>
  <p:tag name="SHAPECLASSNAME" val="LeftColTextBox"/>
</p:tagLst>
</file>

<file path=ppt/tags/tag62.xml><?xml version="1.0" encoding="utf-8"?>
<p:tagLst xmlns:a="http://schemas.openxmlformats.org/drawingml/2006/main" xmlns:r="http://schemas.openxmlformats.org/officeDocument/2006/relationships" xmlns:p="http://schemas.openxmlformats.org/presentationml/2006/main">
  <p:tag name="COLORSETCLASSNAME" val="ColorSet1"/>
  <p:tag name="MLI" val="1"/>
  <p:tag name="SHAPESETGROUPCLASSNAME" val="ShapeSetGroup2"/>
  <p:tag name="COLORSETGROUPCLASSNAME" val="ColorSetGroupLight"/>
  <p:tag name="FONTSETGROUPCLASSNAME" val="FontSetGroup2"/>
  <p:tag name="SHAPECLASSPROTECTIONTYPE" val="0"/>
  <p:tag name="COLORS" val="-2;-2;-2;-2;SlideTextFontColor"/>
  <p:tag name="SHAPESETCLASSNAME" val="TITLETEXTCONTENT"/>
  <p:tag name="SHAPECLASSNAME" val="LeftColTextBox"/>
</p:tagLst>
</file>

<file path=ppt/tags/tag63.xml><?xml version="1.0" encoding="utf-8"?>
<p:tagLst xmlns:a="http://schemas.openxmlformats.org/drawingml/2006/main" xmlns:r="http://schemas.openxmlformats.org/officeDocument/2006/relationships" xmlns:p="http://schemas.openxmlformats.org/presentationml/2006/main">
  <p:tag name="COLORSETCLASSNAME" val="ColorSet1"/>
  <p:tag name="COLORS" val="-2;-2;HighlightColor2;Scheme1;-1"/>
</p:tagLst>
</file>

<file path=ppt/tags/tag64.xml><?xml version="1.0" encoding="utf-8"?>
<p:tagLst xmlns:a="http://schemas.openxmlformats.org/drawingml/2006/main" xmlns:r="http://schemas.openxmlformats.org/officeDocument/2006/relationships" xmlns:p="http://schemas.openxmlformats.org/presentationml/2006/main">
  <p:tag name="COLORSETCLASSNAME" val="ColorSet1"/>
  <p:tag name="COLORS" val="Scheme2;Scheme1;Scheme2;Scheme1;-1"/>
</p:tagLst>
</file>

<file path=ppt/tags/tag65.xml><?xml version="1.0" encoding="utf-8"?>
<p:tagLst xmlns:a="http://schemas.openxmlformats.org/drawingml/2006/main" xmlns:r="http://schemas.openxmlformats.org/officeDocument/2006/relationships" xmlns:p="http://schemas.openxmlformats.org/presentationml/2006/main">
  <p:tag name="ML_1" val="Phi"/>
  <p:tag name="FIELDS.INITIALIZED" val="1"/>
  <p:tag name="RECTANGLE 3_SHAPECLASSPROTECTIONTYPE" val="0"/>
  <p:tag name="RECTANGLE 2_SHAPECLASSPROTECTIONTYPE" val="0"/>
  <p:tag name="SHAPESETGROUPCLASSNAME" val="ShapeSetGroup2"/>
  <p:tag name="COLORSETGROUPCLASSNAME" val="ColorSetGroupLight"/>
  <p:tag name="COLORSETCLASSNAME" val="ColorSet1"/>
  <p:tag name="FONTSETGROUPCLASSNAME" val="FontSetGroup2"/>
  <p:tag name="STYLESETGROUPCLASSNAME" val="StyleSetGroup1"/>
  <p:tag name="MAPNAME" val="Map1"/>
  <p:tag name="CFG.LAYOUT" val="Default"/>
  <p:tag name="MLI" val="1"/>
  <p:tag name="CONFIG" val="Default"/>
  <p:tag name="OBJECT 6_SHAPECLASSPROTECTIONTYPE" val="0"/>
  <p:tag name="OBJECT 8_SHAPECLASSPROTECTIONTYPE" val="0"/>
  <p:tag name="SHAPESETCLASSNAME" val="TITLETEXTTWOCONTENT"/>
  <p:tag name="RECTANGLE 6_SHAPECLASSPROTECTIONTYPE" val="0"/>
</p:tagLst>
</file>

<file path=ppt/tags/tag66.xml><?xml version="1.0" encoding="utf-8"?>
<p:tagLst xmlns:a="http://schemas.openxmlformats.org/drawingml/2006/main" xmlns:r="http://schemas.openxmlformats.org/officeDocument/2006/relationships" xmlns:p="http://schemas.openxmlformats.org/presentationml/2006/main">
  <p:tag name="FONT" val="SlideTitleFont"/>
  <p:tag name="FONTSETCLASSNAME" val="FontSet1"/>
  <p:tag name="COLORSETCLASSNAME" val="ColorSet1"/>
  <p:tag name="MLI" val="1"/>
  <p:tag name="SHAPESETGROUPCLASSNAME" val="ShapeSetGroup2"/>
  <p:tag name="COLORSETGROUPCLASSNAME" val="ColorSetGroupLight"/>
  <p:tag name="FONTSETGROUPCLASSNAME" val="FontSetGroup2"/>
  <p:tag name="SHAPECLASSNAME" val="TitleOnSlide"/>
  <p:tag name="SHAPECLASSPROTECTIONTYPE" val="0"/>
  <p:tag name="SHAPESETCLASSNAME" val="TITLETEXTTWOCONTENT"/>
  <p:tag name="COLORS" val="-2;-2;-2;-2;SlideTextFontColor"/>
</p:tagLst>
</file>

<file path=ppt/tags/tag67.xml><?xml version="1.0" encoding="utf-8"?>
<p:tagLst xmlns:a="http://schemas.openxmlformats.org/drawingml/2006/main" xmlns:r="http://schemas.openxmlformats.org/officeDocument/2006/relationships" xmlns:p="http://schemas.openxmlformats.org/presentationml/2006/main">
  <p:tag name="COLORSETCLASSNAME" val="ColorSet1"/>
  <p:tag name="MLI" val="1"/>
  <p:tag name="SHAPESETGROUPCLASSNAME" val="ShapeSetGroup2"/>
  <p:tag name="COLORSETGROUPCLASSNAME" val="ColorSetGroupLight"/>
  <p:tag name="FONTSETGROUPCLASSNAME" val="FontSetGroup2"/>
  <p:tag name="SHAPECLASSPROTECTIONTYPE" val="0"/>
  <p:tag name="SHAPECLASSNAME" val="LeftColTextBox"/>
  <p:tag name="SHAPESETCLASSNAME" val="TITLETEXTTWOCONTENT"/>
  <p:tag name="COLORS" val="-2;-2;-2;-2;-3"/>
</p:tagLst>
</file>

<file path=ppt/tags/tag68.xml><?xml version="1.0" encoding="utf-8"?>
<p:tagLst xmlns:a="http://schemas.openxmlformats.org/drawingml/2006/main" xmlns:r="http://schemas.openxmlformats.org/officeDocument/2006/relationships" xmlns:p="http://schemas.openxmlformats.org/presentationml/2006/main">
  <p:tag name="COLORSETCLASSNAME" val="ColorSet1"/>
  <p:tag name="MLI" val="1"/>
  <p:tag name="SHAPESETGROUPCLASSNAME" val="ShapeSetGroup2"/>
  <p:tag name="SHAPESETCLASSNAME" val="TITLETEXTTWOCONTENT"/>
  <p:tag name="COLORSETGROUPCLASSNAME" val="ColorSetGroupLight"/>
  <p:tag name="FONTSETGROUPCLASSNAME" val="FontSetGroup2"/>
  <p:tag name="SHAPECLASSNAME" val="TopRightContent"/>
  <p:tag name="SHAPECLASSPROTECTIONTYPE" val="0"/>
  <p:tag name="COLORS" val="-2;-2;-2;-2;-1"/>
</p:tagLst>
</file>

<file path=ppt/tags/tag69.xml><?xml version="1.0" encoding="utf-8"?>
<p:tagLst xmlns:a="http://schemas.openxmlformats.org/drawingml/2006/main" xmlns:r="http://schemas.openxmlformats.org/officeDocument/2006/relationships" xmlns:p="http://schemas.openxmlformats.org/presentationml/2006/main">
  <p:tag name="COLORSETCLASSNAME" val="ColorSet1"/>
  <p:tag name="MLI" val="1"/>
  <p:tag name="SHAPESETGROUPCLASSNAME" val="ShapeSetGroup2"/>
  <p:tag name="SHAPESETCLASSNAME" val="TITLETEXTTWOCONTENT"/>
  <p:tag name="COLORSETGROUPCLASSNAME" val="ColorSetGroupLight"/>
  <p:tag name="FONTSETGROUPCLASSNAME" val="FontSetGroup2"/>
  <p:tag name="SHAPECLASSNAME" val="TopRightContent"/>
  <p:tag name="SHAPECLASSPROTECTIONTYPE" val="0"/>
  <p:tag name="COLORS" val="-2;-2;-2;-2;-1"/>
</p:tagLst>
</file>

<file path=ppt/tags/tag70.xml><?xml version="1.0" encoding="utf-8"?>
<p:tagLst xmlns:a="http://schemas.openxmlformats.org/drawingml/2006/main" xmlns:r="http://schemas.openxmlformats.org/officeDocument/2006/relationships" xmlns:p="http://schemas.openxmlformats.org/presentationml/2006/main">
  <p:tag name="ML_1" val="Phi"/>
  <p:tag name="FIELDS.INITIALIZED" val="1"/>
  <p:tag name="RECTANGLE 3_SHAPECLASSPROTECTIONTYPE" val="0"/>
  <p:tag name="RECTANGLE 2_SHAPECLASSPROTECTIONTYPE" val="0"/>
  <p:tag name="SHAPESETGROUPCLASSNAME" val="ShapeSetGroup2"/>
  <p:tag name="COLORSETGROUPCLASSNAME" val="ColorSetGroupLight"/>
  <p:tag name="COLORSETCLASSNAME" val="ColorSet1"/>
  <p:tag name="FONTSETGROUPCLASSNAME" val="FontSetGroup2"/>
  <p:tag name="STYLESETGROUPCLASSNAME" val="StyleSetGroup1"/>
  <p:tag name="MAPNAME" val="Map1"/>
  <p:tag name="CFG.LAYOUT" val="Default"/>
  <p:tag name="MLI" val="1"/>
  <p:tag name="GROUP 191_SHAPECLASSPROTECTIONTYPE" val="0"/>
  <p:tag name="SHAPESETCLASSNAME" val="TITLETEXTCONTENT"/>
  <p:tag name="CONFIG" val="Default"/>
  <p:tag name="RECTANGLE 69_SHAPECLASSPROTECTIONTYPE" val="0"/>
</p:tagLst>
</file>

<file path=ppt/tags/tag71.xml><?xml version="1.0" encoding="utf-8"?>
<p:tagLst xmlns:a="http://schemas.openxmlformats.org/drawingml/2006/main" xmlns:r="http://schemas.openxmlformats.org/officeDocument/2006/relationships" xmlns:p="http://schemas.openxmlformats.org/presentationml/2006/main">
  <p:tag name="FONT" val="SlideTitleFont"/>
  <p:tag name="FONTSETCLASSNAME" val="FontSet1"/>
  <p:tag name="COLORSETCLASSNAME" val="ColorSet1"/>
  <p:tag name="MLI" val="1"/>
  <p:tag name="SHAPESETGROUPCLASSNAME" val="ShapeSetGroup2"/>
  <p:tag name="COLORSETGROUPCLASSNAME" val="ColorSetGroupLight"/>
  <p:tag name="FONTSETGROUPCLASSNAME" val="FontSetGroup2"/>
  <p:tag name="SHAPECLASSNAME" val="TitleOnSlide"/>
  <p:tag name="SHAPECLASSPROTECTIONTYPE" val="0"/>
  <p:tag name="SHAPESETCLASSNAME" val="TITLETEXTCONTENT"/>
  <p:tag name="COLORS" val="-2;-2;-2;-2;SlideTextFontColor"/>
</p:tagLst>
</file>

<file path=ppt/tags/tag72.xml><?xml version="1.0" encoding="utf-8"?>
<p:tagLst xmlns:a="http://schemas.openxmlformats.org/drawingml/2006/main" xmlns:r="http://schemas.openxmlformats.org/officeDocument/2006/relationships" xmlns:p="http://schemas.openxmlformats.org/presentationml/2006/main">
  <p:tag name="COLORSETCLASSNAME" val="ColorSet1"/>
  <p:tag name="MLI" val="1"/>
  <p:tag name="SHAPESETGROUPCLASSNAME" val="ShapeSetGroup2"/>
  <p:tag name="COLORSETGROUPCLASSNAME" val="ColorSetGroupLight"/>
  <p:tag name="FONTSETGROUPCLASSNAME" val="FontSetGroup2"/>
  <p:tag name="SHAPECLASSPROTECTIONTYPE" val="0"/>
  <p:tag name="COLORS" val="-2;-2;-2;-2;SlideTextFontColor"/>
  <p:tag name="SHAPESETCLASSNAME" val="TITLETEXTCONTENT"/>
  <p:tag name="SHAPECLASSNAME" val="LeftColTextBox"/>
</p:tagLst>
</file>

<file path=ppt/tags/tag73.xml><?xml version="1.0" encoding="utf-8"?>
<p:tagLst xmlns:a="http://schemas.openxmlformats.org/drawingml/2006/main" xmlns:r="http://schemas.openxmlformats.org/officeDocument/2006/relationships" xmlns:p="http://schemas.openxmlformats.org/presentationml/2006/main">
  <p:tag name="COLORSETCLASSNAME" val="ColorSet1"/>
  <p:tag name="MLI" val="1"/>
  <p:tag name="SHAPESETGROUPCLASSNAME" val="ShapeSetGroup2"/>
  <p:tag name="SHAPESETCLASSNAME" val="TITLETEXTTWOCONTENT"/>
  <p:tag name="COLORSETGROUPCLASSNAME" val="ColorSetGroupLight"/>
  <p:tag name="FONTSETGROUPCLASSNAME" val="FontSetGroup2"/>
  <p:tag name="SHAPECLASSNAME" val="TopRightContent"/>
  <p:tag name="SHAPECLASSPROTECTIONTYPE" val="0"/>
  <p:tag name="COLORS" val="-2;-2;-2;-2;-1"/>
</p:tagLst>
</file>

<file path=ppt/tags/tag74.xml><?xml version="1.0" encoding="utf-8"?>
<p:tagLst xmlns:a="http://schemas.openxmlformats.org/drawingml/2006/main" xmlns:r="http://schemas.openxmlformats.org/officeDocument/2006/relationships" xmlns:p="http://schemas.openxmlformats.org/presentationml/2006/main">
  <p:tag name="COLORSETCLASSNAME" val="ColorSet1"/>
  <p:tag name="MLI" val="1"/>
  <p:tag name="SHAPESETGROUPCLASSNAME" val="ShapeSetGroup2"/>
  <p:tag name="SHAPESETCLASSNAME" val="TITLETEXTCONTENT"/>
  <p:tag name="COLORSETGROUPCLASSNAME" val="ColorSetGroupLight"/>
  <p:tag name="FONTSETGROUPCLASSNAME" val="FontSetGroup2"/>
  <p:tag name="SHAPECLASSNAME" val="RightColContent"/>
  <p:tag name="SHAPECLASSPROTECTIONTYPE" val="0"/>
  <p:tag name="COLORS" val="-2;-2;Scheme2;Scheme1;-1"/>
</p:tagLst>
</file>

<file path=ppt/tags/tag75.xml><?xml version="1.0" encoding="utf-8"?>
<p:tagLst xmlns:a="http://schemas.openxmlformats.org/drawingml/2006/main" xmlns:r="http://schemas.openxmlformats.org/officeDocument/2006/relationships" xmlns:p="http://schemas.openxmlformats.org/presentationml/2006/main">
  <p:tag name="COLORSETCLASSNAME" val="ColorSet1"/>
  <p:tag name="COLORS" val="-2;-2;-2;-2;-1"/>
</p:tagLst>
</file>

<file path=ppt/tags/tag76.xml><?xml version="1.0" encoding="utf-8"?>
<p:tagLst xmlns:a="http://schemas.openxmlformats.org/drawingml/2006/main" xmlns:r="http://schemas.openxmlformats.org/officeDocument/2006/relationships" xmlns:p="http://schemas.openxmlformats.org/presentationml/2006/main">
  <p:tag name="COLORSETCLASSNAME" val="ColorSet1"/>
  <p:tag name="MLI" val="1"/>
  <p:tag name="SHAPESETGROUPCLASSNAME" val="ShapeSetGroup2"/>
  <p:tag name="COLORSETGROUPCLASSNAME" val="ColorSetGroupLight"/>
  <p:tag name="FONTSETGROUPCLASSNAME" val="FontSetGroup2"/>
  <p:tag name="SHAPECLASSPROTECTIONTYPE" val="0"/>
  <p:tag name="COLORS" val="-2;-2;-2;-2;SlideTextFontColor"/>
  <p:tag name="SHAPESETCLASSNAME" val="TITLETEXTCONTENT"/>
  <p:tag name="SHAPECLASSNAME" val="LeftColTextBox"/>
</p:tagLst>
</file>

<file path=ppt/tags/tag77.xml><?xml version="1.0" encoding="utf-8"?>
<p:tagLst xmlns:a="http://schemas.openxmlformats.org/drawingml/2006/main" xmlns:r="http://schemas.openxmlformats.org/officeDocument/2006/relationships" xmlns:p="http://schemas.openxmlformats.org/presentationml/2006/main">
  <p:tag name="ML_1" val="Phi"/>
  <p:tag name="FIELDS.INITIALIZED" val="1"/>
  <p:tag name="RECTANGLE 3_SHAPECLASSPROTECTIONTYPE" val="0"/>
  <p:tag name="RECTANGLE 2_SHAPECLASSPROTECTIONTYPE" val="0"/>
  <p:tag name="SHAPESETGROUPCLASSNAME" val="ShapeSetGroup2"/>
  <p:tag name="SHAPESETCLASSNAME" val="TITLETEXT"/>
  <p:tag name="COLORSETGROUPCLASSNAME" val="ColorSetGroupLight"/>
  <p:tag name="COLORSETCLASSNAME" val="ColorSet1"/>
  <p:tag name="FONTSETGROUPCLASSNAME" val="FontSetGroup2"/>
  <p:tag name="STYLESETGROUPCLASSNAME" val="StyleSetGroup1"/>
  <p:tag name="MAPNAME" val="Map1"/>
  <p:tag name="CFG.LAYOUT" val="Default"/>
  <p:tag name="MLI" val="1"/>
</p:tagLst>
</file>

<file path=ppt/tags/tag78.xml><?xml version="1.0" encoding="utf-8"?>
<p:tagLst xmlns:a="http://schemas.openxmlformats.org/drawingml/2006/main" xmlns:r="http://schemas.openxmlformats.org/officeDocument/2006/relationships" xmlns:p="http://schemas.openxmlformats.org/presentationml/2006/main">
  <p:tag name="FONT" val="SlideTitleFont"/>
  <p:tag name="FONTSETCLASSNAME" val="FontSet1"/>
  <p:tag name="COLORSETCLASSNAME" val="ColorSet1"/>
  <p:tag name="MLI" val="1"/>
  <p:tag name="SHAPESETGROUPCLASSNAME" val="ShapeSetGroup2"/>
  <p:tag name="SHAPESETCLASSNAME" val="TITLETEXT"/>
  <p:tag name="COLORSETGROUPCLASSNAME" val="ColorSetGroupLight"/>
  <p:tag name="FONTSETGROUPCLASSNAME" val="FontSetGroup2"/>
  <p:tag name="SHAPECLASSNAME" val="TitleOnSlide"/>
  <p:tag name="SHAPECLASSPROTECTIONTYPE" val="0"/>
  <p:tag name="COLORS" val="-2;-2;-2;-2;SlideTextFontColor"/>
</p:tagLst>
</file>

<file path=ppt/tags/tag79.xml><?xml version="1.0" encoding="utf-8"?>
<p:tagLst xmlns:a="http://schemas.openxmlformats.org/drawingml/2006/main" xmlns:r="http://schemas.openxmlformats.org/officeDocument/2006/relationships" xmlns:p="http://schemas.openxmlformats.org/presentationml/2006/main">
  <p:tag name="COLORSETCLASSNAME" val="ColorSet1"/>
  <p:tag name="MLI" val="1"/>
  <p:tag name="SHAPESETGROUPCLASSNAME" val="ShapeSetGroup2"/>
  <p:tag name="SHAPESETCLASSNAME" val="TITLETEXT"/>
  <p:tag name="COLORSETGROUPCLASSNAME" val="ColorSetGroupLight"/>
  <p:tag name="FONTSETGROUPCLASSNAME" val="FontSetGroup2"/>
  <p:tag name="SHAPECLASSNAME" val="LargeTextBox"/>
  <p:tag name="SHAPECLASSPROTECTIONTYPE" val="0"/>
  <p:tag name="COLORS" val="-2;-2;-2;-2;SlideTextFontColor"/>
</p:tagLst>
</file>

<file path=ppt/tags/tag80.xml><?xml version="1.0" encoding="utf-8"?>
<p:tagLst xmlns:a="http://schemas.openxmlformats.org/drawingml/2006/main" xmlns:r="http://schemas.openxmlformats.org/officeDocument/2006/relationships" xmlns:p="http://schemas.openxmlformats.org/presentationml/2006/main">
  <p:tag name="COLORSETCLASSNAME" val="ColorSet1"/>
  <p:tag name="COLORS" val="-2;-2;-2;-2;-1"/>
</p:tagLst>
</file>

<file path=ppt/tags/tag81.xml><?xml version="1.0" encoding="utf-8"?>
<p:tagLst xmlns:a="http://schemas.openxmlformats.org/drawingml/2006/main" xmlns:r="http://schemas.openxmlformats.org/officeDocument/2006/relationships" xmlns:p="http://schemas.openxmlformats.org/presentationml/2006/main">
  <p:tag name="COLORSETCLASSNAME" val="ColorSet1"/>
  <p:tag name="COLORS" val="-2;-2;-2;-2;-1"/>
</p:tagLst>
</file>

<file path=ppt/tags/tag82.xml><?xml version="1.0" encoding="utf-8"?>
<p:tagLst xmlns:a="http://schemas.openxmlformats.org/drawingml/2006/main" xmlns:r="http://schemas.openxmlformats.org/officeDocument/2006/relationships" xmlns:p="http://schemas.openxmlformats.org/presentationml/2006/main">
  <p:tag name="COLORSETCLASSNAME" val="ColorSet1"/>
  <p:tag name="COLORS" val="-2;-2;-2;-2;-1"/>
</p:tagLst>
</file>

<file path=ppt/tags/tag83.xml><?xml version="1.0" encoding="utf-8"?>
<p:tagLst xmlns:a="http://schemas.openxmlformats.org/drawingml/2006/main" xmlns:r="http://schemas.openxmlformats.org/officeDocument/2006/relationships" xmlns:p="http://schemas.openxmlformats.org/presentationml/2006/main">
  <p:tag name="COLORSETCLASSNAME" val="ColorSet1"/>
  <p:tag name="COLORS" val="-2;-2;-2;-2;-1"/>
</p:tagLst>
</file>

<file path=ppt/tags/tag84.xml><?xml version="1.0" encoding="utf-8"?>
<p:tagLst xmlns:a="http://schemas.openxmlformats.org/drawingml/2006/main" xmlns:r="http://schemas.openxmlformats.org/officeDocument/2006/relationships" xmlns:p="http://schemas.openxmlformats.org/presentationml/2006/main">
  <p:tag name="ML_1" val="Phi"/>
  <p:tag name="FIELDS.INITIALIZED" val="1"/>
  <p:tag name="RECTANGLE 3_SHAPECLASSPROTECTIONTYPE" val="0"/>
  <p:tag name="RECTANGLE 2_SHAPECLASSPROTECTIONTYPE" val="0"/>
  <p:tag name="SHAPESETGROUPCLASSNAME" val="ShapeSetGroup2"/>
  <p:tag name="COLORSETGROUPCLASSNAME" val="ColorSetGroupLight"/>
  <p:tag name="COLORSETCLASSNAME" val="ColorSet1"/>
  <p:tag name="FONTSETGROUPCLASSNAME" val="FontSetGroup2"/>
  <p:tag name="STYLESETGROUPCLASSNAME" val="StyleSetGroup1"/>
  <p:tag name="MAPNAME" val="Map1"/>
  <p:tag name="CFG.LAYOUT" val="Default"/>
  <p:tag name="MLI" val="1"/>
  <p:tag name="CONFIG" val="Default"/>
  <p:tag name="OBJECT 6_SHAPECLASSPROTECTIONTYPE" val="0"/>
  <p:tag name="OBJECT 8_SHAPECLASSPROTECTIONTYPE" val="0"/>
  <p:tag name="SHAPESETCLASSNAME" val="TITLETEXTTWOCONTENT"/>
  <p:tag name="RECTANGLE 6_SHAPECLASSPROTECTIONTYPE" val="0"/>
</p:tagLst>
</file>

<file path=ppt/tags/tag85.xml><?xml version="1.0" encoding="utf-8"?>
<p:tagLst xmlns:a="http://schemas.openxmlformats.org/drawingml/2006/main" xmlns:r="http://schemas.openxmlformats.org/officeDocument/2006/relationships" xmlns:p="http://schemas.openxmlformats.org/presentationml/2006/main">
  <p:tag name="FONT" val="SlideTitleFont"/>
  <p:tag name="FONTSETCLASSNAME" val="FontSet1"/>
  <p:tag name="COLORSETCLASSNAME" val="ColorSet1"/>
  <p:tag name="MLI" val="1"/>
  <p:tag name="SHAPESETGROUPCLASSNAME" val="ShapeSetGroup2"/>
  <p:tag name="COLORSETGROUPCLASSNAME" val="ColorSetGroupLight"/>
  <p:tag name="FONTSETGROUPCLASSNAME" val="FontSetGroup2"/>
  <p:tag name="SHAPECLASSNAME" val="TitleOnSlide"/>
  <p:tag name="SHAPECLASSPROTECTIONTYPE" val="0"/>
  <p:tag name="SHAPESETCLASSNAME" val="TITLETEXTTWOCONTENT"/>
  <p:tag name="COLORS" val="-2;-2;-2;-2;SlideTextFontColor"/>
</p:tagLst>
</file>

<file path=ppt/tags/tag86.xml><?xml version="1.0" encoding="utf-8"?>
<p:tagLst xmlns:a="http://schemas.openxmlformats.org/drawingml/2006/main" xmlns:r="http://schemas.openxmlformats.org/officeDocument/2006/relationships" xmlns:p="http://schemas.openxmlformats.org/presentationml/2006/main">
  <p:tag name="COLORSETCLASSNAME" val="ColorSet1"/>
  <p:tag name="MLI" val="1"/>
  <p:tag name="SHAPESETGROUPCLASSNAME" val="ShapeSetGroup2"/>
  <p:tag name="COLORSETGROUPCLASSNAME" val="ColorSetGroupLight"/>
  <p:tag name="FONTSETGROUPCLASSNAME" val="FontSetGroup2"/>
  <p:tag name="SHAPECLASSPROTECTIONTYPE" val="0"/>
  <p:tag name="SHAPECLASSNAME" val="LeftColTextBox"/>
  <p:tag name="SHAPESETCLASSNAME" val="TITLETEXTTWOCONTENT"/>
  <p:tag name="COLORS" val="-2;-2;-2;-2;-3"/>
</p:tagLst>
</file>

<file path=ppt/tags/tag87.xml><?xml version="1.0" encoding="utf-8"?>
<p:tagLst xmlns:a="http://schemas.openxmlformats.org/drawingml/2006/main" xmlns:r="http://schemas.openxmlformats.org/officeDocument/2006/relationships" xmlns:p="http://schemas.openxmlformats.org/presentationml/2006/main">
  <p:tag name="ML_1" val="Phi"/>
  <p:tag name="FIELDS.INITIALIZED" val="1"/>
  <p:tag name="RECTANGLE 3_SHAPECLASSPROTECTIONTYPE" val="0"/>
  <p:tag name="RECTANGLE 2_SHAPECLASSPROTECTIONTYPE" val="0"/>
  <p:tag name="SHAPESETGROUPCLASSNAME" val="ShapeSetGroup2"/>
  <p:tag name="SHAPESETCLASSNAME" val="TITLETEXT"/>
  <p:tag name="COLORSETGROUPCLASSNAME" val="ColorSetGroupLight"/>
  <p:tag name="COLORSETCLASSNAME" val="ColorSet1"/>
  <p:tag name="FONTSETGROUPCLASSNAME" val="FontSetGroup2"/>
  <p:tag name="STYLESETGROUPCLASSNAME" val="StyleSetGroup1"/>
  <p:tag name="MAPNAME" val="Map1"/>
  <p:tag name="CFG.LAYOUT" val="Default"/>
  <p:tag name="MLI" val="1"/>
</p:tagLst>
</file>

<file path=ppt/tags/tag88.xml><?xml version="1.0" encoding="utf-8"?>
<p:tagLst xmlns:a="http://schemas.openxmlformats.org/drawingml/2006/main" xmlns:r="http://schemas.openxmlformats.org/officeDocument/2006/relationships" xmlns:p="http://schemas.openxmlformats.org/presentationml/2006/main">
  <p:tag name="FONT" val="SlideTitleFont"/>
  <p:tag name="FONTSETCLASSNAME" val="FontSet1"/>
  <p:tag name="COLORSETCLASSNAME" val="ColorSet1"/>
  <p:tag name="MLI" val="1"/>
  <p:tag name="SHAPESETGROUPCLASSNAME" val="ShapeSetGroup2"/>
  <p:tag name="SHAPESETCLASSNAME" val="TITLETEXT"/>
  <p:tag name="COLORSETGROUPCLASSNAME" val="ColorSetGroupLight"/>
  <p:tag name="FONTSETGROUPCLASSNAME" val="FontSetGroup2"/>
  <p:tag name="SHAPECLASSNAME" val="TitleOnSlide"/>
  <p:tag name="SHAPECLASSPROTECTIONTYPE" val="0"/>
  <p:tag name="COLORS" val="-2;-2;-2;-2;SlideTextFontColor"/>
</p:tagLst>
</file>

<file path=ppt/tags/tag89.xml><?xml version="1.0" encoding="utf-8"?>
<p:tagLst xmlns:a="http://schemas.openxmlformats.org/drawingml/2006/main" xmlns:r="http://schemas.openxmlformats.org/officeDocument/2006/relationships" xmlns:p="http://schemas.openxmlformats.org/presentationml/2006/main">
  <p:tag name="COLORSETCLASSNAME" val="ColorSet1"/>
  <p:tag name="MLI" val="1"/>
  <p:tag name="SHAPESETGROUPCLASSNAME" val="ShapeSetGroup2"/>
  <p:tag name="SHAPESETCLASSNAME" val="TITLETEXT"/>
  <p:tag name="COLORSETGROUPCLASSNAME" val="ColorSetGroupLight"/>
  <p:tag name="FONTSETGROUPCLASSNAME" val="FontSetGroup2"/>
  <p:tag name="SHAPECLASSNAME" val="LargeTextBox"/>
  <p:tag name="SHAPECLASSPROTECTIONTYPE" val="0"/>
  <p:tag name="COLORS" val="-2;-2;-2;-2;SlideTextFontColor"/>
</p:tagLst>
</file>

<file path=ppt/tags/tag90.xml><?xml version="1.0" encoding="utf-8"?>
<p:tagLst xmlns:a="http://schemas.openxmlformats.org/drawingml/2006/main" xmlns:r="http://schemas.openxmlformats.org/officeDocument/2006/relationships" xmlns:p="http://schemas.openxmlformats.org/presentationml/2006/main">
  <p:tag name="ML_1" val="Phi"/>
  <p:tag name="FIELDS.INITIALIZED" val="1"/>
  <p:tag name="RECTANGLE 3_SHAPECLASSPROTECTIONTYPE" val="0"/>
  <p:tag name="SHAPESETGROUPCLASSNAME" val="ShapeSetGroup2"/>
  <p:tag name="SHAPESETCLASSNAME" val="TITLEBLANK"/>
  <p:tag name="COLORSETGROUPCLASSNAME" val="ColorSetGroupLight"/>
  <p:tag name="COLORSETCLASSNAME" val="ColorSet1"/>
  <p:tag name="FONTSETGROUPCLASSNAME" val="FontSetGroup2"/>
  <p:tag name="STYLESETGROUPCLASSNAME" val="StyleSetGroup1"/>
  <p:tag name="MAPNAME" val="Map1"/>
  <p:tag name="CFG.LAYOUT" val="Default"/>
  <p:tag name="MLI" val="1"/>
</p:tagLst>
</file>

<file path=ppt/tags/tag91.xml><?xml version="1.0" encoding="utf-8"?>
<p:tagLst xmlns:a="http://schemas.openxmlformats.org/drawingml/2006/main" xmlns:r="http://schemas.openxmlformats.org/officeDocument/2006/relationships" xmlns:p="http://schemas.openxmlformats.org/presentationml/2006/main">
  <p:tag name="FONT" val="SlideTitleFont"/>
  <p:tag name="FONTSETCLASSNAME" val="FontSet1"/>
  <p:tag name="COLORSETCLASSNAME" val="ColorSet1"/>
  <p:tag name="MLI" val="1"/>
  <p:tag name="SHAPESETGROUPCLASSNAME" val="ShapeSetGroup2"/>
  <p:tag name="SHAPESETCLASSNAME" val="TITLETEXT"/>
  <p:tag name="COLORSETGROUPCLASSNAME" val="ColorSetGroupLight"/>
  <p:tag name="FONTSETGROUPCLASSNAME" val="FontSetGroup2"/>
  <p:tag name="SHAPECLASSNAME" val="TitleOnSlide"/>
  <p:tag name="SHAPECLASSPROTECTIONTYPE" val="0"/>
  <p:tag name="COLORS" val="-2;-2;-2;-2;SlideTextFontColor"/>
</p:tagLst>
</file>

<file path=ppt/tags/tag92.xml><?xml version="1.0" encoding="utf-8"?>
<p:tagLst xmlns:a="http://schemas.openxmlformats.org/drawingml/2006/main" xmlns:r="http://schemas.openxmlformats.org/officeDocument/2006/relationships" xmlns:p="http://schemas.openxmlformats.org/presentationml/2006/main">
  <p:tag name="COLORSETCLASSNAME" val="ColorSet1"/>
  <p:tag name="COLORS" val="-2;-2;-2;-2;SlideTextFontColor"/>
</p:tagLst>
</file>

<file path=ppt/tags/tag93.xml><?xml version="1.0" encoding="utf-8"?>
<p:tagLst xmlns:a="http://schemas.openxmlformats.org/drawingml/2006/main" xmlns:r="http://schemas.openxmlformats.org/officeDocument/2006/relationships" xmlns:p="http://schemas.openxmlformats.org/presentationml/2006/main">
  <p:tag name="ML_1" val="Phi"/>
  <p:tag name="FIELDS.INITIALIZED" val="1"/>
  <p:tag name="RECTANGLE 3_SHAPECLASSPROTECTIONTYPE" val="0"/>
  <p:tag name="RECTANGLE 2_SHAPECLASSPROTECTIONTYPE" val="0"/>
  <p:tag name="SHAPESETGROUPCLASSNAME" val="ShapeSetGroup2"/>
  <p:tag name="SHAPESETCLASSNAME" val="TITLETEXT"/>
  <p:tag name="COLORSETGROUPCLASSNAME" val="ColorSetGroupLight"/>
  <p:tag name="COLORSETCLASSNAME" val="ColorSet1"/>
  <p:tag name="FONTSETGROUPCLASSNAME" val="FontSetGroup2"/>
  <p:tag name="STYLESETGROUPCLASSNAME" val="StyleSetGroup1"/>
  <p:tag name="MAPNAME" val="Map1"/>
  <p:tag name="CFG.LAYOUT" val="Default"/>
  <p:tag name="MLI" val="1"/>
</p:tagLst>
</file>

<file path=ppt/tags/tag94.xml><?xml version="1.0" encoding="utf-8"?>
<p:tagLst xmlns:a="http://schemas.openxmlformats.org/drawingml/2006/main" xmlns:r="http://schemas.openxmlformats.org/officeDocument/2006/relationships" xmlns:p="http://schemas.openxmlformats.org/presentationml/2006/main">
  <p:tag name="FONT" val="SlideTitleFont"/>
  <p:tag name="FONTSETCLASSNAME" val="FontSet1"/>
  <p:tag name="COLORSETCLASSNAME" val="ColorSet1"/>
  <p:tag name="MLI" val="1"/>
  <p:tag name="SHAPESETGROUPCLASSNAME" val="ShapeSetGroup2"/>
  <p:tag name="SHAPESETCLASSNAME" val="TITLETEXT"/>
  <p:tag name="COLORSETGROUPCLASSNAME" val="ColorSetGroupLight"/>
  <p:tag name="FONTSETGROUPCLASSNAME" val="FontSetGroup2"/>
  <p:tag name="SHAPECLASSNAME" val="TitleOnSlide"/>
  <p:tag name="SHAPECLASSPROTECTIONTYPE" val="0"/>
  <p:tag name="COLORS" val="-2;-2;-2;-2;SlideTextFontColor"/>
</p:tagLst>
</file>

<file path=ppt/tags/tag95.xml><?xml version="1.0" encoding="utf-8"?>
<p:tagLst xmlns:a="http://schemas.openxmlformats.org/drawingml/2006/main" xmlns:r="http://schemas.openxmlformats.org/officeDocument/2006/relationships" xmlns:p="http://schemas.openxmlformats.org/presentationml/2006/main">
  <p:tag name="COLORSETCLASSNAME" val="ColorSet1"/>
  <p:tag name="MLI" val="1"/>
  <p:tag name="SHAPESETGROUPCLASSNAME" val="ShapeSetGroup2"/>
  <p:tag name="SHAPESETCLASSNAME" val="TITLETEXT"/>
  <p:tag name="COLORSETGROUPCLASSNAME" val="ColorSetGroupLight"/>
  <p:tag name="FONTSETGROUPCLASSNAME" val="FontSetGroup2"/>
  <p:tag name="SHAPECLASSNAME" val="LargeTextBox"/>
  <p:tag name="SHAPECLASSPROTECTIONTYPE" val="0"/>
  <p:tag name="COLORS" val="-2;-2;-2;-2;SlideTextFontColor"/>
</p:tagLst>
</file>

<file path=ppt/tags/tag96.xml><?xml version="1.0" encoding="utf-8"?>
<p:tagLst xmlns:a="http://schemas.openxmlformats.org/drawingml/2006/main" xmlns:r="http://schemas.openxmlformats.org/officeDocument/2006/relationships" xmlns:p="http://schemas.openxmlformats.org/presentationml/2006/main">
  <p:tag name="COLORSETCLASSNAME" val="ColorSet1"/>
  <p:tag name="COLORS" val="-2;-2;-2;-2;-1"/>
</p:tagLst>
</file>

<file path=ppt/tags/tag97.xml><?xml version="1.0" encoding="utf-8"?>
<p:tagLst xmlns:a="http://schemas.openxmlformats.org/drawingml/2006/main" xmlns:r="http://schemas.openxmlformats.org/officeDocument/2006/relationships" xmlns:p="http://schemas.openxmlformats.org/presentationml/2006/main">
  <p:tag name="COLORSETCLASSNAME" val="ColorSet1"/>
  <p:tag name="COLORS" val="Scheme5;Scheme1;Scheme2;Scheme1;-1"/>
</p:tagLst>
</file>

<file path=ppt/tags/tag98.xml><?xml version="1.0" encoding="utf-8"?>
<p:tagLst xmlns:a="http://schemas.openxmlformats.org/drawingml/2006/main" xmlns:r="http://schemas.openxmlformats.org/officeDocument/2006/relationships" xmlns:p="http://schemas.openxmlformats.org/presentationml/2006/main">
  <p:tag name="COLORSETCLASSNAME" val="ColorSet1"/>
  <p:tag name="COLORS" val="-2;-2;HighlightColor2;Scheme1;-1"/>
</p:tagLst>
</file>

<file path=ppt/tags/tag99.xml><?xml version="1.0" encoding="utf-8"?>
<p:tagLst xmlns:a="http://schemas.openxmlformats.org/drawingml/2006/main" xmlns:r="http://schemas.openxmlformats.org/officeDocument/2006/relationships" xmlns:p="http://schemas.openxmlformats.org/presentationml/2006/main">
  <p:tag name="ML_1" val="Phi"/>
  <p:tag name="FIELDS.INITIALIZED" val="1"/>
  <p:tag name="RECTANGLE 3_SHAPECLASSPROTECTIONTYPE" val="0"/>
  <p:tag name="RECTANGLE 2_SHAPECLASSPROTECTIONTYPE" val="0"/>
  <p:tag name="SHAPESETGROUPCLASSNAME" val="ShapeSetGroup2"/>
  <p:tag name="SHAPESETCLASSNAME" val="TITLETEXT"/>
  <p:tag name="COLORSETGROUPCLASSNAME" val="ColorSetGroupLight"/>
  <p:tag name="COLORSETCLASSNAME" val="ColorSet1"/>
  <p:tag name="FONTSETGROUPCLASSNAME" val="FontSetGroup2"/>
  <p:tag name="STYLESETGROUPCLASSNAME" val="StyleSetGroup1"/>
  <p:tag name="MAPNAME" val="Map1"/>
  <p:tag name="CFG.LAYOUT" val="Default"/>
  <p:tag name="MLI" val="1"/>
</p:tagLst>
</file>

<file path=ppt/tags/tag100.xml><?xml version="1.0" encoding="utf-8"?>
<p:tagLst xmlns:a="http://schemas.openxmlformats.org/drawingml/2006/main" xmlns:r="http://schemas.openxmlformats.org/officeDocument/2006/relationships" xmlns:p="http://schemas.openxmlformats.org/presentationml/2006/main">
  <p:tag name="FONT" val="SlideTitleFont"/>
  <p:tag name="FONTSETCLASSNAME" val="FontSet1"/>
  <p:tag name="COLORSETCLASSNAME" val="ColorSet1"/>
  <p:tag name="MLI" val="1"/>
  <p:tag name="SHAPESETGROUPCLASSNAME" val="ShapeSetGroup2"/>
  <p:tag name="SHAPESETCLASSNAME" val="TITLETEXT"/>
  <p:tag name="COLORSETGROUPCLASSNAME" val="ColorSetGroupLight"/>
  <p:tag name="FONTSETGROUPCLASSNAME" val="FontSetGroup2"/>
  <p:tag name="SHAPECLASSNAME" val="TitleOnSlide"/>
  <p:tag name="SHAPECLASSPROTECTIONTYPE" val="0"/>
  <p:tag name="COLORS" val="-2;-2;-2;-2;SlideTextFontColor"/>
</p:tagLst>
</file>

<file path=ppt/tags/tag101.xml><?xml version="1.0" encoding="utf-8"?>
<p:tagLst xmlns:a="http://schemas.openxmlformats.org/drawingml/2006/main" xmlns:r="http://schemas.openxmlformats.org/officeDocument/2006/relationships" xmlns:p="http://schemas.openxmlformats.org/presentationml/2006/main">
  <p:tag name="COLORSETCLASSNAME" val="ColorSet1"/>
  <p:tag name="MLI" val="1"/>
  <p:tag name="SHAPESETGROUPCLASSNAME" val="ShapeSetGroup2"/>
  <p:tag name="SHAPESETCLASSNAME" val="TITLETEXT"/>
  <p:tag name="COLORSETGROUPCLASSNAME" val="ColorSetGroupLight"/>
  <p:tag name="FONTSETGROUPCLASSNAME" val="FontSetGroup2"/>
  <p:tag name="SHAPECLASSNAME" val="LargeTextBox"/>
  <p:tag name="SHAPECLASSPROTECTIONTYPE" val="0"/>
  <p:tag name="COLORS" val="-2;-2;-2;-2;SlideTextFontColor"/>
</p:tagLst>
</file>

<file path=ppt/tags/tag102.xml><?xml version="1.0" encoding="utf-8"?>
<p:tagLst xmlns:a="http://schemas.openxmlformats.org/drawingml/2006/main" xmlns:r="http://schemas.openxmlformats.org/officeDocument/2006/relationships" xmlns:p="http://schemas.openxmlformats.org/presentationml/2006/main">
  <p:tag name="COLORSETCLASSNAME" val="ColorSet1"/>
  <p:tag name="COLORS" val="-2;-2;-2;-2;-1"/>
</p:tagLst>
</file>

<file path=ppt/tags/tag103.xml><?xml version="1.0" encoding="utf-8"?>
<p:tagLst xmlns:a="http://schemas.openxmlformats.org/drawingml/2006/main" xmlns:r="http://schemas.openxmlformats.org/officeDocument/2006/relationships" xmlns:p="http://schemas.openxmlformats.org/presentationml/2006/main">
  <p:tag name="COLORSETCLASSNAME" val="ColorSet1"/>
  <p:tag name="COLORS" val="HighlightColor2;Scheme1;Scheme2;Scheme1;-1"/>
</p:tagLst>
</file>

<file path=ppt/tags/tag104.xml><?xml version="1.0" encoding="utf-8"?>
<p:tagLst xmlns:a="http://schemas.openxmlformats.org/drawingml/2006/main" xmlns:r="http://schemas.openxmlformats.org/officeDocument/2006/relationships" xmlns:p="http://schemas.openxmlformats.org/presentationml/2006/main">
  <p:tag name="COLORSETCLASSNAME" val="ColorSet1"/>
  <p:tag name="COLORS" val="HighlightColor2;Scheme1;Scheme2;Scheme1;-1"/>
</p:tagLst>
</file>

<file path=ppt/tags/tag105.xml><?xml version="1.0" encoding="utf-8"?>
<p:tagLst xmlns:a="http://schemas.openxmlformats.org/drawingml/2006/main" xmlns:r="http://schemas.openxmlformats.org/officeDocument/2006/relationships" xmlns:p="http://schemas.openxmlformats.org/presentationml/2006/main">
  <p:tag name="COLORSETCLASSNAME" val="ColorSet1"/>
  <p:tag name="COLORS" val="Scheme5;Scheme1;Scheme2;Scheme1;-1"/>
</p:tagLst>
</file>

<file path=ppt/tags/tag106.xml><?xml version="1.0" encoding="utf-8"?>
<p:tagLst xmlns:a="http://schemas.openxmlformats.org/drawingml/2006/main" xmlns:r="http://schemas.openxmlformats.org/officeDocument/2006/relationships" xmlns:p="http://schemas.openxmlformats.org/presentationml/2006/main">
  <p:tag name="COLORSETCLASSNAME" val="ColorSet1"/>
  <p:tag name="COLORS" val="-2;-2;-2;-2;-1"/>
</p:tagLst>
</file>

<file path=ppt/tags/tag107.xml><?xml version="1.0" encoding="utf-8"?>
<p:tagLst xmlns:a="http://schemas.openxmlformats.org/drawingml/2006/main" xmlns:r="http://schemas.openxmlformats.org/officeDocument/2006/relationships" xmlns:p="http://schemas.openxmlformats.org/presentationml/2006/main">
  <p:tag name="COLORSETCLASSNAME" val="ColorSet1"/>
  <p:tag name="COLORS" val="HighlightColor2;Scheme1;Scheme2;Scheme1;-1"/>
</p:tagLst>
</file>

<file path=ppt/tags/tag108.xml><?xml version="1.0" encoding="utf-8"?>
<p:tagLst xmlns:a="http://schemas.openxmlformats.org/drawingml/2006/main" xmlns:r="http://schemas.openxmlformats.org/officeDocument/2006/relationships" xmlns:p="http://schemas.openxmlformats.org/presentationml/2006/main">
  <p:tag name="COLORSETCLASSNAME" val="ColorSet1"/>
  <p:tag name="COLORS" val="HighlightColor2;Scheme1;Scheme2;Scheme1;-1"/>
</p:tagLst>
</file>

<file path=ppt/tags/tag109.xml><?xml version="1.0" encoding="utf-8"?>
<p:tagLst xmlns:a="http://schemas.openxmlformats.org/drawingml/2006/main" xmlns:r="http://schemas.openxmlformats.org/officeDocument/2006/relationships" xmlns:p="http://schemas.openxmlformats.org/presentationml/2006/main">
  <p:tag name="ML_1" val="Phi"/>
  <p:tag name="FIELDS.INITIALIZED" val="1"/>
  <p:tag name="RECTANGLE 3_SHAPECLASSPROTECTIONTYPE" val="0"/>
  <p:tag name="RECTANGLE 2_SHAPECLASSPROTECTIONTYPE" val="0"/>
  <p:tag name="SHAPESETGROUPCLASSNAME" val="ShapeSetGroup2"/>
  <p:tag name="SHAPESETCLASSNAME" val="TITLETEXT"/>
  <p:tag name="COLORSETGROUPCLASSNAME" val="ColorSetGroupLight"/>
  <p:tag name="COLORSETCLASSNAME" val="ColorSet1"/>
  <p:tag name="FONTSETGROUPCLASSNAME" val="FontSetGroup2"/>
  <p:tag name="STYLESETGROUPCLASSNAME" val="StyleSetGroup1"/>
  <p:tag name="MAPNAME" val="Map1"/>
  <p:tag name="CFG.LAYOUT" val="Default"/>
  <p:tag name="MLI" val="1"/>
</p:tagLst>
</file>

<file path=ppt/tags/tag110.xml><?xml version="1.0" encoding="utf-8"?>
<p:tagLst xmlns:a="http://schemas.openxmlformats.org/drawingml/2006/main" xmlns:r="http://schemas.openxmlformats.org/officeDocument/2006/relationships" xmlns:p="http://schemas.openxmlformats.org/presentationml/2006/main">
  <p:tag name="FONT" val="SlideTitleFont"/>
  <p:tag name="FONTSETCLASSNAME" val="FontSet1"/>
  <p:tag name="COLORSETCLASSNAME" val="ColorSet1"/>
  <p:tag name="MLI" val="1"/>
  <p:tag name="SHAPESETGROUPCLASSNAME" val="ShapeSetGroup2"/>
  <p:tag name="SHAPESETCLASSNAME" val="TITLETEXT"/>
  <p:tag name="COLORSETGROUPCLASSNAME" val="ColorSetGroupLight"/>
  <p:tag name="FONTSETGROUPCLASSNAME" val="FontSetGroup2"/>
  <p:tag name="SHAPECLASSNAME" val="TitleOnSlide"/>
  <p:tag name="SHAPECLASSPROTECTIONTYPE" val="0"/>
  <p:tag name="COLORS" val="-2;-2;-2;-2;SlideTextFontColor"/>
</p:tagLst>
</file>

<file path=ppt/tags/tag111.xml><?xml version="1.0" encoding="utf-8"?>
<p:tagLst xmlns:a="http://schemas.openxmlformats.org/drawingml/2006/main" xmlns:r="http://schemas.openxmlformats.org/officeDocument/2006/relationships" xmlns:p="http://schemas.openxmlformats.org/presentationml/2006/main">
  <p:tag name="COLORSETCLASSNAME" val="ColorSet1"/>
  <p:tag name="MLI" val="1"/>
  <p:tag name="SHAPESETGROUPCLASSNAME" val="ShapeSetGroup2"/>
  <p:tag name="SHAPESETCLASSNAME" val="TITLETEXT"/>
  <p:tag name="COLORSETGROUPCLASSNAME" val="ColorSetGroupLight"/>
  <p:tag name="FONTSETGROUPCLASSNAME" val="FontSetGroup2"/>
  <p:tag name="SHAPECLASSNAME" val="LargeTextBox"/>
  <p:tag name="SHAPECLASSPROTECTIONTYPE" val="0"/>
  <p:tag name="COLORS" val="-2;-2;-2;-2;SlideTextFontColor"/>
</p:tagLst>
</file>

<file path=ppt/tags/tag112.xml><?xml version="1.0" encoding="utf-8"?>
<p:tagLst xmlns:a="http://schemas.openxmlformats.org/drawingml/2006/main" xmlns:r="http://schemas.openxmlformats.org/officeDocument/2006/relationships" xmlns:p="http://schemas.openxmlformats.org/presentationml/2006/main">
  <p:tag name="COLORSETCLASSNAME" val="ColorSet1"/>
  <p:tag name="COLORS" val="-2;-2;HighlightColor2;Scheme1;-1"/>
</p:tagLst>
</file>

<file path=ppt/tags/tag113.xml><?xml version="1.0" encoding="utf-8"?>
<p:tagLst xmlns:a="http://schemas.openxmlformats.org/drawingml/2006/main" xmlns:r="http://schemas.openxmlformats.org/officeDocument/2006/relationships" xmlns:p="http://schemas.openxmlformats.org/presentationml/2006/main">
  <p:tag name="COLORSETCLASSNAME" val="ColorSet1"/>
  <p:tag name="COLORS" val="Scheme5;Scheme1;Scheme2;Scheme1;-1"/>
</p:tagLst>
</file>

<file path=ppt/tags/tag114.xml><?xml version="1.0" encoding="utf-8"?>
<p:tagLst xmlns:a="http://schemas.openxmlformats.org/drawingml/2006/main" xmlns:r="http://schemas.openxmlformats.org/officeDocument/2006/relationships" xmlns:p="http://schemas.openxmlformats.org/presentationml/2006/main">
  <p:tag name="ML_1" val="Phi"/>
  <p:tag name="FIELDS.INITIALIZED" val="1"/>
  <p:tag name="RECTANGLE 3_SHAPECLASSPROTECTIONTYPE" val="0"/>
  <p:tag name="RECTANGLE 2_SHAPECLASSPROTECTIONTYPE" val="0"/>
  <p:tag name="SHAPESETGROUPCLASSNAME" val="ShapeSetGroup2"/>
  <p:tag name="SHAPESETCLASSNAME" val="TITLETEXT"/>
  <p:tag name="COLORSETGROUPCLASSNAME" val="ColorSetGroupLight"/>
  <p:tag name="COLORSETCLASSNAME" val="ColorSet1"/>
  <p:tag name="FONTSETGROUPCLASSNAME" val="FontSetGroup2"/>
  <p:tag name="STYLESETGROUPCLASSNAME" val="StyleSetGroup1"/>
  <p:tag name="MAPNAME" val="Map1"/>
  <p:tag name="CFG.LAYOUT" val="Default"/>
  <p:tag name="MLI" val="1"/>
</p:tagLst>
</file>

<file path=ppt/tags/tag115.xml><?xml version="1.0" encoding="utf-8"?>
<p:tagLst xmlns:a="http://schemas.openxmlformats.org/drawingml/2006/main" xmlns:r="http://schemas.openxmlformats.org/officeDocument/2006/relationships" xmlns:p="http://schemas.openxmlformats.org/presentationml/2006/main">
  <p:tag name="FONT" val="SlideTitleFont"/>
  <p:tag name="FONTSETCLASSNAME" val="FontSet1"/>
  <p:tag name="COLORSETCLASSNAME" val="ColorSet1"/>
  <p:tag name="MLI" val="1"/>
  <p:tag name="SHAPESETGROUPCLASSNAME" val="ShapeSetGroup2"/>
  <p:tag name="SHAPESETCLASSNAME" val="TITLETEXT"/>
  <p:tag name="COLORSETGROUPCLASSNAME" val="ColorSetGroupLight"/>
  <p:tag name="FONTSETGROUPCLASSNAME" val="FontSetGroup2"/>
  <p:tag name="SHAPECLASSNAME" val="TitleOnSlide"/>
  <p:tag name="SHAPECLASSPROTECTIONTYPE" val="0"/>
  <p:tag name="COLORS" val="-2;-2;-2;-2;SlideTextFontColor"/>
</p:tagLst>
</file>

<file path=ppt/tags/tag116.xml><?xml version="1.0" encoding="utf-8"?>
<p:tagLst xmlns:a="http://schemas.openxmlformats.org/drawingml/2006/main" xmlns:r="http://schemas.openxmlformats.org/officeDocument/2006/relationships" xmlns:p="http://schemas.openxmlformats.org/presentationml/2006/main">
  <p:tag name="COLORSETCLASSNAME" val="ColorSet1"/>
  <p:tag name="MLI" val="1"/>
  <p:tag name="SHAPESETGROUPCLASSNAME" val="ShapeSetGroup2"/>
  <p:tag name="SHAPESETCLASSNAME" val="TITLETEXT"/>
  <p:tag name="COLORSETGROUPCLASSNAME" val="ColorSetGroupLight"/>
  <p:tag name="FONTSETGROUPCLASSNAME" val="FontSetGroup2"/>
  <p:tag name="SHAPECLASSNAME" val="LargeTextBox"/>
  <p:tag name="SHAPECLASSPROTECTIONTYPE" val="0"/>
  <p:tag name="COLORS" val="-2;-2;-2;-2;SlideTextFontColor"/>
</p:tagLst>
</file>

<file path=ppt/tags/tag117.xml><?xml version="1.0" encoding="utf-8"?>
<p:tagLst xmlns:a="http://schemas.openxmlformats.org/drawingml/2006/main" xmlns:r="http://schemas.openxmlformats.org/officeDocument/2006/relationships" xmlns:p="http://schemas.openxmlformats.org/presentationml/2006/main">
  <p:tag name="COLORSETCLASSNAME" val="ColorSet1"/>
  <p:tag name="COLORS" val="-2;-2;HighlightColor2;Scheme1;-1"/>
</p:tagLst>
</file>

<file path=ppt/tags/tag118.xml><?xml version="1.0" encoding="utf-8"?>
<p:tagLst xmlns:a="http://schemas.openxmlformats.org/drawingml/2006/main" xmlns:r="http://schemas.openxmlformats.org/officeDocument/2006/relationships" xmlns:p="http://schemas.openxmlformats.org/presentationml/2006/main">
  <p:tag name="COLORSETCLASSNAME" val="ColorSet1"/>
  <p:tag name="COLORS" val="Scheme5;Scheme1;Scheme2;Scheme1;-1"/>
</p:tagLst>
</file>

<file path=ppt/tags/tag119.xml><?xml version="1.0" encoding="utf-8"?>
<p:tagLst xmlns:a="http://schemas.openxmlformats.org/drawingml/2006/main" xmlns:r="http://schemas.openxmlformats.org/officeDocument/2006/relationships" xmlns:p="http://schemas.openxmlformats.org/presentationml/2006/main">
  <p:tag name="ML_1" val="Phi"/>
  <p:tag name="FIELDS.INITIALIZED" val="1"/>
  <p:tag name="RECTANGLE 3_SHAPECLASSPROTECTIONTYPE" val="0"/>
  <p:tag name="RECTANGLE 2_SHAPECLASSPROTECTIONTYPE" val="0"/>
  <p:tag name="SHAPESETGROUPCLASSNAME" val="ShapeSetGroup2"/>
  <p:tag name="SHAPESETCLASSNAME" val="TITLETEXT"/>
  <p:tag name="COLORSETGROUPCLASSNAME" val="ColorSetGroupLight"/>
  <p:tag name="COLORSETCLASSNAME" val="ColorSet1"/>
  <p:tag name="FONTSETGROUPCLASSNAME" val="FontSetGroup2"/>
  <p:tag name="STYLESETGROUPCLASSNAME" val="StyleSetGroup1"/>
  <p:tag name="MAPNAME" val="Map1"/>
  <p:tag name="CFG.LAYOUT" val="Default"/>
  <p:tag name="MLI" val="1"/>
</p:tagLst>
</file>

<file path=ppt/tags/tag120.xml><?xml version="1.0" encoding="utf-8"?>
<p:tagLst xmlns:a="http://schemas.openxmlformats.org/drawingml/2006/main" xmlns:r="http://schemas.openxmlformats.org/officeDocument/2006/relationships" xmlns:p="http://schemas.openxmlformats.org/presentationml/2006/main">
  <p:tag name="FONT" val="SlideTitleFont"/>
  <p:tag name="FONTSETCLASSNAME" val="FontSet1"/>
  <p:tag name="COLORSETCLASSNAME" val="ColorSet1"/>
  <p:tag name="MLI" val="1"/>
  <p:tag name="SHAPESETGROUPCLASSNAME" val="ShapeSetGroup2"/>
  <p:tag name="SHAPESETCLASSNAME" val="TITLETEXT"/>
  <p:tag name="COLORSETGROUPCLASSNAME" val="ColorSetGroupLight"/>
  <p:tag name="FONTSETGROUPCLASSNAME" val="FontSetGroup2"/>
  <p:tag name="SHAPECLASSNAME" val="TitleOnSlide"/>
  <p:tag name="SHAPECLASSPROTECTIONTYPE" val="0"/>
  <p:tag name="COLORS" val="-2;-2;-2;-2;SlideTextFontColor"/>
</p:tagLst>
</file>

<file path=ppt/tags/tag121.xml><?xml version="1.0" encoding="utf-8"?>
<p:tagLst xmlns:a="http://schemas.openxmlformats.org/drawingml/2006/main" xmlns:r="http://schemas.openxmlformats.org/officeDocument/2006/relationships" xmlns:p="http://schemas.openxmlformats.org/presentationml/2006/main">
  <p:tag name="COLORSETCLASSNAME" val="ColorSet1"/>
  <p:tag name="MLI" val="1"/>
  <p:tag name="SHAPESETGROUPCLASSNAME" val="ShapeSetGroup2"/>
  <p:tag name="SHAPESETCLASSNAME" val="TITLETEXT"/>
  <p:tag name="COLORSETGROUPCLASSNAME" val="ColorSetGroupLight"/>
  <p:tag name="FONTSETGROUPCLASSNAME" val="FontSetGroup2"/>
  <p:tag name="SHAPECLASSNAME" val="LargeTextBox"/>
  <p:tag name="SHAPECLASSPROTECTIONTYPE" val="0"/>
  <p:tag name="COLORS" val="-2;-2;-2;-2;SlideTextFontColor"/>
</p:tagLst>
</file>

<file path=ppt/tags/tag122.xml><?xml version="1.0" encoding="utf-8"?>
<p:tagLst xmlns:a="http://schemas.openxmlformats.org/drawingml/2006/main" xmlns:r="http://schemas.openxmlformats.org/officeDocument/2006/relationships" xmlns:p="http://schemas.openxmlformats.org/presentationml/2006/main">
  <p:tag name="COLORSETCLASSNAME" val="ColorSet1"/>
  <p:tag name="COLORS" val="Scheme5;Scheme1;Scheme2;Scheme1;-1"/>
</p:tagLst>
</file>

<file path=ppt/tags/tag123.xml><?xml version="1.0" encoding="utf-8"?>
<p:tagLst xmlns:a="http://schemas.openxmlformats.org/drawingml/2006/main" xmlns:r="http://schemas.openxmlformats.org/officeDocument/2006/relationships" xmlns:p="http://schemas.openxmlformats.org/presentationml/2006/main">
  <p:tag name="COLORSETCLASSNAME" val="ColorSet1"/>
  <p:tag name="COLORS" val="-2;-2;-2;-2;-1"/>
</p:tagLst>
</file>

<file path=ppt/tags/tag124.xml><?xml version="1.0" encoding="utf-8"?>
<p:tagLst xmlns:a="http://schemas.openxmlformats.org/drawingml/2006/main" xmlns:r="http://schemas.openxmlformats.org/officeDocument/2006/relationships" xmlns:p="http://schemas.openxmlformats.org/presentationml/2006/main">
  <p:tag name="COLORSETCLASSNAME" val="ColorSet1"/>
  <p:tag name="COLORS" val="HighlightColor2;Scheme1;Scheme2;Scheme1;-1"/>
</p:tagLst>
</file>

<file path=ppt/tags/tag125.xml><?xml version="1.0" encoding="utf-8"?>
<p:tagLst xmlns:a="http://schemas.openxmlformats.org/drawingml/2006/main" xmlns:r="http://schemas.openxmlformats.org/officeDocument/2006/relationships" xmlns:p="http://schemas.openxmlformats.org/presentationml/2006/main">
  <p:tag name="COLORSETCLASSNAME" val="ColorSet1"/>
  <p:tag name="COLORS" val="HighlightColor2;Scheme1;Scheme2;Scheme1;-1"/>
</p:tagLst>
</file>

<file path=ppt/tags/tag126.xml><?xml version="1.0" encoding="utf-8"?>
<p:tagLst xmlns:a="http://schemas.openxmlformats.org/drawingml/2006/main" xmlns:r="http://schemas.openxmlformats.org/officeDocument/2006/relationships" xmlns:p="http://schemas.openxmlformats.org/presentationml/2006/main">
  <p:tag name="COLORSETCLASSNAME" val="ColorSet1"/>
  <p:tag name="COLORS" val="-2;-2;-2;-2;-1"/>
</p:tagLst>
</file>

<file path=ppt/tags/tag127.xml><?xml version="1.0" encoding="utf-8"?>
<p:tagLst xmlns:a="http://schemas.openxmlformats.org/drawingml/2006/main" xmlns:r="http://schemas.openxmlformats.org/officeDocument/2006/relationships" xmlns:p="http://schemas.openxmlformats.org/presentationml/2006/main">
  <p:tag name="COLORSETCLASSNAME" val="ColorSet1"/>
  <p:tag name="COLORS" val="HighlightColor2;Scheme1;Scheme2;Scheme1;-1"/>
</p:tagLst>
</file>

<file path=ppt/tags/tag128.xml><?xml version="1.0" encoding="utf-8"?>
<p:tagLst xmlns:a="http://schemas.openxmlformats.org/drawingml/2006/main" xmlns:r="http://schemas.openxmlformats.org/officeDocument/2006/relationships" xmlns:p="http://schemas.openxmlformats.org/presentationml/2006/main">
  <p:tag name="COLORSETCLASSNAME" val="ColorSet1"/>
  <p:tag name="COLORS" val="HighlightColor2;Scheme1;Scheme2;Scheme1;-1"/>
</p:tagLst>
</file>

<file path=ppt/tags/tag129.xml><?xml version="1.0" encoding="utf-8"?>
<p:tagLst xmlns:a="http://schemas.openxmlformats.org/drawingml/2006/main" xmlns:r="http://schemas.openxmlformats.org/officeDocument/2006/relationships" xmlns:p="http://schemas.openxmlformats.org/presentationml/2006/main">
  <p:tag name="ML_1" val="Phi"/>
  <p:tag name="FIELDS.INITIALIZED" val="1"/>
  <p:tag name="RECTANGLE 3_SHAPECLASSPROTECTIONTYPE" val="0"/>
  <p:tag name="RECTANGLE 2_SHAPECLASSPROTECTIONTYPE" val="0"/>
  <p:tag name="SHAPESETGROUPCLASSNAME" val="ShapeSetGroup2"/>
  <p:tag name="SHAPESETCLASSNAME" val="TITLETEXT"/>
  <p:tag name="COLORSETGROUPCLASSNAME" val="ColorSetGroupLight"/>
  <p:tag name="COLORSETCLASSNAME" val="ColorSet1"/>
  <p:tag name="FONTSETGROUPCLASSNAME" val="FontSetGroup2"/>
  <p:tag name="STYLESETGROUPCLASSNAME" val="StyleSetGroup1"/>
  <p:tag name="MAPNAME" val="Map1"/>
  <p:tag name="CFG.LAYOUT" val="Default"/>
  <p:tag name="MLI" val="1"/>
  <p:tag name="RECTANGLE 8_SHAPECLASSPROTECTIONTYPE" val="0"/>
</p:tagLst>
</file>

<file path=ppt/tags/tag130.xml><?xml version="1.0" encoding="utf-8"?>
<p:tagLst xmlns:a="http://schemas.openxmlformats.org/drawingml/2006/main" xmlns:r="http://schemas.openxmlformats.org/officeDocument/2006/relationships" xmlns:p="http://schemas.openxmlformats.org/presentationml/2006/main">
  <p:tag name="COLORSETCLASSNAME" val="ColorSet1"/>
  <p:tag name="COLORS" val="-2;-2;-2;-2;-1"/>
</p:tagLst>
</file>

<file path=ppt/tags/tag131.xml><?xml version="1.0" encoding="utf-8"?>
<p:tagLst xmlns:a="http://schemas.openxmlformats.org/drawingml/2006/main" xmlns:r="http://schemas.openxmlformats.org/officeDocument/2006/relationships" xmlns:p="http://schemas.openxmlformats.org/presentationml/2006/main">
  <p:tag name="FONT" val="SlideTitleFont"/>
  <p:tag name="FONTSETCLASSNAME" val="FontSet1"/>
  <p:tag name="COLORSETCLASSNAME" val="ColorSet1"/>
  <p:tag name="MLI" val="1"/>
  <p:tag name="SHAPESETGROUPCLASSNAME" val="ShapeSetGroup2"/>
  <p:tag name="SHAPESETCLASSNAME" val="TITLETEXT"/>
  <p:tag name="COLORSETGROUPCLASSNAME" val="ColorSetGroupLight"/>
  <p:tag name="FONTSETGROUPCLASSNAME" val="FontSetGroup2"/>
  <p:tag name="SHAPECLASSNAME" val="TitleOnSlide"/>
  <p:tag name="SHAPECLASSPROTECTIONTYPE" val="0"/>
  <p:tag name="COLORS" val="-2;-2;-2;-2;SlideTextFontColor"/>
</p:tagLst>
</file>

<file path=ppt/tags/tag132.xml><?xml version="1.0" encoding="utf-8"?>
<p:tagLst xmlns:a="http://schemas.openxmlformats.org/drawingml/2006/main" xmlns:r="http://schemas.openxmlformats.org/officeDocument/2006/relationships" xmlns:p="http://schemas.openxmlformats.org/presentationml/2006/main">
  <p:tag name="COLORSETCLASSNAME" val="ColorSet1"/>
  <p:tag name="COLORS" val="Scheme5;Scheme1;Scheme2;Scheme1;-1"/>
</p:tagLst>
</file>

<file path=ppt/tags/tag133.xml><?xml version="1.0" encoding="utf-8"?>
<p:tagLst xmlns:a="http://schemas.openxmlformats.org/drawingml/2006/main" xmlns:r="http://schemas.openxmlformats.org/officeDocument/2006/relationships" xmlns:p="http://schemas.openxmlformats.org/presentationml/2006/main">
  <p:tag name="COLORSETCLASSNAME" val="ColorSet1"/>
  <p:tag name="COLORS" val="-2;-2;HighlightColor2;Scheme1;-1"/>
</p:tagLst>
</file>

<file path=ppt/tags/tag134.xml><?xml version="1.0" encoding="utf-8"?>
<p:tagLst xmlns:a="http://schemas.openxmlformats.org/drawingml/2006/main" xmlns:r="http://schemas.openxmlformats.org/officeDocument/2006/relationships" xmlns:p="http://schemas.openxmlformats.org/presentationml/2006/main">
  <p:tag name="COLORSETCLASSNAME" val="ColorSet1"/>
  <p:tag name="COLORS" val="-2;-2;-2;-2;-1"/>
</p:tagLst>
</file>

<file path=ppt/tags/tag135.xml><?xml version="1.0" encoding="utf-8"?>
<p:tagLst xmlns:a="http://schemas.openxmlformats.org/drawingml/2006/main" xmlns:r="http://schemas.openxmlformats.org/officeDocument/2006/relationships" xmlns:p="http://schemas.openxmlformats.org/presentationml/2006/main">
  <p:tag name="COLORSETCLASSNAME" val="ColorSet1"/>
  <p:tag name="MLI" val="1"/>
  <p:tag name="SHAPESETGROUPCLASSNAME" val="ShapeSetGroup2"/>
  <p:tag name="SHAPESETCLASSNAME" val="TITLETEXT"/>
  <p:tag name="COLORSETGROUPCLASSNAME" val="ColorSetGroupLight"/>
  <p:tag name="FONTSETGROUPCLASSNAME" val="FontSetGroup2"/>
  <p:tag name="SHAPECLASSNAME" val="LargeTextBox"/>
  <p:tag name="SHAPECLASSPROTECTIONTYPE" val="0"/>
  <p:tag name="COLORS" val="-2;-2;-2;-2;SlideTextFontColor"/>
</p:tagLst>
</file>

<file path=ppt/tags/tag136.xml><?xml version="1.0" encoding="utf-8"?>
<p:tagLst xmlns:a="http://schemas.openxmlformats.org/drawingml/2006/main" xmlns:r="http://schemas.openxmlformats.org/officeDocument/2006/relationships" xmlns:p="http://schemas.openxmlformats.org/presentationml/2006/main">
  <p:tag name="ML_1" val="Phi"/>
  <p:tag name="FIELDS.INITIALIZED" val="1"/>
  <p:tag name="RECTANGLE 3_SHAPECLASSPROTECTIONTYPE" val="0"/>
  <p:tag name="RECTANGLE 2_SHAPECLASSPROTECTIONTYPE" val="0"/>
  <p:tag name="SHAPESETGROUPCLASSNAME" val="ShapeSetGroup2"/>
  <p:tag name="SHAPESETCLASSNAME" val="TITLETEXT"/>
  <p:tag name="COLORSETGROUPCLASSNAME" val="ColorSetGroupLight"/>
  <p:tag name="COLORSETCLASSNAME" val="ColorSet1"/>
  <p:tag name="FONTSETGROUPCLASSNAME" val="FontSetGroup2"/>
  <p:tag name="STYLESETGROUPCLASSNAME" val="StyleSetGroup1"/>
  <p:tag name="MAPNAME" val="Map1"/>
  <p:tag name="CFG.LAYOUT" val="Default"/>
  <p:tag name="MLI" val="1"/>
  <p:tag name="RECTANGLE 8_SHAPECLASSPROTECTIONTYPE" val="0"/>
</p:tagLst>
</file>

<file path=ppt/tags/tag137.xml><?xml version="1.0" encoding="utf-8"?>
<p:tagLst xmlns:a="http://schemas.openxmlformats.org/drawingml/2006/main" xmlns:r="http://schemas.openxmlformats.org/officeDocument/2006/relationships" xmlns:p="http://schemas.openxmlformats.org/presentationml/2006/main">
  <p:tag name="FONT" val="SlideTitleFont"/>
  <p:tag name="FONTSETCLASSNAME" val="FontSet1"/>
  <p:tag name="COLORSETCLASSNAME" val="ColorSet1"/>
  <p:tag name="MLI" val="1"/>
  <p:tag name="SHAPESETGROUPCLASSNAME" val="ShapeSetGroup2"/>
  <p:tag name="SHAPESETCLASSNAME" val="TITLETEXT"/>
  <p:tag name="COLORSETGROUPCLASSNAME" val="ColorSetGroupLight"/>
  <p:tag name="FONTSETGROUPCLASSNAME" val="FontSetGroup2"/>
  <p:tag name="SHAPECLASSNAME" val="TitleOnSlide"/>
  <p:tag name="SHAPECLASSPROTECTIONTYPE" val="0"/>
  <p:tag name="COLORS" val="-2;-2;-2;-2;SlideTextFontColor"/>
</p:tagLst>
</file>

<file path=ppt/tags/tag138.xml><?xml version="1.0" encoding="utf-8"?>
<p:tagLst xmlns:a="http://schemas.openxmlformats.org/drawingml/2006/main" xmlns:r="http://schemas.openxmlformats.org/officeDocument/2006/relationships" xmlns:p="http://schemas.openxmlformats.org/presentationml/2006/main">
  <p:tag name="COLORSETCLASSNAME" val="ColorSet1"/>
  <p:tag name="COLORS" val="Scheme5;Scheme1;Scheme2;Scheme1;-1"/>
</p:tagLst>
</file>

<file path=ppt/tags/tag139.xml><?xml version="1.0" encoding="utf-8"?>
<p:tagLst xmlns:a="http://schemas.openxmlformats.org/drawingml/2006/main" xmlns:r="http://schemas.openxmlformats.org/officeDocument/2006/relationships" xmlns:p="http://schemas.openxmlformats.org/presentationml/2006/main">
  <p:tag name="COLORSETCLASSNAME" val="ColorSet1"/>
  <p:tag name="MLI" val="1"/>
  <p:tag name="SHAPESETGROUPCLASSNAME" val="ShapeSetGroup2"/>
  <p:tag name="SHAPESETCLASSNAME" val="TITLETEXT"/>
  <p:tag name="COLORSETGROUPCLASSNAME" val="ColorSetGroupLight"/>
  <p:tag name="FONTSETGROUPCLASSNAME" val="FontSetGroup2"/>
  <p:tag name="SHAPECLASSNAME" val="LargeTextBox"/>
  <p:tag name="SHAPECLASSPROTECTIONTYPE" val="0"/>
  <p:tag name="COLORS" val="-2;-2;-2;-2;SlideTextFontColor"/>
</p:tagLst>
</file>

<file path=ppt/tags/tag140.xml><?xml version="1.0" encoding="utf-8"?>
<p:tagLst xmlns:a="http://schemas.openxmlformats.org/drawingml/2006/main" xmlns:r="http://schemas.openxmlformats.org/officeDocument/2006/relationships" xmlns:p="http://schemas.openxmlformats.org/presentationml/2006/main">
  <p:tag name="COLORSETCLASSNAME" val="ColorSet1"/>
  <p:tag name="COLORS" val="HighlightColor2;Scheme1;Scheme2;Scheme1;-1"/>
</p:tagLst>
</file>

<file path=ppt/tags/tag141.xml><?xml version="1.0" encoding="utf-8"?>
<p:tagLst xmlns:a="http://schemas.openxmlformats.org/drawingml/2006/main" xmlns:r="http://schemas.openxmlformats.org/officeDocument/2006/relationships" xmlns:p="http://schemas.openxmlformats.org/presentationml/2006/main">
  <p:tag name="COLORSETCLASSNAME" val="ColorSet1"/>
  <p:tag name="COLORS" val="HighlightColor2;Scheme1;Scheme2;Scheme1;-1"/>
</p:tagLst>
</file>

<file path=ppt/tags/tag142.xml><?xml version="1.0" encoding="utf-8"?>
<p:tagLst xmlns:a="http://schemas.openxmlformats.org/drawingml/2006/main" xmlns:r="http://schemas.openxmlformats.org/officeDocument/2006/relationships" xmlns:p="http://schemas.openxmlformats.org/presentationml/2006/main">
  <p:tag name="COLORSETCLASSNAME" val="ColorSet1"/>
  <p:tag name="COLORS" val="HighlightColor2;Scheme1;Scheme2;Scheme1;-1"/>
</p:tagLst>
</file>

<file path=ppt/tags/tag143.xml><?xml version="1.0" encoding="utf-8"?>
<p:tagLst xmlns:a="http://schemas.openxmlformats.org/drawingml/2006/main" xmlns:r="http://schemas.openxmlformats.org/officeDocument/2006/relationships" xmlns:p="http://schemas.openxmlformats.org/presentationml/2006/main">
  <p:tag name="COLORSETCLASSNAME" val="ColorSet1"/>
  <p:tag name="COLORS" val="HighlightColor2;Scheme1;Scheme2;Scheme1;-1"/>
</p:tagLst>
</file>

<file path=ppt/tags/tag144.xml><?xml version="1.0" encoding="utf-8"?>
<p:tagLst xmlns:a="http://schemas.openxmlformats.org/drawingml/2006/main" xmlns:r="http://schemas.openxmlformats.org/officeDocument/2006/relationships" xmlns:p="http://schemas.openxmlformats.org/presentationml/2006/main">
  <p:tag name="COLORSETCLASSNAME" val="ColorSet1"/>
  <p:tag name="COLORS" val="-2;-2;HighlightColor2;Scheme1;-1"/>
</p:tagLst>
</file>

<file path=ppt/tags/tag145.xml><?xml version="1.0" encoding="utf-8"?>
<p:tagLst xmlns:a="http://schemas.openxmlformats.org/drawingml/2006/main" xmlns:r="http://schemas.openxmlformats.org/officeDocument/2006/relationships" xmlns:p="http://schemas.openxmlformats.org/presentationml/2006/main">
  <p:tag name="ML_1" val="Phi"/>
  <p:tag name="FIELDS.INITIALIZED" val="1"/>
  <p:tag name="RECTANGLE 3_SHAPECLASSPROTECTIONTYPE" val="0"/>
  <p:tag name="RECTANGLE 2_SHAPECLASSPROTECTIONTYPE" val="0"/>
  <p:tag name="SHAPESETGROUPCLASSNAME" val="ShapeSetGroup2"/>
  <p:tag name="SHAPESETCLASSNAME" val="TITLETEXT"/>
  <p:tag name="COLORSETGROUPCLASSNAME" val="ColorSetGroupLight"/>
  <p:tag name="COLORSETCLASSNAME" val="ColorSet1"/>
  <p:tag name="FONTSETGROUPCLASSNAME" val="FontSetGroup2"/>
  <p:tag name="STYLESETGROUPCLASSNAME" val="StyleSetGroup1"/>
  <p:tag name="MAPNAME" val="Map1"/>
  <p:tag name="CFG.LAYOUT" val="Default"/>
  <p:tag name="MLI" val="1"/>
</p:tagLst>
</file>

<file path=ppt/tags/tag146.xml><?xml version="1.0" encoding="utf-8"?>
<p:tagLst xmlns:a="http://schemas.openxmlformats.org/drawingml/2006/main" xmlns:r="http://schemas.openxmlformats.org/officeDocument/2006/relationships" xmlns:p="http://schemas.openxmlformats.org/presentationml/2006/main">
  <p:tag name="COLORSETCLASSNAME" val="ColorSet1"/>
  <p:tag name="COLORS" val="-2;-2;-2;-2;-1"/>
</p:tagLst>
</file>

<file path=ppt/tags/tag147.xml><?xml version="1.0" encoding="utf-8"?>
<p:tagLst xmlns:a="http://schemas.openxmlformats.org/drawingml/2006/main" xmlns:r="http://schemas.openxmlformats.org/officeDocument/2006/relationships" xmlns:p="http://schemas.openxmlformats.org/presentationml/2006/main">
  <p:tag name="COLORSETCLASSNAME" val="ColorSet1"/>
  <p:tag name="MLI" val="1"/>
  <p:tag name="SHAPESETGROUPCLASSNAME" val="ShapeSetGroup2"/>
  <p:tag name="SHAPESETCLASSNAME" val="TITLETEXT"/>
  <p:tag name="COLORSETGROUPCLASSNAME" val="ColorSetGroupLight"/>
  <p:tag name="FONTSETGROUPCLASSNAME" val="FontSetGroup2"/>
  <p:tag name="SHAPECLASSNAME" val="LargeTextBox"/>
  <p:tag name="SHAPECLASSPROTECTIONTYPE" val="0"/>
  <p:tag name="COLORS" val="-2;-2;-2;-2;-3"/>
</p:tagLst>
</file>

<file path=ppt/tags/tag148.xml><?xml version="1.0" encoding="utf-8"?>
<p:tagLst xmlns:a="http://schemas.openxmlformats.org/drawingml/2006/main" xmlns:r="http://schemas.openxmlformats.org/officeDocument/2006/relationships" xmlns:p="http://schemas.openxmlformats.org/presentationml/2006/main">
  <p:tag name="COLORSETCLASSNAME" val="ColorSet1"/>
  <p:tag name="MLI" val="1"/>
  <p:tag name="SHAPESETGROUPCLASSNAME" val="ShapeSetGroup2"/>
  <p:tag name="COLORSETGROUPCLASSNAME" val="ColorSetGroupLight"/>
  <p:tag name="FONTSETGROUPCLASSNAME" val="FontSetGroup2"/>
  <p:tag name="SHAPECLASSPROTECTIONTYPE" val="0"/>
  <p:tag name="SHAPECLASSNAME" val="LeftColTextBox"/>
  <p:tag name="SHAPESETCLASSNAME" val="TITLETEXTTWOCONTENT"/>
  <p:tag name="COLORS" val="-2;-2;-2;-2;-3"/>
</p:tagLst>
</file>

<file path=ppt/tags/tag149.xml><?xml version="1.0" encoding="utf-8"?>
<p:tagLst xmlns:a="http://schemas.openxmlformats.org/drawingml/2006/main" xmlns:r="http://schemas.openxmlformats.org/officeDocument/2006/relationships" xmlns:p="http://schemas.openxmlformats.org/presentationml/2006/main">
  <p:tag name="COLORSETCLASSNAME" val="ColorSet1"/>
  <p:tag name="MLI" val="1"/>
  <p:tag name="SHAPESETGROUPCLASSNAME" val="ShapeSetGroup2"/>
  <p:tag name="SHAPESETCLASSNAME" val="TITLETEXTTWOCONTENT"/>
  <p:tag name="COLORSETGROUPCLASSNAME" val="ColorSetGroupLight"/>
  <p:tag name="FONTSETGROUPCLASSNAME" val="FontSetGroup2"/>
  <p:tag name="SHAPECLASSNAME" val="TopRightContent"/>
  <p:tag name="SHAPECLASSPROTECTIONTYPE" val="0"/>
  <p:tag name="COLORS" val="-2;-2;Scheme2;Scheme1;-1"/>
</p:tagLst>
</file>

<file path=ppt/tags/tag150.xml><?xml version="1.0" encoding="utf-8"?>
<p:tagLst xmlns:a="http://schemas.openxmlformats.org/drawingml/2006/main" xmlns:r="http://schemas.openxmlformats.org/officeDocument/2006/relationships" xmlns:p="http://schemas.openxmlformats.org/presentationml/2006/main">
  <p:tag name="COLORSETCLASSNAME" val="ColorSet1"/>
  <p:tag name="COLORS" val="-2;-2;-2;-2;-1"/>
</p:tagLst>
</file>

<file path=ppt/tags/tag151.xml><?xml version="1.0" encoding="utf-8"?>
<p:tagLst xmlns:a="http://schemas.openxmlformats.org/drawingml/2006/main" xmlns:r="http://schemas.openxmlformats.org/officeDocument/2006/relationships" xmlns:p="http://schemas.openxmlformats.org/presentationml/2006/main">
  <p:tag name="COLORSETCLASSNAME" val="ColorSet1"/>
  <p:tag name="MLI" val="1"/>
  <p:tag name="SHAPESETGROUPCLASSNAME" val="ShapeSetGroup2"/>
  <p:tag name="SHAPESETCLASSNAME" val="TITLETEXTCONTENT"/>
  <p:tag name="COLORSETGROUPCLASSNAME" val="ColorSetGroupLight"/>
  <p:tag name="FONTSETGROUPCLASSNAME" val="FontSetGroup2"/>
  <p:tag name="SHAPECLASSNAME" val="RightColContent"/>
  <p:tag name="SHAPECLASSPROTECTIONTYPE" val="0"/>
  <p:tag name="COLORS" val="-2;-2;Scheme2;Scheme1;-1"/>
</p:tagLst>
</file>

<file path=ppt/tags/tag152.xml><?xml version="1.0" encoding="utf-8"?>
<p:tagLst xmlns:a="http://schemas.openxmlformats.org/drawingml/2006/main" xmlns:r="http://schemas.openxmlformats.org/officeDocument/2006/relationships" xmlns:p="http://schemas.openxmlformats.org/presentationml/2006/main">
  <p:tag name="ML_1" val="Phi"/>
  <p:tag name="FIELDS.INITIALIZED" val="1"/>
  <p:tag name="RECTANGLE 3_SHAPECLASSPROTECTIONTYPE" val="0"/>
  <p:tag name="RECTANGLE 2_SHAPECLASSPROTECTIONTYPE" val="0"/>
  <p:tag name="SHAPESETGROUPCLASSNAME" val="ShapeSetGroup2"/>
  <p:tag name="SHAPESETCLASSNAME" val="TITLETEXT"/>
  <p:tag name="COLORSETGROUPCLASSNAME" val="ColorSetGroupLight"/>
  <p:tag name="COLORSETCLASSNAME" val="ColorSet1"/>
  <p:tag name="FONTSETGROUPCLASSNAME" val="FontSetGroup2"/>
  <p:tag name="STYLESETGROUPCLASSNAME" val="StyleSetGroup1"/>
  <p:tag name="MAPNAME" val="Map1"/>
  <p:tag name="CFG.LAYOUT" val="Default"/>
  <p:tag name="MLI" val="1"/>
</p:tagLst>
</file>

<file path=ppt/tags/tag153.xml><?xml version="1.0" encoding="utf-8"?>
<p:tagLst xmlns:a="http://schemas.openxmlformats.org/drawingml/2006/main" xmlns:r="http://schemas.openxmlformats.org/officeDocument/2006/relationships" xmlns:p="http://schemas.openxmlformats.org/presentationml/2006/main">
  <p:tag name="COLORSETCLASSNAME" val="ColorSet1"/>
  <p:tag name="COLORS" val="-2;-2;-2;-2;-1"/>
</p:tagLst>
</file>

<file path=ppt/tags/tag154.xml><?xml version="1.0" encoding="utf-8"?>
<p:tagLst xmlns:a="http://schemas.openxmlformats.org/drawingml/2006/main" xmlns:r="http://schemas.openxmlformats.org/officeDocument/2006/relationships" xmlns:p="http://schemas.openxmlformats.org/presentationml/2006/main">
  <p:tag name="COLORSETCLASSNAME" val="ColorSet1"/>
  <p:tag name="MLI" val="1"/>
  <p:tag name="SHAPESETGROUPCLASSNAME" val="ShapeSetGroup2"/>
  <p:tag name="SHAPESETCLASSNAME" val="TITLETEXT"/>
  <p:tag name="COLORSETGROUPCLASSNAME" val="ColorSetGroupLight"/>
  <p:tag name="FONTSETGROUPCLASSNAME" val="FontSetGroup2"/>
  <p:tag name="SHAPECLASSNAME" val="LargeTextBox"/>
  <p:tag name="SHAPECLASSPROTECTIONTYPE" val="0"/>
  <p:tag name="COLORS" val="-2;-2;-2;-2;-3"/>
</p:tagLst>
</file>

<file path=ppt/tags/tag155.xml><?xml version="1.0" encoding="utf-8"?>
<p:tagLst xmlns:a="http://schemas.openxmlformats.org/drawingml/2006/main" xmlns:r="http://schemas.openxmlformats.org/officeDocument/2006/relationships" xmlns:p="http://schemas.openxmlformats.org/presentationml/2006/main">
  <p:tag name="COLORSETCLASSNAME" val="ColorSet1"/>
  <p:tag name="MLI" val="1"/>
  <p:tag name="SHAPESETGROUPCLASSNAME" val="ShapeSetGroup2"/>
  <p:tag name="SHAPESETCLASSNAME" val="TITLETEXTTWOCONTENT"/>
  <p:tag name="COLORSETGROUPCLASSNAME" val="ColorSetGroupLight"/>
  <p:tag name="FONTSETGROUPCLASSNAME" val="FontSetGroup2"/>
  <p:tag name="SHAPECLASSNAME" val="TopRightContent"/>
  <p:tag name="SHAPECLASSPROTECTIONTYPE" val="0"/>
  <p:tag name="COLORS" val="-2;-2;Scheme2;Scheme1;-1"/>
</p:tagLst>
</file>

<file path=ppt/tags/tag156.xml><?xml version="1.0" encoding="utf-8"?>
<p:tagLst xmlns:a="http://schemas.openxmlformats.org/drawingml/2006/main" xmlns:r="http://schemas.openxmlformats.org/officeDocument/2006/relationships" xmlns:p="http://schemas.openxmlformats.org/presentationml/2006/main">
  <p:tag name="COLORSETCLASSNAME" val="ColorSet1"/>
  <p:tag name="COLORS" val="-2;-2;-2;-2;-1"/>
</p:tagLst>
</file>

<file path=ppt/tags/tag157.xml><?xml version="1.0" encoding="utf-8"?>
<p:tagLst xmlns:a="http://schemas.openxmlformats.org/drawingml/2006/main" xmlns:r="http://schemas.openxmlformats.org/officeDocument/2006/relationships" xmlns:p="http://schemas.openxmlformats.org/presentationml/2006/main">
  <p:tag name="COLORSETCLASSNAME" val="ColorSet1"/>
  <p:tag name="MLI" val="1"/>
  <p:tag name="SHAPESETGROUPCLASSNAME" val="ShapeSetGroup2"/>
  <p:tag name="COLORSETGROUPCLASSNAME" val="ColorSetGroupLight"/>
  <p:tag name="FONTSETGROUPCLASSNAME" val="FontSetGroup2"/>
  <p:tag name="SHAPECLASSPROTECTIONTYPE" val="0"/>
  <p:tag name="COLORS" val="-2;-2;-2;-2;SlideTextFontColor"/>
  <p:tag name="SHAPECLASSNAME" val="LeftColTextBox"/>
  <p:tag name="SHAPESETCLASSNAME" val="TITLETEXTTWOCONTENT"/>
</p:tagLst>
</file>

<file path=ppt/tags/tag158.xml><?xml version="1.0" encoding="utf-8"?>
<p:tagLst xmlns:a="http://schemas.openxmlformats.org/drawingml/2006/main" xmlns:r="http://schemas.openxmlformats.org/officeDocument/2006/relationships" xmlns:p="http://schemas.openxmlformats.org/presentationml/2006/main">
  <p:tag name="COLORSETCLASSNAME" val="ColorSet1"/>
  <p:tag name="MLI" val="1"/>
  <p:tag name="SHAPESETGROUPCLASSNAME" val="ShapeSetGroup2"/>
  <p:tag name="COLORSETGROUPCLASSNAME" val="ColorSetGroupLight"/>
  <p:tag name="FONTSETGROUPCLASSNAME" val="FontSetGroup2"/>
  <p:tag name="SHAPECLASSPROTECTIONTYPE" val="0"/>
  <p:tag name="SHAPESETCLASSNAME" val="TITLECONTENTTWOCONTENT"/>
  <p:tag name="SHAPECLASSNAME" val="LeftColContent"/>
  <p:tag name="COLORS" val="-2;-2;-2;-2;-1"/>
</p:tagLst>
</file>

<file path=ppt/tags/tag159.xml><?xml version="1.0" encoding="utf-8"?>
<p:tagLst xmlns:a="http://schemas.openxmlformats.org/drawingml/2006/main" xmlns:r="http://schemas.openxmlformats.org/officeDocument/2006/relationships" xmlns:p="http://schemas.openxmlformats.org/presentationml/2006/main">
  <p:tag name="COLORSETCLASSNAME" val="ColorSet1"/>
  <p:tag name="MLI" val="1"/>
  <p:tag name="SHAPESETGROUPCLASSNAME" val="ShapeSetGroup2"/>
  <p:tag name="COLORSETGROUPCLASSNAME" val="ColorSetGroupLight"/>
  <p:tag name="FONTSETGROUPCLASSNAME" val="FontSetGroup2"/>
  <p:tag name="SHAPECLASSPROTECTIONTYPE" val="0"/>
  <p:tag name="SHAPECLASSNAME" val="LeftColContent"/>
  <p:tag name="SHAPESETCLASSNAME" val="TITLECONTENTTWOCONTENT"/>
  <p:tag name="COLORS" val="-2;-2;-2;-2;-1"/>
</p:tagLst>
</file>

<file path=ppt/tags/tag160.xml><?xml version="1.0" encoding="utf-8"?>
<p:tagLst xmlns:a="http://schemas.openxmlformats.org/drawingml/2006/main" xmlns:r="http://schemas.openxmlformats.org/officeDocument/2006/relationships" xmlns:p="http://schemas.openxmlformats.org/presentationml/2006/main">
  <p:tag name="COLORSETCLASSNAME" val="ColorSet1"/>
  <p:tag name="COLORS" val="-1;Scheme1;-1;Scheme1;-1"/>
</p:tagLst>
</file>

<file path=ppt/tags/tag161.xml><?xml version="1.0" encoding="utf-8"?>
<p:tagLst xmlns:a="http://schemas.openxmlformats.org/drawingml/2006/main" xmlns:r="http://schemas.openxmlformats.org/officeDocument/2006/relationships" xmlns:p="http://schemas.openxmlformats.org/presentationml/2006/main">
  <p:tag name="COLORSETCLASSNAME" val="ColorSet1"/>
  <p:tag name="COLORS" val="-1;Scheme1;-1;Scheme1;-1"/>
</p:tagLst>
</file>

<file path=ppt/tags/tag162.xml><?xml version="1.0" encoding="utf-8"?>
<p:tagLst xmlns:a="http://schemas.openxmlformats.org/drawingml/2006/main" xmlns:r="http://schemas.openxmlformats.org/officeDocument/2006/relationships" xmlns:p="http://schemas.openxmlformats.org/presentationml/2006/main">
  <p:tag name="COLORSETCLASSNAME" val="ColorSet1"/>
  <p:tag name="COLORS" val="-1;Scheme1;-1;Scheme1;-1"/>
</p:tagLst>
</file>

<file path=ppt/tags/tag163.xml><?xml version="1.0" encoding="utf-8"?>
<p:tagLst xmlns:a="http://schemas.openxmlformats.org/drawingml/2006/main" xmlns:r="http://schemas.openxmlformats.org/officeDocument/2006/relationships" xmlns:p="http://schemas.openxmlformats.org/presentationml/2006/main">
  <p:tag name="COLORSETCLASSNAME" val="ColorSet1"/>
  <p:tag name="COLORS" val="-1;Scheme1;-1;Scheme1;-1"/>
</p:tagLst>
</file>

<file path=ppt/tags/tag164.xml><?xml version="1.0" encoding="utf-8"?>
<p:tagLst xmlns:a="http://schemas.openxmlformats.org/drawingml/2006/main" xmlns:r="http://schemas.openxmlformats.org/officeDocument/2006/relationships" xmlns:p="http://schemas.openxmlformats.org/presentationml/2006/main">
  <p:tag name="COLORSETCLASSNAME" val="ColorSet1"/>
  <p:tag name="COLORS" val="-1;Scheme1;-1;Scheme1;-1"/>
</p:tagLst>
</file>

<file path=ppt/tags/tag165.xml><?xml version="1.0" encoding="utf-8"?>
<p:tagLst xmlns:a="http://schemas.openxmlformats.org/drawingml/2006/main" xmlns:r="http://schemas.openxmlformats.org/officeDocument/2006/relationships" xmlns:p="http://schemas.openxmlformats.org/presentationml/2006/main">
  <p:tag name="COLORSETCLASSNAME" val="ColorSet1"/>
  <p:tag name="COLORS" val="-1;Scheme1;-1;Scheme1;-1"/>
</p:tagLst>
</file>

<file path=ppt/tags/tag166.xml><?xml version="1.0" encoding="utf-8"?>
<p:tagLst xmlns:a="http://schemas.openxmlformats.org/drawingml/2006/main" xmlns:r="http://schemas.openxmlformats.org/officeDocument/2006/relationships" xmlns:p="http://schemas.openxmlformats.org/presentationml/2006/main">
  <p:tag name="ML_1" val="Phi"/>
  <p:tag name="FIELDS.INITIALIZED" val="1"/>
  <p:tag name="RECTANGLE 3_SHAPECLASSPROTECTIONTYPE" val="0"/>
  <p:tag name="RECTANGLE 2_SHAPECLASSPROTECTIONTYPE" val="0"/>
  <p:tag name="SHAPESETGROUPCLASSNAME" val="ShapeSetGroup2"/>
  <p:tag name="COLORSETGROUPCLASSNAME" val="ColorSetGroupLight"/>
  <p:tag name="COLORSETCLASSNAME" val="ColorSet1"/>
  <p:tag name="FONTSETGROUPCLASSNAME" val="FontSetGroup2"/>
  <p:tag name="STYLESETGROUPCLASSNAME" val="StyleSetGroup1"/>
  <p:tag name="MAPNAME" val="Map1"/>
  <p:tag name="CFG.LAYOUT" val="Default"/>
  <p:tag name="MLI" val="1"/>
  <p:tag name="CONFIG" val="Default"/>
  <p:tag name="RECTANGLE 306_SHAPECLASSPROTECTIONTYPE" val="0"/>
  <p:tag name="OBJECT 408_SHAPECLASSPROTECTIONTYPE" val="0"/>
  <p:tag name="OBJECT 412_SHAPECLASSPROTECTIONTYPE" val="0"/>
  <p:tag name="SHAPESETCLASSNAME" val="TITLETEXTTWOCONTENT"/>
</p:tagLst>
</file>

<file path=ppt/tags/tag167.xml><?xml version="1.0" encoding="utf-8"?>
<p:tagLst xmlns:a="http://schemas.openxmlformats.org/drawingml/2006/main" xmlns:r="http://schemas.openxmlformats.org/officeDocument/2006/relationships" xmlns:p="http://schemas.openxmlformats.org/presentationml/2006/main">
  <p:tag name="COLORSETCLASSNAME" val="ColorSet1"/>
  <p:tag name="COLORS" val="-2;-2;-2;-2;-1"/>
</p:tagLst>
</file>

<file path=ppt/tags/tag168.xml><?xml version="1.0" encoding="utf-8"?>
<p:tagLst xmlns:a="http://schemas.openxmlformats.org/drawingml/2006/main" xmlns:r="http://schemas.openxmlformats.org/officeDocument/2006/relationships" xmlns:p="http://schemas.openxmlformats.org/presentationml/2006/main">
  <p:tag name="COLORSETCLASSNAME" val="ColorSet1"/>
  <p:tag name="MLI" val="1"/>
  <p:tag name="SHAPESETGROUPCLASSNAME" val="ShapeSetGroup2"/>
  <p:tag name="COLORSETGROUPCLASSNAME" val="ColorSetGroupLight"/>
  <p:tag name="FONTSETGROUPCLASSNAME" val="FontSetGroup2"/>
  <p:tag name="SHAPECLASSPROTECTIONTYPE" val="0"/>
  <p:tag name="COLORS" val="-2;-2;-2;-2;SlideTextFontColor"/>
  <p:tag name="SHAPECLASSNAME" val="LeftColTextBox"/>
  <p:tag name="SHAPESETCLASSNAME" val="TITLETEXTTWOCONTENT"/>
</p:tagLst>
</file>

<file path=ppt/tags/tag169.xml><?xml version="1.0" encoding="utf-8"?>
<p:tagLst xmlns:a="http://schemas.openxmlformats.org/drawingml/2006/main" xmlns:r="http://schemas.openxmlformats.org/officeDocument/2006/relationships" xmlns:p="http://schemas.openxmlformats.org/presentationml/2006/main">
  <p:tag name="COLORSETCLASSNAME" val="ColorSet1"/>
  <p:tag name="MLI" val="1"/>
  <p:tag name="SHAPESETGROUPCLASSNAME" val="ShapeSetGroup2"/>
  <p:tag name="SHAPESETCLASSNAME" val="TITLETEXTTWOCONTENT"/>
  <p:tag name="COLORSETGROUPCLASSNAME" val="ColorSetGroupLight"/>
  <p:tag name="FONTSETGROUPCLASSNAME" val="FontSetGroup2"/>
  <p:tag name="SHAPECLASSNAME" val="TopRightContent"/>
  <p:tag name="SHAPECLASSPROTECTIONTYPE" val="0"/>
  <p:tag name="COLORS" val="-2;-2;-2;-2;-1"/>
</p:tagLst>
</file>

<file path=ppt/tags/tag170.xml><?xml version="1.0" encoding="utf-8"?>
<p:tagLst xmlns:a="http://schemas.openxmlformats.org/drawingml/2006/main" xmlns:r="http://schemas.openxmlformats.org/officeDocument/2006/relationships" xmlns:p="http://schemas.openxmlformats.org/presentationml/2006/main">
  <p:tag name="COLORSETCLASSNAME" val="ColorSet1"/>
  <p:tag name="MLI" val="1"/>
  <p:tag name="SHAPESETGROUPCLASSNAME" val="ShapeSetGroup2"/>
  <p:tag name="COLORSETGROUPCLASSNAME" val="ColorSetGroupLight"/>
  <p:tag name="FONTSETGROUPCLASSNAME" val="FontSetGroup2"/>
  <p:tag name="SHAPECLASSPROTECTIONTYPE" val="0"/>
  <p:tag name="SHAPESETCLASSNAME" val="TITLECONTENTTWOCONTENT"/>
  <p:tag name="SHAPECLASSNAME" val="LeftColContent"/>
  <p:tag name="COLORS" val="-2;-2;-2;-2;-1"/>
</p:tagLst>
</file>

<file path=ppt/tags/tag171.xml><?xml version="1.0" encoding="utf-8"?>
<p:tagLst xmlns:a="http://schemas.openxmlformats.org/drawingml/2006/main" xmlns:r="http://schemas.openxmlformats.org/officeDocument/2006/relationships" xmlns:p="http://schemas.openxmlformats.org/presentationml/2006/main">
  <p:tag name="COLORSETCLASSNAME" val="ColorSet1"/>
  <p:tag name="MLI" val="1"/>
  <p:tag name="SHAPESETGROUPCLASSNAME" val="ShapeSetGroup2"/>
  <p:tag name="COLORSETGROUPCLASSNAME" val="ColorSetGroupLight"/>
  <p:tag name="FONTSETGROUPCLASSNAME" val="FontSetGroup2"/>
  <p:tag name="SHAPECLASSPROTECTIONTYPE" val="0"/>
  <p:tag name="SHAPECLASSNAME" val="LeftColContent"/>
  <p:tag name="SHAPESETCLASSNAME" val="TITLECONTENTTWOCONTENT"/>
  <p:tag name="COLORS" val="-2;-2;-2;-2;-1"/>
</p:tagLst>
</file>

<file path=ppt/tags/tag172.xml><?xml version="1.0" encoding="utf-8"?>
<p:tagLst xmlns:a="http://schemas.openxmlformats.org/drawingml/2006/main" xmlns:r="http://schemas.openxmlformats.org/officeDocument/2006/relationships" xmlns:p="http://schemas.openxmlformats.org/presentationml/2006/main">
  <p:tag name="COLORSETCLASSNAME" val="ColorSet1"/>
  <p:tag name="COLORS" val="-1;Scheme1;-1;Scheme1;-1"/>
</p:tagLst>
</file>

<file path=ppt/tags/tag173.xml><?xml version="1.0" encoding="utf-8"?>
<p:tagLst xmlns:a="http://schemas.openxmlformats.org/drawingml/2006/main" xmlns:r="http://schemas.openxmlformats.org/officeDocument/2006/relationships" xmlns:p="http://schemas.openxmlformats.org/presentationml/2006/main">
  <p:tag name="COLORSETCLASSNAME" val="ColorSet1"/>
  <p:tag name="COLORS" val="-1;Scheme1;-1;Scheme1;-1"/>
</p:tagLst>
</file>

<file path=ppt/tags/tag174.xml><?xml version="1.0" encoding="utf-8"?>
<p:tagLst xmlns:a="http://schemas.openxmlformats.org/drawingml/2006/main" xmlns:r="http://schemas.openxmlformats.org/officeDocument/2006/relationships" xmlns:p="http://schemas.openxmlformats.org/presentationml/2006/main">
  <p:tag name="COLORSETCLASSNAME" val="ColorSet1"/>
  <p:tag name="COLORS" val="-1;Scheme1;-1;Scheme1;-1"/>
</p:tagLst>
</file>

<file path=ppt/tags/tag175.xml><?xml version="1.0" encoding="utf-8"?>
<p:tagLst xmlns:a="http://schemas.openxmlformats.org/drawingml/2006/main" xmlns:r="http://schemas.openxmlformats.org/officeDocument/2006/relationships" xmlns:p="http://schemas.openxmlformats.org/presentationml/2006/main">
  <p:tag name="COLORSETCLASSNAME" val="ColorSet1"/>
  <p:tag name="COLORS" val="-1;Scheme1;-1;Scheme1;-1"/>
</p:tagLst>
</file>

<file path=ppt/tags/tag176.xml><?xml version="1.0" encoding="utf-8"?>
<p:tagLst xmlns:a="http://schemas.openxmlformats.org/drawingml/2006/main" xmlns:r="http://schemas.openxmlformats.org/officeDocument/2006/relationships" xmlns:p="http://schemas.openxmlformats.org/presentationml/2006/main">
  <p:tag name="COLORSETCLASSNAME" val="ColorSet1"/>
  <p:tag name="COLORS" val="-1;Scheme1;-1;Scheme1;-1"/>
</p:tagLst>
</file>

<file path=ppt/tags/tag177.xml><?xml version="1.0" encoding="utf-8"?>
<p:tagLst xmlns:a="http://schemas.openxmlformats.org/drawingml/2006/main" xmlns:r="http://schemas.openxmlformats.org/officeDocument/2006/relationships" xmlns:p="http://schemas.openxmlformats.org/presentationml/2006/main">
  <p:tag name="COLORSETCLASSNAME" val="ColorSet1"/>
  <p:tag name="COLORS" val="-1;Scheme1;-1;Scheme1;-1"/>
</p:tagLst>
</file>

<file path=ppt/tags/tag178.xml><?xml version="1.0" encoding="utf-8"?>
<p:tagLst xmlns:a="http://schemas.openxmlformats.org/drawingml/2006/main" xmlns:r="http://schemas.openxmlformats.org/officeDocument/2006/relationships" xmlns:p="http://schemas.openxmlformats.org/presentationml/2006/main">
  <p:tag name="COLORSETCLASSNAME" val="ColorSet1"/>
  <p:tag name="COLORS" val="-2;-2;HighlightColor2;Scheme1;-1"/>
</p:tagLst>
</file>

<file path=ppt/tags/tag179.xml><?xml version="1.0" encoding="utf-8"?>
<p:tagLst xmlns:a="http://schemas.openxmlformats.org/drawingml/2006/main" xmlns:r="http://schemas.openxmlformats.org/officeDocument/2006/relationships" xmlns:p="http://schemas.openxmlformats.org/presentationml/2006/main">
  <p:tag name="COLORSETCLASSNAME" val="ColorSet1"/>
  <p:tag name="MLI" val="1"/>
  <p:tag name="SHAPESETGROUPCLASSNAME" val="ShapeSetGroup2"/>
  <p:tag name="COLORSETGROUPCLASSNAME" val="ColorSetGroupLight"/>
  <p:tag name="FONTSETGROUPCLASSNAME" val="FontSetGroup2"/>
  <p:tag name="SHAPECLASSPROTECTIONTYPE" val="0"/>
  <p:tag name="COLORS" val="-2;-2;-2;-2;SlideTextFontColor"/>
  <p:tag name="SHAPECLASSNAME" val="LeftColTextBox"/>
  <p:tag name="SHAPESETCLASSNAME" val="TITLETEXTTWOCONTENT"/>
</p:tagLst>
</file>

<file path=ppt/tags/tag180.xml><?xml version="1.0" encoding="utf-8"?>
<p:tagLst xmlns:a="http://schemas.openxmlformats.org/drawingml/2006/main" xmlns:r="http://schemas.openxmlformats.org/officeDocument/2006/relationships" xmlns:p="http://schemas.openxmlformats.org/presentationml/2006/main">
  <p:tag name="ML_1" val="Phi"/>
  <p:tag name="FIELDS.INITIALIZED" val="1"/>
  <p:tag name="RECTANGLE 3_SHAPECLASSPROTECTIONTYPE" val="0"/>
  <p:tag name="RECTANGLE 2_SHAPECLASSPROTECTIONTYPE" val="0"/>
  <p:tag name="SHAPESETGROUPCLASSNAME" val="ShapeSetGroup2"/>
  <p:tag name="COLORSETGROUPCLASSNAME" val="ColorSetGroupLight"/>
  <p:tag name="COLORSETCLASSNAME" val="ColorSet1"/>
  <p:tag name="FONTSETGROUPCLASSNAME" val="FontSetGroup2"/>
  <p:tag name="STYLESETGROUPCLASSNAME" val="StyleSetGroup1"/>
  <p:tag name="MAPNAME" val="Map1"/>
  <p:tag name="CFG.LAYOUT" val="Default"/>
  <p:tag name="MLI" val="1"/>
  <p:tag name="CONFIG" val="Default"/>
  <p:tag name="RECTANGLE 306_SHAPECLASSPROTECTIONTYPE" val="0"/>
  <p:tag name="OBJECT 408_SHAPECLASSPROTECTIONTYPE" val="0"/>
  <p:tag name="OBJECT 412_SHAPECLASSPROTECTIONTYPE" val="0"/>
  <p:tag name="SHAPESETCLASSNAME" val="TITLETEXTTWOCONTENT"/>
</p:tagLst>
</file>

<file path=ppt/tags/tag181.xml><?xml version="1.0" encoding="utf-8"?>
<p:tagLst xmlns:a="http://schemas.openxmlformats.org/drawingml/2006/main" xmlns:r="http://schemas.openxmlformats.org/officeDocument/2006/relationships" xmlns:p="http://schemas.openxmlformats.org/presentationml/2006/main">
  <p:tag name="COLORSETCLASSNAME" val="ColorSet1"/>
  <p:tag name="COLORS" val="-2;-2;-2;-2;-1"/>
</p:tagLst>
</file>

<file path=ppt/tags/tag182.xml><?xml version="1.0" encoding="utf-8"?>
<p:tagLst xmlns:a="http://schemas.openxmlformats.org/drawingml/2006/main" xmlns:r="http://schemas.openxmlformats.org/officeDocument/2006/relationships" xmlns:p="http://schemas.openxmlformats.org/presentationml/2006/main">
  <p:tag name="COLORSETCLASSNAME" val="ColorSet1"/>
  <p:tag name="MLI" val="1"/>
  <p:tag name="SHAPESETGROUPCLASSNAME" val="ShapeSetGroup2"/>
  <p:tag name="SHAPESETCLASSNAME" val="TITLETEXTTWOCONTENT"/>
  <p:tag name="COLORSETGROUPCLASSNAME" val="ColorSetGroupLight"/>
  <p:tag name="FONTSETGROUPCLASSNAME" val="FontSetGroup2"/>
  <p:tag name="SHAPECLASSNAME" val="TopRightContent"/>
  <p:tag name="SHAPECLASSPROTECTIONTYPE" val="0"/>
  <p:tag name="COLORS" val="-2;-2;Scheme2;Scheme1;-1"/>
</p:tagLst>
</file>

<file path=ppt/tags/tag183.xml><?xml version="1.0" encoding="utf-8"?>
<p:tagLst xmlns:a="http://schemas.openxmlformats.org/drawingml/2006/main" xmlns:r="http://schemas.openxmlformats.org/officeDocument/2006/relationships" xmlns:p="http://schemas.openxmlformats.org/presentationml/2006/main">
  <p:tag name="COLORSETCLASSNAME" val="ColorSet1"/>
  <p:tag name="MLI" val="1"/>
  <p:tag name="SHAPESETGROUPCLASSNAME" val="ShapeSetGroup2"/>
  <p:tag name="COLORSETGROUPCLASSNAME" val="ColorSetGroupLight"/>
  <p:tag name="FONTSETGROUPCLASSNAME" val="FontSetGroup2"/>
  <p:tag name="SHAPECLASSPROTECTIONTYPE" val="0"/>
  <p:tag name="COLORS" val="-2;-2;-2;-2;SlideTextFontColor"/>
  <p:tag name="SHAPECLASSNAME" val="LeftColTextBox"/>
  <p:tag name="SHAPESETCLASSNAME" val="TITLETEXTTWOCONTENT"/>
</p:tagLst>
</file>

<file path=ppt/tags/tag184.xml><?xml version="1.0" encoding="utf-8"?>
<p:tagLst xmlns:a="http://schemas.openxmlformats.org/drawingml/2006/main" xmlns:r="http://schemas.openxmlformats.org/officeDocument/2006/relationships" xmlns:p="http://schemas.openxmlformats.org/presentationml/2006/main">
  <p:tag name="ML_1" val="Phi"/>
  <p:tag name="FIELDS.INITIALIZED" val="1"/>
  <p:tag name="RECTANGLE 3_SHAPECLASSPROTECTIONTYPE" val="0"/>
  <p:tag name="RECTANGLE 2_SHAPECLASSPROTECTIONTYPE" val="0"/>
  <p:tag name="SHAPESETGROUPCLASSNAME" val="ShapeSetGroup2"/>
  <p:tag name="SHAPESETCLASSNAME" val="TITLETEXT"/>
  <p:tag name="COLORSETGROUPCLASSNAME" val="ColorSetGroupLight"/>
  <p:tag name="COLORSETCLASSNAME" val="ColorSet1"/>
  <p:tag name="FONTSETGROUPCLASSNAME" val="FontSetGroup2"/>
  <p:tag name="STYLESETGROUPCLASSNAME" val="StyleSetGroup1"/>
  <p:tag name="MAPNAME" val="Map1"/>
  <p:tag name="CFG.LAYOUT" val="Default"/>
  <p:tag name="MLI" val="1"/>
</p:tagLst>
</file>

<file path=ppt/tags/tag185.xml><?xml version="1.0" encoding="utf-8"?>
<p:tagLst xmlns:a="http://schemas.openxmlformats.org/drawingml/2006/main" xmlns:r="http://schemas.openxmlformats.org/officeDocument/2006/relationships" xmlns:p="http://schemas.openxmlformats.org/presentationml/2006/main">
  <p:tag name="COLORSETCLASSNAME" val="ColorSet1"/>
  <p:tag name="MLI" val="1"/>
  <p:tag name="SHAPESETGROUPCLASSNAME" val="ShapeSetGroup2"/>
  <p:tag name="SHAPESETCLASSNAME" val="TITLETEXT"/>
  <p:tag name="COLORSETGROUPCLASSNAME" val="ColorSetGroupLight"/>
  <p:tag name="FONTSETGROUPCLASSNAME" val="FontSetGroup2"/>
  <p:tag name="SHAPECLASSNAME" val="LargeTextBox"/>
  <p:tag name="SHAPECLASSPROTECTIONTYPE" val="0"/>
  <p:tag name="COLORS" val="-2;-2;-2;-2;-3"/>
</p:tagLst>
</file>

<file path=ppt/tags/tag186.xml><?xml version="1.0" encoding="utf-8"?>
<p:tagLst xmlns:a="http://schemas.openxmlformats.org/drawingml/2006/main" xmlns:r="http://schemas.openxmlformats.org/officeDocument/2006/relationships" xmlns:p="http://schemas.openxmlformats.org/presentationml/2006/main">
  <p:tag name="COLORSETCLASSNAME" val="ColorSet1"/>
  <p:tag name="MLI" val="1"/>
  <p:tag name="SHAPESETGROUPCLASSNAME" val="ShapeSetGroup2"/>
  <p:tag name="SHAPESETCLASSNAME" val="TITLETEXTTWOCONTENT"/>
  <p:tag name="COLORSETGROUPCLASSNAME" val="ColorSetGroupLight"/>
  <p:tag name="FONTSETGROUPCLASSNAME" val="FontSetGroup2"/>
  <p:tag name="SHAPECLASSNAME" val="TopRightContent"/>
  <p:tag name="SHAPECLASSPROTECTIONTYPE" val="0"/>
  <p:tag name="COLORS" val="-2;-2;Scheme2;Scheme1;-1"/>
</p:tagLst>
</file>

<file path=ppt/tags/tag187.xml><?xml version="1.0" encoding="utf-8"?>
<p:tagLst xmlns:a="http://schemas.openxmlformats.org/drawingml/2006/main" xmlns:r="http://schemas.openxmlformats.org/officeDocument/2006/relationships" xmlns:p="http://schemas.openxmlformats.org/presentationml/2006/main">
  <p:tag name="COLORSETCLASSNAME" val="ColorSet1"/>
  <p:tag name="COLORS" val="-2;-2;Scheme2;Scheme1;-1"/>
</p:tagLst>
</file>

<file path=ppt/tags/tag188.xml><?xml version="1.0" encoding="utf-8"?>
<p:tagLst xmlns:a="http://schemas.openxmlformats.org/drawingml/2006/main" xmlns:r="http://schemas.openxmlformats.org/officeDocument/2006/relationships" xmlns:p="http://schemas.openxmlformats.org/presentationml/2006/main">
  <p:tag name="ML_1" val="Phi"/>
  <p:tag name="FIELDS.INITIALIZED" val="1"/>
  <p:tag name="RECTANGLE 3_SHAPECLASSPROTECTIONTYPE" val="0"/>
  <p:tag name="RECTANGLE 2_SHAPECLASSPROTECTIONTYPE" val="0"/>
  <p:tag name="SHAPESETGROUPCLASSNAME" val="ShapeSetGroup2"/>
  <p:tag name="SHAPESETCLASSNAME" val="TITLETEXT"/>
  <p:tag name="COLORSETGROUPCLASSNAME" val="ColorSetGroupLight"/>
  <p:tag name="COLORSETCLASSNAME" val="ColorSet1"/>
  <p:tag name="FONTSETGROUPCLASSNAME" val="FontSetGroup2"/>
  <p:tag name="STYLESETGROUPCLASSNAME" val="StyleSetGroup1"/>
  <p:tag name="MAPNAME" val="Map1"/>
  <p:tag name="CFG.LAYOUT" val="Default"/>
  <p:tag name="MLI" val="1"/>
</p:tagLst>
</file>

<file path=ppt/tags/tag189.xml><?xml version="1.0" encoding="utf-8"?>
<p:tagLst xmlns:a="http://schemas.openxmlformats.org/drawingml/2006/main" xmlns:r="http://schemas.openxmlformats.org/officeDocument/2006/relationships" xmlns:p="http://schemas.openxmlformats.org/presentationml/2006/main">
  <p:tag name="COLORSETCLASSNAME" val="ColorSet1"/>
  <p:tag name="MLI" val="1"/>
  <p:tag name="SHAPESETGROUPCLASSNAME" val="ShapeSetGroup2"/>
  <p:tag name="SHAPESETCLASSNAME" val="TITLETEXT"/>
  <p:tag name="COLORSETGROUPCLASSNAME" val="ColorSetGroupLight"/>
  <p:tag name="FONTSETGROUPCLASSNAME" val="FontSetGroup2"/>
  <p:tag name="SHAPECLASSNAME" val="LargeTextBox"/>
  <p:tag name="SHAPECLASSPROTECTIONTYPE" val="0"/>
  <p:tag name="COLORS" val="-2;-2;-2;-2;-3"/>
</p:tagLst>
</file>

<file path=ppt/tags/tag190.xml><?xml version="1.0" encoding="utf-8"?>
<p:tagLst xmlns:a="http://schemas.openxmlformats.org/drawingml/2006/main" xmlns:r="http://schemas.openxmlformats.org/officeDocument/2006/relationships" xmlns:p="http://schemas.openxmlformats.org/presentationml/2006/main">
  <p:tag name="COLORSETCLASSNAME" val="ColorSet1"/>
  <p:tag name="COLORS" val="-2;-2;-2;-2;-1"/>
</p:tagLst>
</file>

<file path=ppt/tags/tag191.xml><?xml version="1.0" encoding="utf-8"?>
<p:tagLst xmlns:a="http://schemas.openxmlformats.org/drawingml/2006/main" xmlns:r="http://schemas.openxmlformats.org/officeDocument/2006/relationships" xmlns:p="http://schemas.openxmlformats.org/presentationml/2006/main">
  <p:tag name="COLORSETCLASSNAME" val="ColorSet1"/>
  <p:tag name="COLORS" val="-2;-2;-2;-2;-1"/>
</p:tagLst>
</file>

<file path=ppt/tags/tag192.xml><?xml version="1.0" encoding="utf-8"?>
<p:tagLst xmlns:a="http://schemas.openxmlformats.org/drawingml/2006/main" xmlns:r="http://schemas.openxmlformats.org/officeDocument/2006/relationships" xmlns:p="http://schemas.openxmlformats.org/presentationml/2006/main">
  <p:tag name="COLORSETCLASSNAME" val="ColorSet1"/>
  <p:tag name="COLORS" val="-2;-2;-2;-2;-1"/>
</p:tagLst>
</file>

<file path=ppt/tags/tag193.xml><?xml version="1.0" encoding="utf-8"?>
<p:tagLst xmlns:a="http://schemas.openxmlformats.org/drawingml/2006/main" xmlns:r="http://schemas.openxmlformats.org/officeDocument/2006/relationships" xmlns:p="http://schemas.openxmlformats.org/presentationml/2006/main">
  <p:tag name="COLORSETCLASSNAME" val="ColorSet1"/>
  <p:tag name="COLORS" val="-2;-2;-2;-2;-1"/>
</p:tagLst>
</file>

<file path=ppt/tags/tag194.xml><?xml version="1.0" encoding="utf-8"?>
<p:tagLst xmlns:a="http://schemas.openxmlformats.org/drawingml/2006/main" xmlns:r="http://schemas.openxmlformats.org/officeDocument/2006/relationships" xmlns:p="http://schemas.openxmlformats.org/presentationml/2006/main">
  <p:tag name="COLORSETCLASSNAME" val="ColorSet1"/>
  <p:tag name="COLORS" val="-2;-2;-2;-2;-1"/>
</p:tagLst>
</file>

<file path=ppt/tags/tag195.xml><?xml version="1.0" encoding="utf-8"?>
<p:tagLst xmlns:a="http://schemas.openxmlformats.org/drawingml/2006/main" xmlns:r="http://schemas.openxmlformats.org/officeDocument/2006/relationships" xmlns:p="http://schemas.openxmlformats.org/presentationml/2006/main">
  <p:tag name="COLORSETCLASSNAME" val="ColorSet1"/>
  <p:tag name="COLORS" val="-2;-2;-2;-2;-1"/>
</p:tagLst>
</file>

<file path=ppt/theme/theme1.xml><?xml version="1.0" encoding="utf-8"?>
<a:theme xmlns:a="http://schemas.openxmlformats.org/drawingml/2006/main" name="Office Theme">
  <a:themeElements>
    <a:clrScheme name="JRC palette 1">
      <a:dk1>
        <a:srgbClr val="4D4D4D"/>
      </a:dk1>
      <a:lt1>
        <a:srgbClr val="FFFFFF"/>
      </a:lt1>
      <a:dk2>
        <a:srgbClr val="034EA2"/>
      </a:dk2>
      <a:lt2>
        <a:srgbClr val="D3E8F9"/>
      </a:lt2>
      <a:accent1>
        <a:srgbClr val="6ACBF3"/>
      </a:accent1>
      <a:accent2>
        <a:srgbClr val="3E99DA"/>
      </a:accent2>
      <a:accent3>
        <a:srgbClr val="1EC08A"/>
      </a:accent3>
      <a:accent4>
        <a:srgbClr val="ED8D2F"/>
      </a:accent4>
      <a:accent5>
        <a:srgbClr val="F8CC29"/>
      </a:accent5>
      <a:accent6>
        <a:srgbClr val="E76C53"/>
      </a:accent6>
      <a:hlink>
        <a:srgbClr val="0563C1"/>
      </a:hlink>
      <a:folHlink>
        <a:srgbClr val="24337E"/>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marL="285750" indent="-285750">
          <a:buClr>
            <a:schemeClr val="accent5"/>
          </a:buClr>
          <a:buFont typeface="Arial"/>
          <a:buChar char="•"/>
          <a:defRPr sz="2400" noProof="0" dirty="0" smtClean="0"/>
        </a:defPPr>
      </a:lstStyle>
    </a:txDef>
  </a:objectDefaults>
  <a:extraClrSchemeLst/>
  <a:extLst>
    <a:ext uri="{05A4C25C-085E-4340-85A3-A5531E510DB2}">
      <thm15:themeFamily xmlns:thm15="http://schemas.microsoft.com/office/thememl/2012/main" name="EC_Presentation.pptx" id="{DF0E4C23-23CF-4CA0-B78D-4EE4E4812529}" vid="{A275074F-6DFA-4FBF-AA5C-38C3649C393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3424</TotalTime>
  <Words>4033</Words>
  <Application>Microsoft Office PowerPoint</Application>
  <PresentationFormat>Widescreen</PresentationFormat>
  <Paragraphs>1414</Paragraphs>
  <Slides>36</Slides>
  <Notes>22</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1</vt:i4>
      </vt:variant>
      <vt:variant>
        <vt:lpstr>Slide Titles</vt:lpstr>
      </vt:variant>
      <vt:variant>
        <vt:i4>36</vt:i4>
      </vt:variant>
    </vt:vector>
  </HeadingPairs>
  <TitlesOfParts>
    <vt:vector size="49" baseType="lpstr">
      <vt:lpstr>MS PGothic</vt:lpstr>
      <vt:lpstr>Arial</vt:lpstr>
      <vt:lpstr>Calibri</vt:lpstr>
      <vt:lpstr>Cambria Math</vt:lpstr>
      <vt:lpstr>Helvetica Neue</vt:lpstr>
      <vt:lpstr>Symbol</vt:lpstr>
      <vt:lpstr>Tahoma</vt:lpstr>
      <vt:lpstr>Times New Roman</vt:lpstr>
      <vt:lpstr>Verdana</vt:lpstr>
      <vt:lpstr>Verdana Standaard</vt:lpstr>
      <vt:lpstr>Wingdings</vt:lpstr>
      <vt:lpstr>Office Theme</vt:lpstr>
      <vt:lpstr>Equation</vt:lpstr>
      <vt:lpstr>PowerPoint Presentation</vt:lpstr>
      <vt:lpstr>Preliminaries</vt:lpstr>
      <vt:lpstr>Quartet method</vt:lpstr>
      <vt:lpstr>Definitions</vt:lpstr>
      <vt:lpstr>Mathematical paradigm</vt:lpstr>
      <vt:lpstr>Consistency</vt:lpstr>
      <vt:lpstr>Consistency examples</vt:lpstr>
      <vt:lpstr>Minimum Quartet Tree Cost problem</vt:lpstr>
      <vt:lpstr>Computational complexity</vt:lpstr>
      <vt:lpstr>Normalization of the cost function</vt:lpstr>
      <vt:lpstr>MQTC approximate optimization routines</vt:lpstr>
      <vt:lpstr>Variable Neighbourhood Search (VNS)</vt:lpstr>
      <vt:lpstr>PowerPoint Presentation</vt:lpstr>
      <vt:lpstr>Base moves</vt:lpstr>
      <vt:lpstr>Base moves</vt:lpstr>
      <vt:lpstr>Base moves</vt:lpstr>
      <vt:lpstr>Base moves</vt:lpstr>
      <vt:lpstr>Base moves</vt:lpstr>
      <vt:lpstr>Base moves</vt:lpstr>
      <vt:lpstr>Base moves</vt:lpstr>
      <vt:lpstr>Improved greedy constructive heuristic</vt:lpstr>
      <vt:lpstr>PowerPoint Presentation</vt:lpstr>
      <vt:lpstr>Exact approach</vt:lpstr>
      <vt:lpstr>Data representation</vt:lpstr>
      <vt:lpstr>Exact approach</vt:lpstr>
      <vt:lpstr>Assign leaves</vt:lpstr>
      <vt:lpstr>Evaluate the cost function</vt:lpstr>
      <vt:lpstr>Evaluate the cost function</vt:lpstr>
      <vt:lpstr>Triangular numbers</vt:lpstr>
      <vt:lpstr>Exact approach</vt:lpstr>
      <vt:lpstr>Exact approach</vt:lpstr>
      <vt:lpstr>Example</vt:lpstr>
      <vt:lpstr>Generated first exact benchmark for the MQTC problem </vt:lpstr>
      <vt:lpstr>Conclusions</vt:lpstr>
      <vt:lpstr>References</vt:lpstr>
      <vt:lpstr>Thank you</vt:lpstr>
    </vt:vector>
  </TitlesOfParts>
  <Company>European Commission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JOHN Yvonne (COMM)</dc:creator>
  <cp:lastModifiedBy>CONSOLI Sergio (JRC-ISPRA)</cp:lastModifiedBy>
  <cp:revision>366</cp:revision>
  <cp:lastPrinted>2025-09-18T14:51:20Z</cp:lastPrinted>
  <dcterms:created xsi:type="dcterms:W3CDTF">2019-08-09T12:06:42Z</dcterms:created>
  <dcterms:modified xsi:type="dcterms:W3CDTF">2026-09-10T10:05:14Z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Jive_LatestUserAccountName">
    <vt:lpwstr>albeval</vt:lpwstr>
  </property>
  <property fmtid="{D5CDD505-2E9C-101B-9397-08002B2CF9AE}" pid="3" name="Offisync_ServerID">
    <vt:lpwstr>0d3b22a6-6203-4efc-8e8e-b5279256493b</vt:lpwstr>
  </property>
  <property fmtid="{D5CDD505-2E9C-101B-9397-08002B2CF9AE}" pid="4" name="Offisync_UniqueId">
    <vt:lpwstr>216256</vt:lpwstr>
  </property>
  <property fmtid="{D5CDD505-2E9C-101B-9397-08002B2CF9AE}" pid="5" name="Offisync_ProviderInitializationData">
    <vt:lpwstr>https://webgate.ec.europa.eu/connected</vt:lpwstr>
  </property>
  <property fmtid="{D5CDD505-2E9C-101B-9397-08002B2CF9AE}" pid="6" name="Offisync_UpdateToken">
    <vt:lpwstr>10</vt:lpwstr>
  </property>
  <property fmtid="{D5CDD505-2E9C-101B-9397-08002B2CF9AE}" pid="7" name="Jive_VersionGuid">
    <vt:lpwstr>144a3788-1899-4f80-838e-6a1d5c2f4d8e</vt:lpwstr>
  </property>
  <property fmtid="{D5CDD505-2E9C-101B-9397-08002B2CF9AE}" pid="8" name="MSIP_Label_6bd9ddd1-4d20-43f6-abfa-fc3c07406f94_Enabled">
    <vt:lpwstr>true</vt:lpwstr>
  </property>
  <property fmtid="{D5CDD505-2E9C-101B-9397-08002B2CF9AE}" pid="9" name="MSIP_Label_6bd9ddd1-4d20-43f6-abfa-fc3c07406f94_SetDate">
    <vt:lpwstr>2025-07-21T16:19:28Z</vt:lpwstr>
  </property>
  <property fmtid="{D5CDD505-2E9C-101B-9397-08002B2CF9AE}" pid="10" name="MSIP_Label_6bd9ddd1-4d20-43f6-abfa-fc3c07406f94_Method">
    <vt:lpwstr>Standard</vt:lpwstr>
  </property>
  <property fmtid="{D5CDD505-2E9C-101B-9397-08002B2CF9AE}" pid="11" name="MSIP_Label_6bd9ddd1-4d20-43f6-abfa-fc3c07406f94_Name">
    <vt:lpwstr>Commission Use</vt:lpwstr>
  </property>
  <property fmtid="{D5CDD505-2E9C-101B-9397-08002B2CF9AE}" pid="12" name="MSIP_Label_6bd9ddd1-4d20-43f6-abfa-fc3c07406f94_SiteId">
    <vt:lpwstr>b24c8b06-522c-46fe-9080-70926f8dddb1</vt:lpwstr>
  </property>
  <property fmtid="{D5CDD505-2E9C-101B-9397-08002B2CF9AE}" pid="13" name="MSIP_Label_6bd9ddd1-4d20-43f6-abfa-fc3c07406f94_ActionId">
    <vt:lpwstr>c0c5bbdb-4e28-4645-b322-d422efbbec43</vt:lpwstr>
  </property>
  <property fmtid="{D5CDD505-2E9C-101B-9397-08002B2CF9AE}" pid="14" name="MSIP_Label_6bd9ddd1-4d20-43f6-abfa-fc3c07406f94_ContentBits">
    <vt:lpwstr>0</vt:lpwstr>
  </property>
  <property fmtid="{D5CDD505-2E9C-101B-9397-08002B2CF9AE}" pid="15" name="MSIP_Label_6bd9ddd1-4d20-43f6-abfa-fc3c07406f94_Tag">
    <vt:lpwstr>10, 3, 0, 1</vt:lpwstr>
  </property>
</Properties>
</file>