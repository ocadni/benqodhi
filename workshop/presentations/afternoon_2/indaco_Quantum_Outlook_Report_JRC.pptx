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6" r:id="rId4"/>
  </p:sldMasterIdLst>
  <p:notesMasterIdLst>
    <p:notesMasterId r:id="rId13"/>
  </p:notesMasterIdLst>
  <p:handoutMasterIdLst>
    <p:handoutMasterId r:id="rId14"/>
  </p:handoutMasterIdLst>
  <p:sldIdLst>
    <p:sldId id="1099" r:id="rId5"/>
    <p:sldId id="1100" r:id="rId6"/>
    <p:sldId id="1101" r:id="rId7"/>
    <p:sldId id="1102" r:id="rId8"/>
    <p:sldId id="1103" r:id="rId9"/>
    <p:sldId id="1104" r:id="rId10"/>
    <p:sldId id="1105" r:id="rId11"/>
    <p:sldId id="100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75657B8-F84E-8843-BC57-D4C14A9FE8E4}">
          <p14:sldIdLst/>
        </p14:section>
        <p14:section name="Templates" id="{A0BD0CD5-9121-5E4E-8418-D9530E22F590}">
          <p14:sldIdLst>
            <p14:sldId id="1099"/>
            <p14:sldId id="1100"/>
            <p14:sldId id="1101"/>
            <p14:sldId id="1102"/>
            <p14:sldId id="1103"/>
            <p14:sldId id="1104"/>
            <p14:sldId id="1105"/>
            <p14:sldId id="1003"/>
          </p14:sldIdLst>
        </p14:section>
      </p14:sectionLst>
    </p:ext>
    <p:ext uri="{EFAFB233-063F-42B5-8137-9DF3F51BA10A}">
      <p15:sldGuideLst xmlns:p15="http://schemas.microsoft.com/office/powerpoint/2012/main">
        <p15:guide id="4" pos="3840">
          <p15:clr>
            <a:srgbClr val="A4A3A4"/>
          </p15:clr>
        </p15:guide>
        <p15:guide id="5" orient="horz" pos="2478" userDrawn="1">
          <p15:clr>
            <a:srgbClr val="A4A3A4"/>
          </p15:clr>
        </p15:guide>
        <p15:guide id="6" pos="624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F842C9-D054-2831-F010-0287B405D4FC}" name="Fabio Rodrigues" initials="FR" userId="a34e7064a25eb4ce" providerId="Windows Live"/>
  <p188:author id="{7431EAE6-B36D-BAD8-47FD-013B3E2B5DE8}" name="MCALEAVEY Paul (JRC)" initials="M(" userId="S::paul.mcaleavey@ec.europa.eu::fa59177f-8f61-49e9-94c3-44dcd7e484a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F7D8"/>
    <a:srgbClr val="FFF2BD"/>
    <a:srgbClr val="CFEEFC"/>
    <a:srgbClr val="D6E0FF"/>
    <a:srgbClr val="F0DCF2"/>
    <a:srgbClr val="DACEF5"/>
    <a:srgbClr val="D0F2F2"/>
    <a:srgbClr val="766AA5"/>
    <a:srgbClr val="4E51A5"/>
    <a:srgbClr val="FFD6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33"/>
    <p:restoredTop sz="64580" autoAdjust="0"/>
  </p:normalViewPr>
  <p:slideViewPr>
    <p:cSldViewPr snapToGrid="0">
      <p:cViewPr>
        <p:scale>
          <a:sx n="66" d="100"/>
          <a:sy n="66" d="100"/>
        </p:scale>
        <p:origin x="872" y="-400"/>
      </p:cViewPr>
      <p:guideLst>
        <p:guide pos="3840"/>
        <p:guide orient="horz" pos="2478"/>
        <p:guide pos="6244"/>
      </p:guideLst>
    </p:cSldViewPr>
  </p:slideViewPr>
  <p:notesTextViewPr>
    <p:cViewPr>
      <p:scale>
        <a:sx n="100" d="100"/>
        <a:sy n="100" d="100"/>
      </p:scale>
      <p:origin x="0" y="0"/>
    </p:cViewPr>
  </p:notesTextViewPr>
  <p:sorterViewPr>
    <p:cViewPr>
      <p:scale>
        <a:sx n="92" d="100"/>
        <a:sy n="92" d="100"/>
      </p:scale>
      <p:origin x="0" y="0"/>
    </p:cViewPr>
  </p:sorterViewPr>
  <p:notesViewPr>
    <p:cSldViewPr snapToGrid="0">
      <p:cViewPr>
        <p:scale>
          <a:sx n="1" d="2"/>
          <a:sy n="1" d="2"/>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A939EFE-0303-44F6-9A16-FD3B5E015DB1}" type="datetimeFigureOut">
              <a:rPr lang="en-GB" smtClean="0"/>
              <a:pPr/>
              <a:t>11/09/2026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4F04766-77AF-4EBE-9704-229FD5F6AD6A}" type="slidenum">
              <a:rPr lang="en-GB" smtClean="0"/>
              <a:pPr/>
              <a:t>‹#›</a:t>
            </a:fld>
            <a:endParaRPr lang="en-GB"/>
          </a:p>
        </p:txBody>
      </p:sp>
    </p:spTree>
    <p:extLst>
      <p:ext uri="{BB962C8B-B14F-4D97-AF65-F5344CB8AC3E}">
        <p14:creationId xmlns:p14="http://schemas.microsoft.com/office/powerpoint/2010/main" val="37889881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B926D1-0013-4A80-B64E-9D824EE65210}" type="datetimeFigureOut">
              <a:rPr lang="en-GB" smtClean="0"/>
              <a:pPr/>
              <a:t>11/09/2026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CF2995-AB43-4B7C-B8CD-9DC7C3692A9C}" type="slidenum">
              <a:rPr lang="en-GB" smtClean="0"/>
              <a:pPr/>
              <a:t>‹#›</a:t>
            </a:fld>
            <a:endParaRPr lang="en-GB"/>
          </a:p>
        </p:txBody>
      </p:sp>
    </p:spTree>
    <p:extLst>
      <p:ext uri="{BB962C8B-B14F-4D97-AF65-F5344CB8AC3E}">
        <p14:creationId xmlns:p14="http://schemas.microsoft.com/office/powerpoint/2010/main" val="146078466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Good morning everyone, and thank you for having me.</a:t>
            </a:r>
          </a:p>
          <a:p>
            <a:endParaRPr dirty="0"/>
          </a:p>
          <a:p>
            <a:r>
              <a:rPr dirty="0"/>
              <a:t>In the next few minutes I would like to present the Quantum Outlook Report, the first deliverable of the JRC Quantum Inter-directorate Working Group.</a:t>
            </a:r>
          </a:p>
          <a:p>
            <a:endParaRPr dirty="0"/>
          </a:p>
          <a:p>
            <a:r>
              <a:rPr dirty="0"/>
              <a:t>The report asks a simple question: where could quantum technologies make a real difference for research in the domains the JRC works on, and why should this matter for European policy? I will briefly introduce the group behind it, explain how we built the report, and then share its five key messages. I will finish with a few questions, because your input today is genuinely useful for our next steps.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Let me start with who we are.</a:t>
            </a:r>
          </a:p>
          <a:p>
            <a:endParaRPr dirty="0"/>
          </a:p>
          <a:p>
            <a:r>
              <a:rPr dirty="0"/>
              <a:t>The working group was set up following a request from JRC senior management</a:t>
            </a:r>
            <a:r>
              <a:rPr lang="it-IT" dirty="0"/>
              <a:t> in </a:t>
            </a:r>
            <a:r>
              <a:rPr lang="it-IT" dirty="0" err="1"/>
              <a:t>autumn</a:t>
            </a:r>
            <a:r>
              <a:rPr lang="it-IT" dirty="0"/>
              <a:t> last </a:t>
            </a:r>
            <a:r>
              <a:rPr lang="it-IT" dirty="0" err="1"/>
              <a:t>year</a:t>
            </a:r>
            <a:r>
              <a:rPr dirty="0"/>
              <a:t>. It brings together sixteen-plus colleagues: two representatives from each of the eight scientific directorates of the JRC, and it is led by Directorates E and T.</a:t>
            </a:r>
          </a:p>
          <a:p>
            <a:endParaRPr dirty="0"/>
          </a:p>
          <a:p>
            <a:r>
              <a:rPr dirty="0"/>
              <a:t>We </a:t>
            </a:r>
            <a:r>
              <a:rPr lang="it-IT" dirty="0"/>
              <a:t>plan to </a:t>
            </a:r>
            <a:r>
              <a:rPr dirty="0"/>
              <a:t>produce concrete outputs: we asked what quantum applications could look like in our own fields, and we turn that into material for senior leadership.</a:t>
            </a:r>
          </a:p>
          <a:p>
            <a:endParaRPr dirty="0"/>
          </a:p>
          <a:p>
            <a:r>
              <a:rPr dirty="0"/>
              <a:t>Because every directorate is represented, we get a genuinely cross-directorate and multidisciplinary view, both on quantum science and on quantum technologies. And although the work was done inside the JRC, the messages are written for research and scientific </a:t>
            </a:r>
            <a:r>
              <a:rPr dirty="0" err="1"/>
              <a:t>organisations</a:t>
            </a:r>
            <a:r>
              <a:rPr dirty="0"/>
              <a:t> in general, not only for us.</a:t>
            </a:r>
          </a:p>
          <a:p>
            <a:endParaRPr dirty="0"/>
          </a:p>
          <a:p>
            <a:r>
              <a:rPr dirty="0"/>
              <a:t>The group has three deliverables: first, the Outlook Report on Quantum, which is today's focus; second, a detailed implementation plan; and third, a concept for what a federated quantum lab at the JRC could look like.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How did we build the report?</a:t>
            </a:r>
          </a:p>
          <a:p>
            <a:endParaRPr dirty="0"/>
          </a:p>
          <a:p>
            <a:r>
              <a:rPr dirty="0"/>
              <a:t>The starting point was the diversity of the JRC itself. Each directorate contributed the research themes it works on, and these became the backbone of the report. We ended up with twelve themes.</a:t>
            </a:r>
          </a:p>
          <a:p>
            <a:endParaRPr dirty="0"/>
          </a:p>
          <a:p>
            <a:r>
              <a:rPr dirty="0"/>
              <a:t>Then, </a:t>
            </a:r>
            <a:r>
              <a:rPr lang="it-IT" dirty="0"/>
              <a:t>the</a:t>
            </a:r>
            <a:r>
              <a:rPr dirty="0"/>
              <a:t> editors took every theme and </a:t>
            </a:r>
            <a:r>
              <a:rPr dirty="0" err="1"/>
              <a:t>organised</a:t>
            </a:r>
            <a:r>
              <a:rPr dirty="0"/>
              <a:t> it along the three main families of quantum technologies: sensing, communication and computing. The original contributions were not necessarily written this way, so this re-</a:t>
            </a:r>
            <a:r>
              <a:rPr dirty="0" err="1"/>
              <a:t>organisation</a:t>
            </a:r>
            <a:r>
              <a:rPr dirty="0"/>
              <a:t> is what makes the report comparable across very different fields.</a:t>
            </a:r>
          </a:p>
          <a:p>
            <a:endParaRPr dirty="0"/>
          </a:p>
          <a:p>
            <a:r>
              <a:rPr dirty="0"/>
              <a:t>Finally, for each family we looked at the broader impacts and considerations, including strategic autonomy. And this is an iterative loop: what we learned about impacts fed back into how we framed the themes.</a:t>
            </a:r>
          </a:p>
          <a:p>
            <a:endParaRPr dirty="0"/>
          </a:p>
          <a:p>
            <a:r>
              <a:rPr dirty="0"/>
              <a:t>In terms of process, three things </a:t>
            </a:r>
            <a:r>
              <a:rPr dirty="0" err="1"/>
              <a:t>characterise</a:t>
            </a:r>
            <a:r>
              <a:rPr dirty="0"/>
              <a:t> the work. It was collaborative and structured, a cross-disciplinary inquiry within the JRC. It was bottom-up: each directorate identified the potential applications in its own domain. And it has a science-for-policy angle, which is quite distinctive among the many quantum reports that are out there.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how the report is </a:t>
            </a:r>
            <a:r>
              <a:rPr dirty="0" err="1"/>
              <a:t>organised</a:t>
            </a:r>
            <a:r>
              <a:rPr dirty="0"/>
              <a:t>.</a:t>
            </a:r>
          </a:p>
          <a:p>
            <a:endParaRPr dirty="0"/>
          </a:p>
          <a:p>
            <a:r>
              <a:rPr dirty="0"/>
              <a:t>After a short introduction, the core of the report is the chapter on research use cases. It contains one section per theme, and inside each theme the applications are grouped into sensing, communication and computing, with a final part for other considerations that do not fit neatly into one family.</a:t>
            </a:r>
          </a:p>
          <a:p>
            <a:endParaRPr dirty="0"/>
          </a:p>
          <a:p>
            <a:r>
              <a:rPr dirty="0"/>
              <a:t>Each theme also comes with a use-case table and some explanatory boxes, which I will come back to in a moment.</a:t>
            </a:r>
          </a:p>
          <a:p>
            <a:endParaRPr dirty="0"/>
          </a:p>
          <a:p>
            <a:r>
              <a:rPr dirty="0"/>
              <a:t>The report then has a section on strategic positioning, which looks at what the EU and research institutions should anticipate, and it closes with a conclusion.</a:t>
            </a:r>
          </a:p>
          <a:p>
            <a:endParaRPr dirty="0"/>
          </a:p>
          <a:p>
            <a:r>
              <a:rPr dirty="0"/>
              <a:t>On the right you can see one of the artworks we used. It is from Libby Heaney's Growler series, from 2024. The glass is sculpted so that it looks solid and liquid at the same time. We included it because it gives an intuitive, almost tactile feeling for superposition, this idea of being in between two states</a:t>
            </a:r>
            <a:r>
              <a:rPr lang="it-IT"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are the twelve themes, which show how broad the scope is: artificial intelligence, climate, cybersecurity, Earth observation, economy and finance, energy, health, law enforcement, nuclear, social sciences, space systems with navigation and communications, and transport.</a:t>
            </a:r>
          </a:p>
          <a:p>
            <a:endParaRPr dirty="0"/>
          </a:p>
          <a:p>
            <a:r>
              <a:rPr dirty="0"/>
              <a:t>Each of these is crossed with the three technology families. Sensing covers quantum sensors, imaging and metrology. Communication covers quantum-secure communication and networks. Computing covers quantum computing and simulation.</a:t>
            </a:r>
          </a:p>
          <a:p>
            <a:endParaRPr dirty="0"/>
          </a:p>
          <a:p>
            <a:r>
              <a:rPr dirty="0"/>
              <a:t>The result is essentially a matrix of themes times families. Not every cell is equally full, of course, and that is itself informative. It shows where quantum technologies are close to being useful for a given domain, and where they are still a longer-term prospect.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These are the five key messages, taken directly from the executive summary.</a:t>
            </a:r>
          </a:p>
          <a:p>
            <a:endParaRPr dirty="0"/>
          </a:p>
          <a:p>
            <a:r>
              <a:rPr dirty="0"/>
              <a:t>First: quantum technology has potential for numerous research applications that are of direct interest for European public policy.</a:t>
            </a:r>
          </a:p>
          <a:p>
            <a:endParaRPr dirty="0"/>
          </a:p>
          <a:p>
            <a:r>
              <a:rPr dirty="0"/>
              <a:t>Second: some scientific domains will develop quantum technology itself, but most domains will be users. They will benefit from it rather than build it.</a:t>
            </a:r>
          </a:p>
          <a:p>
            <a:endParaRPr dirty="0"/>
          </a:p>
          <a:p>
            <a:r>
              <a:rPr dirty="0"/>
              <a:t>Third: these technologies have very different readiness levels. So policy cannot follow a single timeline; it has to work on several adoption horizons at once.</a:t>
            </a:r>
          </a:p>
          <a:p>
            <a:endParaRPr dirty="0"/>
          </a:p>
          <a:p>
            <a:r>
              <a:rPr dirty="0"/>
              <a:t>Fourth, and this is the one I would like to underline: one of the EU's sovereignty challenges is its capacity to independently test, benchmark, validate and certify quantum systems. </a:t>
            </a:r>
          </a:p>
          <a:p>
            <a:endParaRPr dirty="0"/>
          </a:p>
          <a:p>
            <a:r>
              <a:rPr dirty="0"/>
              <a:t>Fifth: research institutions should not wait until the technology is operational. They should build quantum-readiness now, through skills, infrastructure and collaborations, so that they are ready to adopt and co-develop these capabilities when they mature.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word on who the report is for and how it is designed to be read.</a:t>
            </a:r>
          </a:p>
          <a:p>
            <a:endParaRPr dirty="0"/>
          </a:p>
          <a:p>
            <a:r>
              <a:rPr dirty="0"/>
              <a:t>The intended audience is the scientific community and interested policymakers. It is not a JRC-internal document. Our colleagues in </a:t>
            </a:r>
            <a:r>
              <a:rPr lang="it-IT" dirty="0"/>
              <a:t>EC </a:t>
            </a:r>
            <a:r>
              <a:rPr dirty="0"/>
              <a:t>have shown strong interest, since it could potentially help inform the Quantum Act.</a:t>
            </a:r>
          </a:p>
          <a:p>
            <a:endParaRPr dirty="0"/>
          </a:p>
          <a:p>
            <a:r>
              <a:rPr dirty="0"/>
              <a:t>We made a few design choices with policy readers in mind. For every theme there is a use-case table listing each application, its technology readiness level and a short description. If you are interested, say, in health or in artificial intelligence, you can go straight to that table and see the emerging use cases without reading the full text.</a:t>
            </a:r>
          </a:p>
          <a:p>
            <a:endParaRPr dirty="0"/>
          </a:p>
          <a:p>
            <a:r>
              <a:rPr dirty="0"/>
              <a:t>We also added explanatory boxes for the more technical or abstract concepts. One of them, for instance, is about understanding quantum through art.</a:t>
            </a:r>
          </a:p>
          <a:p>
            <a:endParaRPr dirty="0"/>
          </a:p>
          <a:p>
            <a:r>
              <a:rPr dirty="0"/>
              <a:t>And there is the section on strategic positioning, which backs up the key messages, in particular the fourth one on sovereignty and independent testing.</a:t>
            </a:r>
          </a:p>
          <a:p>
            <a:endParaRPr dirty="0"/>
          </a:p>
          <a:p>
            <a:r>
              <a:rPr dirty="0"/>
              <a:t>Finally, the image on the right will be the cover of the report. It is Quantum Lattice, by Evelina </a:t>
            </a:r>
            <a:r>
              <a:rPr dirty="0" err="1"/>
              <a:t>Domnitch</a:t>
            </a:r>
            <a:r>
              <a:rPr dirty="0"/>
              <a:t> and Dmitry Gelfand: hollow glass microspheres that make the dynamics of trapped particles directly visible.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DC39D-B513-FED5-7664-DCDE0450A6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08EDDC-1761-DEAE-2471-91938C2158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09FE38-3BC9-A756-9ADF-94889891A7A4}"/>
              </a:ext>
            </a:extLst>
          </p:cNvPr>
          <p:cNvSpPr>
            <a:spLocks noGrp="1"/>
          </p:cNvSpPr>
          <p:nvPr>
            <p:ph type="body" idx="1"/>
          </p:nvPr>
        </p:nvSpPr>
        <p:spPr/>
        <p:txBody>
          <a:bodyPr/>
          <a:lstStyle/>
          <a:p>
            <a:r>
              <a:rPr dirty="0"/>
              <a:t>Thank you very much for your attention. I am happy to take any questions, and of course feel free to get in touch with me or with the working group after the workshop.</a:t>
            </a:r>
          </a:p>
        </p:txBody>
      </p:sp>
      <p:sp>
        <p:nvSpPr>
          <p:cNvPr id="4" name="Slide Number Placeholder 3">
            <a:extLst>
              <a:ext uri="{FF2B5EF4-FFF2-40B4-BE49-F238E27FC236}">
                <a16:creationId xmlns:a16="http://schemas.microsoft.com/office/drawing/2014/main" id="{75CEA077-8150-88A5-5314-7586684C6E1B}"/>
              </a:ext>
            </a:extLst>
          </p:cNvPr>
          <p:cNvSpPr>
            <a:spLocks noGrp="1"/>
          </p:cNvSpPr>
          <p:nvPr>
            <p:ph type="sldNum" sz="quarter" idx="10"/>
          </p:nvPr>
        </p:nvSpPr>
        <p:spPr/>
        <p:txBody>
          <a:bodyPr/>
          <a:lstStyle/>
          <a:p>
            <a:fld id="{59CF2995-AB43-4B7C-B8CD-9DC7C3692A9C}" type="slidenum">
              <a:rPr lang="en-GB" smtClean="0"/>
              <a:pPr/>
              <a:t>8</a:t>
            </a:fld>
            <a:endParaRPr lang="en-GB"/>
          </a:p>
        </p:txBody>
      </p:sp>
    </p:spTree>
    <p:extLst>
      <p:ext uri="{BB962C8B-B14F-4D97-AF65-F5344CB8AC3E}">
        <p14:creationId xmlns:p14="http://schemas.microsoft.com/office/powerpoint/2010/main" val="107334409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creativecommons.org/licenses/by/4.0/" TargetMode="External"/><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slide">
    <p:bg>
      <p:bgPr>
        <a:gradFill>
          <a:gsLst>
            <a:gs pos="75000">
              <a:srgbClr val="5DA6C5"/>
            </a:gs>
            <a:gs pos="47000">
              <a:srgbClr val="5781B8"/>
            </a:gs>
            <a:gs pos="4000">
              <a:srgbClr val="4E51A7"/>
            </a:gs>
            <a:gs pos="100000">
              <a:srgbClr val="65D4D5"/>
            </a:gs>
          </a:gsLst>
          <a:lin ang="18600000" scaled="0"/>
        </a:gradFill>
        <a:effectLst/>
      </p:bgPr>
    </p:bg>
    <p:spTree>
      <p:nvGrpSpPr>
        <p:cNvPr id="1" name=""/>
        <p:cNvGrpSpPr/>
        <p:nvPr/>
      </p:nvGrpSpPr>
      <p:grpSpPr>
        <a:xfrm>
          <a:off x="0" y="0"/>
          <a:ext cx="0" cy="0"/>
          <a:chOff x="0" y="0"/>
          <a:chExt cx="0" cy="0"/>
        </a:xfrm>
      </p:grpSpPr>
      <p:pic>
        <p:nvPicPr>
          <p:cNvPr id="8" name="JRC symbol" descr="A black circle with dots&#10;&#10;AI-generated content may be incorrect.">
            <a:extLst>
              <a:ext uri="{FF2B5EF4-FFF2-40B4-BE49-F238E27FC236}">
                <a16:creationId xmlns:a16="http://schemas.microsoft.com/office/drawing/2014/main" id="{725D4AB3-EADA-E922-EA70-C927A8FFB83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t="2547" r="49243" b="4824"/>
          <a:stretch>
            <a:fillRect/>
          </a:stretch>
        </p:blipFill>
        <p:spPr>
          <a:xfrm>
            <a:off x="8401069" y="0"/>
            <a:ext cx="3790932" cy="6858000"/>
          </a:xfrm>
          <a:prstGeom prst="rect">
            <a:avLst/>
          </a:prstGeom>
        </p:spPr>
      </p:pic>
      <p:pic>
        <p:nvPicPr>
          <p:cNvPr id="5" name="EC logo" descr="European Commission">
            <a:extLst>
              <a:ext uri="{FF2B5EF4-FFF2-40B4-BE49-F238E27FC236}">
                <a16:creationId xmlns:a16="http://schemas.microsoft.com/office/drawing/2014/main" id="{5BB2D12E-18B3-959D-037B-3FCA2A70277B}"/>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userDrawn="1"/>
        </p:nvPicPr>
        <p:blipFill>
          <a:blip r:embed="rId4"/>
          <a:stretch>
            <a:fillRect/>
          </a:stretch>
        </p:blipFill>
        <p:spPr>
          <a:xfrm>
            <a:off x="9463383" y="5738784"/>
            <a:ext cx="2544024" cy="941017"/>
          </a:xfrm>
          <a:prstGeom prst="rect">
            <a:avLst/>
          </a:prstGeom>
          <a:noFill/>
        </p:spPr>
      </p:pic>
      <p:sp>
        <p:nvSpPr>
          <p:cNvPr id="7" name="Speaker, venue">
            <a:extLst>
              <a:ext uri="{FF2B5EF4-FFF2-40B4-BE49-F238E27FC236}">
                <a16:creationId xmlns:a16="http://schemas.microsoft.com/office/drawing/2014/main" id="{CD23B510-2F58-56A1-7F6F-515ECCAF7363}"/>
              </a:ext>
            </a:extLst>
          </p:cNvPr>
          <p:cNvSpPr>
            <a:spLocks noGrp="1" noRot="1" noMove="1" noResize="1" noEditPoints="1" noAdjustHandles="1" noChangeArrowheads="1" noChangeShapeType="1"/>
          </p:cNvSpPr>
          <p:nvPr>
            <p:ph type="body" sz="quarter" idx="13" hasCustomPrompt="1"/>
          </p:nvPr>
        </p:nvSpPr>
        <p:spPr>
          <a:xfrm>
            <a:off x="803275" y="5399738"/>
            <a:ext cx="5724000" cy="684000"/>
          </a:xfrm>
          <a:prstGeom prst="rect">
            <a:avLst/>
          </a:prstGeom>
        </p:spPr>
        <p:txBody>
          <a:bodyPr lIns="0" tIns="0"/>
          <a:lstStyle>
            <a:lvl1pPr marL="0" indent="0" algn="l">
              <a:spcAft>
                <a:spcPts val="400"/>
              </a:spcAft>
              <a:buFont typeface="Arial" panose="020B0604020202020204" pitchFamily="34" charset="0"/>
              <a:buNone/>
              <a:defRPr sz="1600">
                <a:solidFill>
                  <a:schemeClr val="bg1"/>
                </a:solidFill>
              </a:defRPr>
            </a:lvl1pPr>
          </a:lstStyle>
          <a:p>
            <a:pPr lvl="0"/>
            <a:r>
              <a:rPr lang="en-GB" noProof="0"/>
              <a:t>Speaker</a:t>
            </a:r>
          </a:p>
        </p:txBody>
      </p:sp>
      <p:sp>
        <p:nvSpPr>
          <p:cNvPr id="40" name="Subtitle">
            <a:extLst>
              <a:ext uri="{FF2B5EF4-FFF2-40B4-BE49-F238E27FC236}">
                <a16:creationId xmlns:a16="http://schemas.microsoft.com/office/drawing/2014/main" id="{BE9F0F0B-69CC-DFB6-5C7F-41B2FD0B0A99}"/>
              </a:ext>
            </a:extLst>
          </p:cNvPr>
          <p:cNvSpPr>
            <a:spLocks noGrp="1" noRot="1" noMove="1" noResize="1" noEditPoints="1" noAdjustHandles="1" noChangeArrowheads="1" noChangeShapeType="1"/>
          </p:cNvSpPr>
          <p:nvPr>
            <p:ph type="subTitle" idx="1"/>
          </p:nvPr>
        </p:nvSpPr>
        <p:spPr>
          <a:xfrm>
            <a:off x="803275" y="3874486"/>
            <a:ext cx="7324003" cy="1351702"/>
          </a:xfrm>
          <a:prstGeom prst="rect">
            <a:avLst/>
          </a:prstGeom>
        </p:spPr>
        <p:txBody>
          <a:bodyPr lIns="0">
            <a:noAutofit/>
          </a:bodyPr>
          <a:lstStyle>
            <a:lvl1pPr marL="0" indent="0" algn="l">
              <a:lnSpc>
                <a:spcPct val="105000"/>
              </a:lnSpc>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Click to edit Master subtitle style</a:t>
            </a:r>
          </a:p>
        </p:txBody>
      </p:sp>
      <p:sp>
        <p:nvSpPr>
          <p:cNvPr id="2" name="Title">
            <a:extLst>
              <a:ext uri="{FF2B5EF4-FFF2-40B4-BE49-F238E27FC236}">
                <a16:creationId xmlns:a16="http://schemas.microsoft.com/office/drawing/2014/main" id="{F515F952-885D-C605-132C-FFDBD2BCFFC0}"/>
              </a:ext>
            </a:extLst>
          </p:cNvPr>
          <p:cNvSpPr>
            <a:spLocks noGrp="1" noRot="1" noMove="1" noResize="1" noEditPoints="1" noAdjustHandles="1" noChangeArrowheads="1" noChangeShapeType="1"/>
          </p:cNvSpPr>
          <p:nvPr>
            <p:ph type="ctrTitle" hasCustomPrompt="1"/>
          </p:nvPr>
        </p:nvSpPr>
        <p:spPr>
          <a:xfrm>
            <a:off x="803275" y="575220"/>
            <a:ext cx="7324004" cy="3131383"/>
          </a:xfrm>
          <a:prstGeom prst="rect">
            <a:avLst/>
          </a:prstGeom>
        </p:spPr>
        <p:txBody>
          <a:bodyPr lIns="0" anchor="b">
            <a:noAutofit/>
          </a:bodyPr>
          <a:lstStyle>
            <a:lvl1pPr algn="l">
              <a:defRPr sz="6000">
                <a:solidFill>
                  <a:schemeClr val="bg1"/>
                </a:solidFill>
              </a:defRPr>
            </a:lvl1pPr>
          </a:lstStyle>
          <a:p>
            <a:r>
              <a:rPr lang="en-GB" noProof="0"/>
              <a:t>Cover slide </a:t>
            </a:r>
            <a:br>
              <a:rPr lang="en-GB" noProof="0"/>
            </a:br>
            <a:r>
              <a:rPr lang="en-GB" noProof="0"/>
              <a:t>click to edit title</a:t>
            </a:r>
          </a:p>
        </p:txBody>
      </p:sp>
    </p:spTree>
    <p:extLst>
      <p:ext uri="{BB962C8B-B14F-4D97-AF65-F5344CB8AC3E}">
        <p14:creationId xmlns:p14="http://schemas.microsoft.com/office/powerpoint/2010/main" val="3266446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slide">
    <p:bg>
      <p:bgPr>
        <a:gradFill>
          <a:gsLst>
            <a:gs pos="75000">
              <a:srgbClr val="5DA6C5"/>
            </a:gs>
            <a:gs pos="47000">
              <a:srgbClr val="5781B8"/>
            </a:gs>
            <a:gs pos="4000">
              <a:srgbClr val="4E51A7"/>
            </a:gs>
            <a:gs pos="100000">
              <a:srgbClr val="65D4D5"/>
            </a:gs>
          </a:gsLst>
          <a:lin ang="18600000" scaled="0"/>
        </a:gradFill>
        <a:effectLst/>
      </p:bgPr>
    </p:bg>
    <p:spTree>
      <p:nvGrpSpPr>
        <p:cNvPr id="1" name=""/>
        <p:cNvGrpSpPr/>
        <p:nvPr/>
      </p:nvGrpSpPr>
      <p:grpSpPr>
        <a:xfrm>
          <a:off x="0" y="0"/>
          <a:ext cx="0" cy="0"/>
          <a:chOff x="0" y="0"/>
          <a:chExt cx="0" cy="0"/>
        </a:xfrm>
      </p:grpSpPr>
      <p:pic>
        <p:nvPicPr>
          <p:cNvPr id="3" name="EC logo" descr="European Commission">
            <a:extLst>
              <a:ext uri="{FF2B5EF4-FFF2-40B4-BE49-F238E27FC236}">
                <a16:creationId xmlns:a16="http://schemas.microsoft.com/office/drawing/2014/main" id="{3AECCEB1-4DE4-8CB1-B84E-809D63160097}"/>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userDrawn="1"/>
        </p:nvPicPr>
        <p:blipFill>
          <a:blip r:embed="rId2"/>
          <a:srcRect r="45043"/>
          <a:stretch/>
        </p:blipFill>
        <p:spPr>
          <a:xfrm>
            <a:off x="10729044" y="5893948"/>
            <a:ext cx="1158155" cy="779504"/>
          </a:xfrm>
          <a:prstGeom prst="rect">
            <a:avLst/>
          </a:prstGeom>
          <a:noFill/>
        </p:spPr>
      </p:pic>
      <p:sp>
        <p:nvSpPr>
          <p:cNvPr id="40" name="Subtitle">
            <a:extLst>
              <a:ext uri="{FF2B5EF4-FFF2-40B4-BE49-F238E27FC236}">
                <a16:creationId xmlns:a16="http://schemas.microsoft.com/office/drawing/2014/main" id="{BE9F0F0B-69CC-DFB6-5C7F-41B2FD0B0A99}"/>
              </a:ext>
            </a:extLst>
          </p:cNvPr>
          <p:cNvSpPr>
            <a:spLocks noGrp="1" noRot="1" noMove="1" noResize="1" noEditPoints="1" noAdjustHandles="1" noChangeArrowheads="1" noChangeShapeType="1"/>
          </p:cNvSpPr>
          <p:nvPr>
            <p:ph type="subTitle" idx="1"/>
          </p:nvPr>
        </p:nvSpPr>
        <p:spPr>
          <a:xfrm>
            <a:off x="803275" y="3874486"/>
            <a:ext cx="7324003" cy="1351702"/>
          </a:xfrm>
          <a:prstGeom prst="rect">
            <a:avLst/>
          </a:prstGeom>
        </p:spPr>
        <p:txBody>
          <a:bodyPr lIns="0">
            <a:noAutofit/>
          </a:bodyPr>
          <a:lstStyle>
            <a:lvl1pPr marL="0" indent="0" algn="l">
              <a:lnSpc>
                <a:spcPct val="105000"/>
              </a:lnSpc>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Click to edit Master subtitle style</a:t>
            </a:r>
          </a:p>
        </p:txBody>
      </p:sp>
      <p:sp>
        <p:nvSpPr>
          <p:cNvPr id="39" name="Title">
            <a:extLst>
              <a:ext uri="{FF2B5EF4-FFF2-40B4-BE49-F238E27FC236}">
                <a16:creationId xmlns:a16="http://schemas.microsoft.com/office/drawing/2014/main" id="{A2470777-AF5E-320A-439E-A6DEC5AE3F5A}"/>
              </a:ext>
            </a:extLst>
          </p:cNvPr>
          <p:cNvSpPr>
            <a:spLocks noGrp="1" noRot="1" noMove="1" noResize="1" noEditPoints="1" noAdjustHandles="1" noChangeArrowheads="1" noChangeShapeType="1"/>
          </p:cNvSpPr>
          <p:nvPr>
            <p:ph type="ctrTitle" hasCustomPrompt="1"/>
          </p:nvPr>
        </p:nvSpPr>
        <p:spPr>
          <a:xfrm>
            <a:off x="803275" y="575220"/>
            <a:ext cx="7324004" cy="3131383"/>
          </a:xfrm>
          <a:prstGeom prst="rect">
            <a:avLst/>
          </a:prstGeom>
        </p:spPr>
        <p:txBody>
          <a:bodyPr lIns="0" anchor="b">
            <a:noAutofit/>
          </a:bodyPr>
          <a:lstStyle>
            <a:lvl1pPr algn="l">
              <a:defRPr sz="6000">
                <a:solidFill>
                  <a:schemeClr val="bg1"/>
                </a:solidFill>
              </a:defRPr>
            </a:lvl1pPr>
          </a:lstStyle>
          <a:p>
            <a:r>
              <a:rPr lang="en-GB" noProof="0"/>
              <a:t>Chapter slide </a:t>
            </a:r>
            <a:br>
              <a:rPr lang="en-GB" noProof="0"/>
            </a:br>
            <a:r>
              <a:rPr lang="en-GB" noProof="0"/>
              <a:t>click to edit title</a:t>
            </a:r>
          </a:p>
        </p:txBody>
      </p:sp>
    </p:spTree>
    <p:extLst>
      <p:ext uri="{BB962C8B-B14F-4D97-AF65-F5344CB8AC3E}">
        <p14:creationId xmlns:p14="http://schemas.microsoft.com/office/powerpoint/2010/main" val="34905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 1 column">
    <p:spTree>
      <p:nvGrpSpPr>
        <p:cNvPr id="1" name=""/>
        <p:cNvGrpSpPr/>
        <p:nvPr/>
      </p:nvGrpSpPr>
      <p:grpSpPr>
        <a:xfrm>
          <a:off x="0" y="0"/>
          <a:ext cx="0" cy="0"/>
          <a:chOff x="0" y="0"/>
          <a:chExt cx="0" cy="0"/>
        </a:xfrm>
      </p:grpSpPr>
      <p:sp>
        <p:nvSpPr>
          <p:cNvPr id="5" name="Content Placeholder">
            <a:extLst>
              <a:ext uri="{FF2B5EF4-FFF2-40B4-BE49-F238E27FC236}">
                <a16:creationId xmlns:a16="http://schemas.microsoft.com/office/drawing/2014/main" id="{68DF9FA3-520D-226E-FE5C-8C0AB77F136F}"/>
              </a:ext>
            </a:extLst>
          </p:cNvPr>
          <p:cNvSpPr>
            <a:spLocks noGrp="1"/>
          </p:cNvSpPr>
          <p:nvPr>
            <p:ph sz="quarter" idx="10"/>
          </p:nvPr>
        </p:nvSpPr>
        <p:spPr>
          <a:xfrm>
            <a:off x="790574" y="1798638"/>
            <a:ext cx="10609261" cy="4248150"/>
          </a:xfrm>
          <a:prstGeom prst="rect">
            <a:avLst/>
          </a:prstGeom>
        </p:spPr>
        <p:txBody>
          <a:bodyPr/>
          <a:lstStyle>
            <a:lvl1pPr indent="-216000">
              <a:spcAft>
                <a:spcPts val="200"/>
              </a:spcAft>
              <a:buClr>
                <a:schemeClr val="tx2"/>
              </a:buClr>
              <a:defRPr sz="1600"/>
            </a:lvl1pPr>
            <a:lvl2pPr marL="488950" indent="-219075">
              <a:spcBef>
                <a:spcPts val="200"/>
              </a:spcBef>
              <a:spcAft>
                <a:spcPts val="200"/>
              </a:spcAft>
              <a:buClr>
                <a:schemeClr val="tx2"/>
              </a:buClr>
              <a:tabLst/>
              <a:defRPr sz="1400"/>
            </a:lvl2pPr>
            <a:lvl3pPr marL="758825" indent="-219075">
              <a:spcBef>
                <a:spcPts val="200"/>
              </a:spcBef>
              <a:spcAft>
                <a:spcPts val="200"/>
              </a:spcAft>
              <a:buClr>
                <a:schemeClr val="tx2"/>
              </a:buClr>
              <a:tabLst/>
              <a:defRPr sz="1200"/>
            </a:lvl3pPr>
            <a:lvl4pPr marL="1028700" indent="-219075">
              <a:spcBef>
                <a:spcPts val="200"/>
              </a:spcBef>
              <a:spcAft>
                <a:spcPts val="200"/>
              </a:spcAft>
              <a:buClr>
                <a:schemeClr val="tx2"/>
              </a:buClr>
              <a:tabLst/>
              <a:defRPr sz="1100"/>
            </a:lvl4pPr>
            <a:lvl5pPr marL="1249363" indent="-209550">
              <a:spcBef>
                <a:spcPts val="200"/>
              </a:spcBef>
              <a:spcAft>
                <a:spcPts val="200"/>
              </a:spcAft>
              <a:buClr>
                <a:schemeClr val="tx2"/>
              </a:buClr>
              <a:tabLst/>
              <a:defRPr sz="1050"/>
            </a:lvl5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Title">
            <a:extLst>
              <a:ext uri="{FF2B5EF4-FFF2-40B4-BE49-F238E27FC236}">
                <a16:creationId xmlns:a16="http://schemas.microsoft.com/office/drawing/2014/main" id="{5209256F-2ACF-82E0-4B63-2250C7FA310B}"/>
              </a:ext>
            </a:extLst>
          </p:cNvPr>
          <p:cNvSpPr>
            <a:spLocks noGrp="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dirty="0"/>
              <a:t>Click to edit Master title style</a:t>
            </a:r>
          </a:p>
        </p:txBody>
      </p:sp>
      <p:sp>
        <p:nvSpPr>
          <p:cNvPr id="2" name="Slide Number">
            <a:extLst>
              <a:ext uri="{FF2B5EF4-FFF2-40B4-BE49-F238E27FC236}">
                <a16:creationId xmlns:a16="http://schemas.microsoft.com/office/drawing/2014/main" id="{4F6BB3B9-1656-8CC1-621D-BE00C0BE3CC3}"/>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GB" sz="1050" noProof="0" smtClean="0"/>
              <a:pPr/>
              <a:t>‹#›</a:t>
            </a:fld>
            <a:endParaRPr lang="en-GB" sz="1050" noProof="0"/>
          </a:p>
        </p:txBody>
      </p:sp>
    </p:spTree>
    <p:extLst>
      <p:ext uri="{BB962C8B-B14F-4D97-AF65-F5344CB8AC3E}">
        <p14:creationId xmlns:p14="http://schemas.microsoft.com/office/powerpoint/2010/main" val="2701915195"/>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 2 columns">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AA9F0A5-0A99-FE1B-8BA6-A039D5727263}"/>
              </a:ext>
            </a:extLst>
          </p:cNvPr>
          <p:cNvSpPr>
            <a:spLocks noGrp="1" noRot="1" noMove="1" noResize="1" noEditPoints="1" noAdjustHandles="1" noChangeArrowheads="1" noChangeShapeType="1"/>
          </p:cNvSpPr>
          <p:nvPr>
            <p:ph sz="quarter" idx="13"/>
          </p:nvPr>
        </p:nvSpPr>
        <p:spPr>
          <a:xfrm>
            <a:off x="6227279" y="2698190"/>
            <a:ext cx="5184146" cy="3348597"/>
          </a:xfrm>
          <a:prstGeom prst="rect">
            <a:avLst/>
          </a:prstGeom>
        </p:spPr>
        <p:txBody>
          <a:bodyPr/>
          <a:lstStyle>
            <a:lvl1pPr indent="-216000">
              <a:spcAft>
                <a:spcPts val="200"/>
              </a:spcAft>
              <a:buClr>
                <a:schemeClr val="tx2"/>
              </a:buClr>
              <a:defRPr sz="1600"/>
            </a:lvl1pPr>
            <a:lvl2pPr marL="488950" indent="-219075">
              <a:spcBef>
                <a:spcPts val="200"/>
              </a:spcBef>
              <a:spcAft>
                <a:spcPts val="200"/>
              </a:spcAft>
              <a:buClr>
                <a:schemeClr val="tx2"/>
              </a:buClr>
              <a:tabLst/>
              <a:defRPr sz="1400"/>
            </a:lvl2pPr>
            <a:lvl3pPr marL="758825" indent="-219075">
              <a:spcBef>
                <a:spcPts val="200"/>
              </a:spcBef>
              <a:spcAft>
                <a:spcPts val="200"/>
              </a:spcAft>
              <a:buClr>
                <a:schemeClr val="tx2"/>
              </a:buClr>
              <a:tabLst/>
              <a:defRPr sz="1200"/>
            </a:lvl3pPr>
            <a:lvl4pPr marL="1028700" indent="-219075">
              <a:spcBef>
                <a:spcPts val="200"/>
              </a:spcBef>
              <a:spcAft>
                <a:spcPts val="200"/>
              </a:spcAft>
              <a:buClr>
                <a:schemeClr val="tx2"/>
              </a:buClr>
              <a:tabLst/>
              <a:defRPr sz="1100"/>
            </a:lvl4pPr>
            <a:lvl5pPr marL="1249363" indent="-209550">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2"/>
          <p:cNvSpPr>
            <a:spLocks noGrp="1" noRot="1" noMove="1" noResize="1" noEditPoints="1" noAdjustHandles="1" noChangeArrowheads="1" noChangeShapeType="1"/>
          </p:cNvSpPr>
          <p:nvPr>
            <p:ph type="body" sz="quarter" idx="3"/>
          </p:nvPr>
        </p:nvSpPr>
        <p:spPr>
          <a:xfrm>
            <a:off x="6232768" y="1798637"/>
            <a:ext cx="5167070" cy="706438"/>
          </a:xfrm>
          <a:prstGeom prst="rect">
            <a:avLst/>
          </a:prstGeom>
          <a:noFill/>
        </p:spPr>
        <p:txBody>
          <a:bodyPr wrap="square" anchor="b">
            <a:no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Content Placeholder 1">
            <a:extLst>
              <a:ext uri="{FF2B5EF4-FFF2-40B4-BE49-F238E27FC236}">
                <a16:creationId xmlns:a16="http://schemas.microsoft.com/office/drawing/2014/main" id="{64B5D55F-B2F9-8F22-3A75-F8D4AEA6D399}"/>
              </a:ext>
            </a:extLst>
          </p:cNvPr>
          <p:cNvSpPr>
            <a:spLocks noGrp="1" noRot="1" noMove="1" noResize="1" noEditPoints="1" noAdjustHandles="1" noChangeArrowheads="1" noChangeShapeType="1"/>
          </p:cNvSpPr>
          <p:nvPr>
            <p:ph sz="quarter" idx="12"/>
          </p:nvPr>
        </p:nvSpPr>
        <p:spPr>
          <a:xfrm>
            <a:off x="790575" y="2698190"/>
            <a:ext cx="5184146" cy="3348597"/>
          </a:xfrm>
          <a:prstGeom prst="rect">
            <a:avLst/>
          </a:prstGeom>
        </p:spPr>
        <p:txBody>
          <a:bodyPr/>
          <a:lstStyle>
            <a:lvl1pPr indent="-216000">
              <a:spcAft>
                <a:spcPts val="200"/>
              </a:spcAft>
              <a:buClr>
                <a:schemeClr val="tx2"/>
              </a:buClr>
              <a:defRPr sz="1600"/>
            </a:lvl1pPr>
            <a:lvl2pPr marL="488950" indent="-219075">
              <a:spcBef>
                <a:spcPts val="200"/>
              </a:spcBef>
              <a:spcAft>
                <a:spcPts val="200"/>
              </a:spcAft>
              <a:buClr>
                <a:schemeClr val="tx2"/>
              </a:buClr>
              <a:tabLst/>
              <a:defRPr sz="1400"/>
            </a:lvl2pPr>
            <a:lvl3pPr marL="758825" indent="-219075">
              <a:spcBef>
                <a:spcPts val="200"/>
              </a:spcBef>
              <a:spcAft>
                <a:spcPts val="200"/>
              </a:spcAft>
              <a:buClr>
                <a:schemeClr val="tx2"/>
              </a:buClr>
              <a:tabLst/>
              <a:defRPr sz="1200"/>
            </a:lvl3pPr>
            <a:lvl4pPr marL="1028700" indent="-219075">
              <a:spcBef>
                <a:spcPts val="200"/>
              </a:spcBef>
              <a:spcAft>
                <a:spcPts val="200"/>
              </a:spcAft>
              <a:buClr>
                <a:schemeClr val="tx2"/>
              </a:buClr>
              <a:tabLst/>
              <a:defRPr sz="1100"/>
            </a:lvl4pPr>
            <a:lvl5pPr marL="1249363" indent="-209550">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3" name="Text Placeholder 1"/>
          <p:cNvSpPr>
            <a:spLocks noGrp="1" noRot="1" noMove="1" noResize="1" noEditPoints="1" noAdjustHandles="1" noChangeArrowheads="1" noChangeShapeType="1"/>
          </p:cNvSpPr>
          <p:nvPr>
            <p:ph type="body" idx="1"/>
          </p:nvPr>
        </p:nvSpPr>
        <p:spPr>
          <a:xfrm>
            <a:off x="790576" y="1798637"/>
            <a:ext cx="5184145" cy="706437"/>
          </a:xfrm>
          <a:prstGeom prst="rect">
            <a:avLst/>
          </a:prstGeom>
        </p:spPr>
        <p:txBody>
          <a:bodyPr wrap="square" anchor="b">
            <a:no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Title">
            <a:extLst>
              <a:ext uri="{FF2B5EF4-FFF2-40B4-BE49-F238E27FC236}">
                <a16:creationId xmlns:a16="http://schemas.microsoft.com/office/drawing/2014/main" id="{6F3C4D5A-CBA4-3B89-3175-603AB0D5BBB3}"/>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dirty="0"/>
              <a:t>Click to edit Master title style</a:t>
            </a:r>
          </a:p>
        </p:txBody>
      </p:sp>
      <p:sp>
        <p:nvSpPr>
          <p:cNvPr id="2" name="Slide Number">
            <a:extLst>
              <a:ext uri="{FF2B5EF4-FFF2-40B4-BE49-F238E27FC236}">
                <a16:creationId xmlns:a16="http://schemas.microsoft.com/office/drawing/2014/main" id="{A9BB881F-1B20-A35E-FE34-9B6BBD35AE6F}"/>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946336149"/>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 3 columns">
    <p:spTree>
      <p:nvGrpSpPr>
        <p:cNvPr id="1" name=""/>
        <p:cNvGrpSpPr/>
        <p:nvPr/>
      </p:nvGrpSpPr>
      <p:grpSpPr>
        <a:xfrm>
          <a:off x="0" y="0"/>
          <a:ext cx="0" cy="0"/>
          <a:chOff x="0" y="0"/>
          <a:chExt cx="0" cy="0"/>
        </a:xfrm>
      </p:grpSpPr>
      <p:sp>
        <p:nvSpPr>
          <p:cNvPr id="10" name="Content Placeholder 3">
            <a:extLst>
              <a:ext uri="{FF2B5EF4-FFF2-40B4-BE49-F238E27FC236}">
                <a16:creationId xmlns:a16="http://schemas.microsoft.com/office/drawing/2014/main" id="{A587151F-CB0B-88B8-FDBD-28C34A2DE894}"/>
              </a:ext>
            </a:extLst>
          </p:cNvPr>
          <p:cNvSpPr>
            <a:spLocks noGrp="1" noRot="1" noMove="1" noResize="1" noEditPoints="1" noAdjustHandles="1" noChangeArrowheads="1" noChangeShapeType="1"/>
          </p:cNvSpPr>
          <p:nvPr>
            <p:ph sz="quarter" idx="20"/>
          </p:nvPr>
        </p:nvSpPr>
        <p:spPr>
          <a:xfrm>
            <a:off x="8056081" y="2698190"/>
            <a:ext cx="3349799" cy="3348597"/>
          </a:xfrm>
          <a:prstGeom prst="rect">
            <a:avLst/>
          </a:prstGeom>
        </p:spPr>
        <p:txBody>
          <a:bodyPr/>
          <a:lstStyle>
            <a:lvl1pPr indent="-216000">
              <a:spcAft>
                <a:spcPts val="200"/>
              </a:spcAft>
              <a:buClr>
                <a:schemeClr val="tx2"/>
              </a:buClr>
              <a:defRPr sz="1600"/>
            </a:lvl1pPr>
            <a:lvl2pPr marL="488950" indent="-219075">
              <a:spcBef>
                <a:spcPts val="200"/>
              </a:spcBef>
              <a:spcAft>
                <a:spcPts val="200"/>
              </a:spcAft>
              <a:buClr>
                <a:schemeClr val="tx2"/>
              </a:buClr>
              <a:tabLst/>
              <a:defRPr sz="1400"/>
            </a:lvl2pPr>
            <a:lvl3pPr marL="758825" indent="-219075">
              <a:spcBef>
                <a:spcPts val="200"/>
              </a:spcBef>
              <a:spcAft>
                <a:spcPts val="200"/>
              </a:spcAft>
              <a:buClr>
                <a:schemeClr val="tx2"/>
              </a:buClr>
              <a:tabLst/>
              <a:defRPr sz="1200"/>
            </a:lvl3pPr>
            <a:lvl4pPr marL="1028700" indent="-219075">
              <a:spcBef>
                <a:spcPts val="200"/>
              </a:spcBef>
              <a:spcAft>
                <a:spcPts val="200"/>
              </a:spcAft>
              <a:buClr>
                <a:schemeClr val="tx2"/>
              </a:buClr>
              <a:tabLst/>
              <a:defRPr sz="1100"/>
            </a:lvl4pPr>
            <a:lvl5pPr marL="1249363" indent="-209550">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3" name="Text Placeholder 3"/>
          <p:cNvSpPr>
            <a:spLocks noGrp="1" noRot="1" noMove="1" noResize="1" noEditPoints="1" noAdjustHandles="1" noChangeArrowheads="1" noChangeShapeType="1"/>
          </p:cNvSpPr>
          <p:nvPr>
            <p:ph type="body" idx="1"/>
          </p:nvPr>
        </p:nvSpPr>
        <p:spPr>
          <a:xfrm>
            <a:off x="790576" y="1798637"/>
            <a:ext cx="3349799" cy="706437"/>
          </a:xfrm>
          <a:prstGeom prst="rect">
            <a:avLst/>
          </a:prstGeom>
        </p:spPr>
        <p:txBody>
          <a:bodyPr wrap="square" anchor="b">
            <a:no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2">
            <a:extLst>
              <a:ext uri="{FF2B5EF4-FFF2-40B4-BE49-F238E27FC236}">
                <a16:creationId xmlns:a16="http://schemas.microsoft.com/office/drawing/2014/main" id="{CD83E255-04CA-63F3-11D3-C1A7222A5C5D}"/>
              </a:ext>
            </a:extLst>
          </p:cNvPr>
          <p:cNvSpPr>
            <a:spLocks noGrp="1" noRot="1" noMove="1" noResize="1" noEditPoints="1" noAdjustHandles="1" noChangeArrowheads="1" noChangeShapeType="1"/>
          </p:cNvSpPr>
          <p:nvPr>
            <p:ph sz="quarter" idx="19"/>
          </p:nvPr>
        </p:nvSpPr>
        <p:spPr>
          <a:xfrm>
            <a:off x="4428298" y="2698190"/>
            <a:ext cx="3349799" cy="3348597"/>
          </a:xfrm>
          <a:prstGeom prst="rect">
            <a:avLst/>
          </a:prstGeom>
        </p:spPr>
        <p:txBody>
          <a:bodyPr/>
          <a:lstStyle>
            <a:lvl1pPr indent="-216000">
              <a:spcAft>
                <a:spcPts val="200"/>
              </a:spcAft>
              <a:buClr>
                <a:schemeClr val="tx2"/>
              </a:buClr>
              <a:defRPr sz="1600"/>
            </a:lvl1pPr>
            <a:lvl2pPr marL="488950" indent="-219075">
              <a:spcBef>
                <a:spcPts val="200"/>
              </a:spcBef>
              <a:spcAft>
                <a:spcPts val="200"/>
              </a:spcAft>
              <a:buClr>
                <a:schemeClr val="tx2"/>
              </a:buClr>
              <a:tabLst/>
              <a:defRPr sz="1400"/>
            </a:lvl2pPr>
            <a:lvl3pPr marL="758825" indent="-219075">
              <a:spcBef>
                <a:spcPts val="200"/>
              </a:spcBef>
              <a:spcAft>
                <a:spcPts val="200"/>
              </a:spcAft>
              <a:buClr>
                <a:schemeClr val="tx2"/>
              </a:buClr>
              <a:tabLst/>
              <a:defRPr sz="1200"/>
            </a:lvl3pPr>
            <a:lvl4pPr marL="1028700" indent="-219075">
              <a:spcBef>
                <a:spcPts val="200"/>
              </a:spcBef>
              <a:spcAft>
                <a:spcPts val="200"/>
              </a:spcAft>
              <a:buClr>
                <a:schemeClr val="tx2"/>
              </a:buClr>
              <a:tabLst/>
              <a:defRPr sz="1100"/>
            </a:lvl4pPr>
            <a:lvl5pPr marL="1249363" indent="-209550">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2"/>
          <p:cNvSpPr>
            <a:spLocks noGrp="1" noRot="1" noMove="1" noResize="1" noEditPoints="1" noAdjustHandles="1" noChangeArrowheads="1" noChangeShapeType="1"/>
          </p:cNvSpPr>
          <p:nvPr>
            <p:ph type="body" sz="quarter" idx="3"/>
          </p:nvPr>
        </p:nvSpPr>
        <p:spPr>
          <a:xfrm>
            <a:off x="4432907" y="1798637"/>
            <a:ext cx="3349799" cy="706438"/>
          </a:xfrm>
          <a:prstGeom prst="rect">
            <a:avLst/>
          </a:prstGeom>
          <a:noFill/>
        </p:spPr>
        <p:txBody>
          <a:bodyPr wrap="square" anchor="b">
            <a:no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1">
            <a:extLst>
              <a:ext uri="{FF2B5EF4-FFF2-40B4-BE49-F238E27FC236}">
                <a16:creationId xmlns:a16="http://schemas.microsoft.com/office/drawing/2014/main" id="{0C8FCE1F-222F-0BC6-4937-3305132E1F11}"/>
              </a:ext>
            </a:extLst>
          </p:cNvPr>
          <p:cNvSpPr>
            <a:spLocks noGrp="1" noRot="1" noMove="1" noResize="1" noEditPoints="1" noAdjustHandles="1" noChangeArrowheads="1" noChangeShapeType="1"/>
          </p:cNvSpPr>
          <p:nvPr>
            <p:ph sz="quarter" idx="18"/>
          </p:nvPr>
        </p:nvSpPr>
        <p:spPr>
          <a:xfrm>
            <a:off x="790576" y="2698190"/>
            <a:ext cx="3349799" cy="3348597"/>
          </a:xfrm>
          <a:prstGeom prst="rect">
            <a:avLst/>
          </a:prstGeom>
        </p:spPr>
        <p:txBody>
          <a:bodyPr/>
          <a:lstStyle>
            <a:lvl1pPr indent="-216000">
              <a:spcAft>
                <a:spcPts val="200"/>
              </a:spcAft>
              <a:buClr>
                <a:schemeClr val="tx2"/>
              </a:buClr>
              <a:defRPr sz="1600"/>
            </a:lvl1pPr>
            <a:lvl2pPr marL="488950" indent="-219075">
              <a:spcBef>
                <a:spcPts val="200"/>
              </a:spcBef>
              <a:spcAft>
                <a:spcPts val="200"/>
              </a:spcAft>
              <a:buClr>
                <a:schemeClr val="tx2"/>
              </a:buClr>
              <a:tabLst/>
              <a:defRPr sz="1400"/>
            </a:lvl2pPr>
            <a:lvl3pPr marL="758825" indent="-219075">
              <a:spcBef>
                <a:spcPts val="200"/>
              </a:spcBef>
              <a:spcAft>
                <a:spcPts val="200"/>
              </a:spcAft>
              <a:buClr>
                <a:schemeClr val="tx2"/>
              </a:buClr>
              <a:tabLst/>
              <a:defRPr sz="1200"/>
            </a:lvl3pPr>
            <a:lvl4pPr marL="1028700" indent="-219075">
              <a:spcBef>
                <a:spcPts val="200"/>
              </a:spcBef>
              <a:spcAft>
                <a:spcPts val="200"/>
              </a:spcAft>
              <a:buClr>
                <a:schemeClr val="tx2"/>
              </a:buClr>
              <a:tabLst/>
              <a:defRPr sz="1100"/>
            </a:lvl4pPr>
            <a:lvl5pPr marL="1249363" indent="-209550">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1" name="Text Placeholder 1">
            <a:extLst>
              <a:ext uri="{FF2B5EF4-FFF2-40B4-BE49-F238E27FC236}">
                <a16:creationId xmlns:a16="http://schemas.microsoft.com/office/drawing/2014/main" id="{0A827F33-D01B-C18D-1700-94E1DF78C972}"/>
              </a:ext>
            </a:extLst>
          </p:cNvPr>
          <p:cNvSpPr>
            <a:spLocks noGrp="1" noRot="1" noMove="1" noResize="1" noEditPoints="1" noAdjustHandles="1" noChangeArrowheads="1" noChangeShapeType="1"/>
          </p:cNvSpPr>
          <p:nvPr>
            <p:ph type="body" sz="quarter" idx="17"/>
          </p:nvPr>
        </p:nvSpPr>
        <p:spPr>
          <a:xfrm>
            <a:off x="8055783" y="1798637"/>
            <a:ext cx="3349799" cy="706438"/>
          </a:xfrm>
          <a:prstGeom prst="rect">
            <a:avLst/>
          </a:prstGeom>
          <a:noFill/>
        </p:spPr>
        <p:txBody>
          <a:bodyPr wrap="square" anchor="b">
            <a:no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Title">
            <a:extLst>
              <a:ext uri="{FF2B5EF4-FFF2-40B4-BE49-F238E27FC236}">
                <a16:creationId xmlns:a16="http://schemas.microsoft.com/office/drawing/2014/main" id="{6F3C4D5A-CBA4-3B89-3175-603AB0D5BBB3}"/>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2" name="Slide Number">
            <a:extLst>
              <a:ext uri="{FF2B5EF4-FFF2-40B4-BE49-F238E27FC236}">
                <a16:creationId xmlns:a16="http://schemas.microsoft.com/office/drawing/2014/main" id="{FFB338EF-E8F2-D5CE-00E7-A4A8CBFA0FDD}"/>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401087218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hoto">
    <p:spTree>
      <p:nvGrpSpPr>
        <p:cNvPr id="1" name=""/>
        <p:cNvGrpSpPr/>
        <p:nvPr/>
      </p:nvGrpSpPr>
      <p:grpSpPr>
        <a:xfrm>
          <a:off x="0" y="0"/>
          <a:ext cx="0" cy="0"/>
          <a:chOff x="0" y="0"/>
          <a:chExt cx="0" cy="0"/>
        </a:xfrm>
      </p:grpSpPr>
      <p:sp>
        <p:nvSpPr>
          <p:cNvPr id="3" name="Picture Placeholder">
            <a:extLst>
              <a:ext uri="{FF2B5EF4-FFF2-40B4-BE49-F238E27FC236}">
                <a16:creationId xmlns:a16="http://schemas.microsoft.com/office/drawing/2014/main" id="{5B72939D-61BD-4609-D476-6D997AC794F2}"/>
              </a:ext>
            </a:extLst>
          </p:cNvPr>
          <p:cNvSpPr>
            <a:spLocks noGrp="1" noRot="1" noMove="1" noResize="1" noEditPoints="1" noAdjustHandles="1" noChangeArrowheads="1" noChangeShapeType="1"/>
          </p:cNvSpPr>
          <p:nvPr>
            <p:ph type="pic" sz="quarter" idx="14"/>
          </p:nvPr>
        </p:nvSpPr>
        <p:spPr>
          <a:xfrm>
            <a:off x="0" y="1798638"/>
            <a:ext cx="12192000" cy="4068762"/>
          </a:xfrm>
          <a:prstGeom prst="rect">
            <a:avLst/>
          </a:prstGeom>
          <a:solidFill>
            <a:srgbClr val="D6E0FF"/>
          </a:solidFill>
        </p:spPr>
        <p:txBody>
          <a:bodyPr tIns="1260000" anchor="ctr" anchorCtr="0"/>
          <a:lstStyle>
            <a:lvl1pPr marL="0" indent="0" algn="ctr">
              <a:buNone/>
              <a:defRPr sz="1600"/>
            </a:lvl1pPr>
          </a:lstStyle>
          <a:p>
            <a:r>
              <a:rPr lang="en-GB"/>
              <a:t>Click icon to add picture</a:t>
            </a:r>
            <a:endParaRPr lang="en-BE"/>
          </a:p>
        </p:txBody>
      </p:sp>
      <p:sp>
        <p:nvSpPr>
          <p:cNvPr id="4" name="Title">
            <a:extLst>
              <a:ext uri="{FF2B5EF4-FFF2-40B4-BE49-F238E27FC236}">
                <a16:creationId xmlns:a16="http://schemas.microsoft.com/office/drawing/2014/main" id="{136C2E53-89B6-D5FC-0588-C7BC76265853}"/>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2" name="Slide Number">
            <a:extLst>
              <a:ext uri="{FF2B5EF4-FFF2-40B4-BE49-F238E27FC236}">
                <a16:creationId xmlns:a16="http://schemas.microsoft.com/office/drawing/2014/main" id="{F59FFC6F-5B5B-BB27-6860-A3B5EC97959A}"/>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3762637837"/>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Picture Placeholder">
            <a:extLst>
              <a:ext uri="{FF2B5EF4-FFF2-40B4-BE49-F238E27FC236}">
                <a16:creationId xmlns:a16="http://schemas.microsoft.com/office/drawing/2014/main" id="{6EBA33BF-8381-4378-70B7-B234C3E865AB}"/>
              </a:ext>
            </a:extLst>
          </p:cNvPr>
          <p:cNvSpPr>
            <a:spLocks noGrp="1" noRot="1" noMove="1" noResize="1" noEditPoints="1" noAdjustHandles="1" noChangeArrowheads="1" noChangeShapeType="1"/>
          </p:cNvSpPr>
          <p:nvPr>
            <p:ph type="pic" sz="quarter" idx="18"/>
          </p:nvPr>
        </p:nvSpPr>
        <p:spPr>
          <a:xfrm>
            <a:off x="832010" y="1805204"/>
            <a:ext cx="4889521" cy="4241583"/>
          </a:xfrm>
          <a:prstGeom prst="roundRect">
            <a:avLst>
              <a:gd name="adj" fmla="val 9481"/>
            </a:avLst>
          </a:prstGeom>
          <a:solidFill>
            <a:srgbClr val="D6E0FF"/>
          </a:solidFill>
          <a:ln w="28575" cmpd="sng">
            <a:noFill/>
          </a:ln>
        </p:spPr>
        <p:txBody>
          <a:bodyPr tIns="720000" bIns="0" anchor="ctr" anchorCtr="0"/>
          <a:lstStyle>
            <a:lvl1pPr marL="0" indent="0" algn="ctr">
              <a:buClr>
                <a:schemeClr val="accent2"/>
              </a:buClr>
              <a:buFont typeface="Arial"/>
              <a:buNone/>
              <a:defRPr sz="1600"/>
            </a:lvl1pPr>
          </a:lstStyle>
          <a:p>
            <a:r>
              <a:rPr lang="en-GB" noProof="0"/>
              <a:t>Click icon to add picture</a:t>
            </a:r>
          </a:p>
        </p:txBody>
      </p:sp>
      <p:sp>
        <p:nvSpPr>
          <p:cNvPr id="2" name="Text Placeholder">
            <a:extLst>
              <a:ext uri="{FF2B5EF4-FFF2-40B4-BE49-F238E27FC236}">
                <a16:creationId xmlns:a16="http://schemas.microsoft.com/office/drawing/2014/main" id="{843ADEED-3715-BB94-D668-EC772D36B219}"/>
              </a:ext>
            </a:extLst>
          </p:cNvPr>
          <p:cNvSpPr>
            <a:spLocks noGrp="1" noRot="1" noMove="1" noResize="1" noEditPoints="1" noAdjustHandles="1" noChangeArrowheads="1" noChangeShapeType="1"/>
          </p:cNvSpPr>
          <p:nvPr>
            <p:ph type="body" sz="quarter" idx="15" hasCustomPrompt="1"/>
          </p:nvPr>
        </p:nvSpPr>
        <p:spPr>
          <a:xfrm>
            <a:off x="6096000" y="2674767"/>
            <a:ext cx="5303838" cy="2552142"/>
          </a:xfrm>
          <a:prstGeom prst="rect">
            <a:avLst/>
          </a:prstGeom>
          <a:noFill/>
        </p:spPr>
        <p:txBody>
          <a:bodyPr lIns="360000" tIns="360000" rIns="360000" bIns="360000" anchor="ctr" anchorCtr="0"/>
          <a:lstStyle>
            <a:lvl1pPr marL="0" indent="0" algn="ctr">
              <a:buNone/>
              <a:defRPr i="1">
                <a:solidFill>
                  <a:schemeClr val="tx1"/>
                </a:solidFill>
              </a:defRPr>
            </a:lvl1pPr>
          </a:lstStyle>
          <a:p>
            <a:pPr lvl="0"/>
            <a:r>
              <a:rPr lang="en-GB"/>
              <a:t>Quote</a:t>
            </a:r>
          </a:p>
        </p:txBody>
      </p:sp>
      <p:sp>
        <p:nvSpPr>
          <p:cNvPr id="9" name="Title">
            <a:extLst>
              <a:ext uri="{FF2B5EF4-FFF2-40B4-BE49-F238E27FC236}">
                <a16:creationId xmlns:a16="http://schemas.microsoft.com/office/drawing/2014/main" id="{9776D06F-22B3-C8E6-815C-922071D7F8D4}"/>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3" name="Slide Number">
            <a:extLst>
              <a:ext uri="{FF2B5EF4-FFF2-40B4-BE49-F238E27FC236}">
                <a16:creationId xmlns:a16="http://schemas.microsoft.com/office/drawing/2014/main" id="{7F6B83DC-84D3-4BAE-839E-1656E3EE16FE}"/>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3291357632"/>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Picture and Content (half page)">
    <p:spTree>
      <p:nvGrpSpPr>
        <p:cNvPr id="1" name=""/>
        <p:cNvGrpSpPr/>
        <p:nvPr/>
      </p:nvGrpSpPr>
      <p:grpSpPr>
        <a:xfrm>
          <a:off x="0" y="0"/>
          <a:ext cx="0" cy="0"/>
          <a:chOff x="0" y="0"/>
          <a:chExt cx="0" cy="0"/>
        </a:xfrm>
      </p:grpSpPr>
      <p:sp>
        <p:nvSpPr>
          <p:cNvPr id="2" name="Picture Placeholder">
            <a:extLst>
              <a:ext uri="{FF2B5EF4-FFF2-40B4-BE49-F238E27FC236}">
                <a16:creationId xmlns:a16="http://schemas.microsoft.com/office/drawing/2014/main" id="{DFBD9765-3C72-06D1-09D8-10CDE03BBEAA}"/>
              </a:ext>
            </a:extLst>
          </p:cNvPr>
          <p:cNvSpPr>
            <a:spLocks noGrp="1" noRot="1" noMove="1" noResize="1" noEditPoints="1" noAdjustHandles="1" noChangeArrowheads="1" noChangeShapeType="1"/>
          </p:cNvSpPr>
          <p:nvPr>
            <p:ph type="pic" sz="quarter" idx="18"/>
          </p:nvPr>
        </p:nvSpPr>
        <p:spPr>
          <a:xfrm>
            <a:off x="6096001" y="1805204"/>
            <a:ext cx="5303838" cy="4241583"/>
          </a:xfrm>
          <a:prstGeom prst="roundRect">
            <a:avLst>
              <a:gd name="adj" fmla="val 8983"/>
            </a:avLst>
          </a:prstGeom>
          <a:solidFill>
            <a:srgbClr val="D6E0FF"/>
          </a:solidFill>
          <a:ln w="28575" cmpd="sng">
            <a:noFill/>
          </a:ln>
        </p:spPr>
        <p:txBody>
          <a:bodyPr tIns="720000" bIns="0" anchor="ctr" anchorCtr="0"/>
          <a:lstStyle>
            <a:lvl1pPr marL="0" indent="0" algn="ctr">
              <a:buClr>
                <a:schemeClr val="accent2"/>
              </a:buClr>
              <a:buFont typeface="Arial"/>
              <a:buNone/>
              <a:defRPr sz="1600"/>
            </a:lvl1pPr>
          </a:lstStyle>
          <a:p>
            <a:r>
              <a:rPr lang="en-GB" noProof="0"/>
              <a:t>Click icon to add picture</a:t>
            </a:r>
          </a:p>
        </p:txBody>
      </p:sp>
      <p:sp>
        <p:nvSpPr>
          <p:cNvPr id="10" name="Text Placeholder">
            <a:extLst>
              <a:ext uri="{FF2B5EF4-FFF2-40B4-BE49-F238E27FC236}">
                <a16:creationId xmlns:a16="http://schemas.microsoft.com/office/drawing/2014/main" id="{E4E583BE-0611-D157-910C-723414A4A6AA}"/>
              </a:ext>
            </a:extLst>
          </p:cNvPr>
          <p:cNvSpPr>
            <a:spLocks noGrp="1"/>
          </p:cNvSpPr>
          <p:nvPr>
            <p:ph type="body" sz="quarter" idx="15"/>
          </p:nvPr>
        </p:nvSpPr>
        <p:spPr>
          <a:xfrm>
            <a:off x="790575" y="2358000"/>
            <a:ext cx="4985536" cy="3474000"/>
          </a:xfrm>
          <a:prstGeom prst="rect">
            <a:avLst/>
          </a:prstGeom>
        </p:spPr>
        <p:txBody>
          <a:bodyPr/>
          <a:lstStyle>
            <a:lvl1pPr marL="225425" indent="-216000">
              <a:spcAft>
                <a:spcPts val="200"/>
              </a:spcAft>
              <a:buClr>
                <a:schemeClr val="tx2"/>
              </a:buClr>
              <a:tabLst/>
              <a:defRPr sz="1600"/>
            </a:lvl1pPr>
            <a:lvl2pPr marL="534988" indent="-215900">
              <a:spcBef>
                <a:spcPts val="0"/>
              </a:spcBef>
              <a:spcAft>
                <a:spcPts val="200"/>
              </a:spcAft>
              <a:buClr>
                <a:schemeClr val="tx2"/>
              </a:buClr>
              <a:tabLst/>
              <a:defRPr sz="1400"/>
            </a:lvl2pPr>
            <a:lvl3pPr marL="808038" indent="-215900">
              <a:spcBef>
                <a:spcPts val="200"/>
              </a:spcBef>
              <a:spcAft>
                <a:spcPts val="200"/>
              </a:spcAft>
              <a:buClr>
                <a:schemeClr val="tx2"/>
              </a:buClr>
              <a:tabLst/>
              <a:defRPr sz="1200"/>
            </a:lvl3pPr>
            <a:lvl4pPr marL="1071563" indent="-215900">
              <a:spcBef>
                <a:spcPts val="200"/>
              </a:spcBef>
              <a:spcAft>
                <a:spcPts val="200"/>
              </a:spcAft>
              <a:buClr>
                <a:schemeClr val="tx2"/>
              </a:buClr>
              <a:tabLst/>
              <a:defRPr sz="1100"/>
            </a:lvl4pPr>
            <a:lvl5pPr marL="1335088" indent="-215900">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9" name="Title">
            <a:extLst>
              <a:ext uri="{FF2B5EF4-FFF2-40B4-BE49-F238E27FC236}">
                <a16:creationId xmlns:a16="http://schemas.microsoft.com/office/drawing/2014/main" id="{AA0E8AFA-B815-894A-CDD8-718FCA065CDF}"/>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3" name="Slide Number">
            <a:extLst>
              <a:ext uri="{FF2B5EF4-FFF2-40B4-BE49-F238E27FC236}">
                <a16:creationId xmlns:a16="http://schemas.microsoft.com/office/drawing/2014/main" id="{79C5041D-2DA5-80C0-E0FA-80521700E9B7}"/>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1649063866"/>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Picture and Content x2 (half page)">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104BD840-2156-E332-09E0-EDA53FBD650A}"/>
              </a:ext>
            </a:extLst>
          </p:cNvPr>
          <p:cNvSpPr>
            <a:spLocks noGrp="1"/>
          </p:cNvSpPr>
          <p:nvPr>
            <p:ph type="body" sz="quarter" idx="15"/>
          </p:nvPr>
        </p:nvSpPr>
        <p:spPr>
          <a:xfrm>
            <a:off x="790574" y="2358000"/>
            <a:ext cx="4978311" cy="3474000"/>
          </a:xfrm>
          <a:prstGeom prst="rect">
            <a:avLst/>
          </a:prstGeom>
        </p:spPr>
        <p:txBody>
          <a:bodyPr/>
          <a:lstStyle>
            <a:lvl1pPr marL="225425" indent="-216000" algn="l">
              <a:spcAft>
                <a:spcPts val="200"/>
              </a:spcAft>
              <a:buClr>
                <a:schemeClr val="tx2"/>
              </a:buClr>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itle">
            <a:extLst>
              <a:ext uri="{FF2B5EF4-FFF2-40B4-BE49-F238E27FC236}">
                <a16:creationId xmlns:a16="http://schemas.microsoft.com/office/drawing/2014/main" id="{0F781348-A971-C650-1C2C-F01247DDCC32}"/>
              </a:ext>
            </a:extLst>
          </p:cNvPr>
          <p:cNvSpPr>
            <a:spLocks noGrp="1"/>
          </p:cNvSpPr>
          <p:nvPr>
            <p:ph type="title"/>
          </p:nvPr>
        </p:nvSpPr>
        <p:spPr>
          <a:xfrm>
            <a:off x="790576" y="575220"/>
            <a:ext cx="4978309"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2" name="Slide Number">
            <a:extLst>
              <a:ext uri="{FF2B5EF4-FFF2-40B4-BE49-F238E27FC236}">
                <a16:creationId xmlns:a16="http://schemas.microsoft.com/office/drawing/2014/main" id="{641059CE-58CF-E8C9-E1EB-74C19DA1EFA8}"/>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
        <p:nvSpPr>
          <p:cNvPr id="9" name="Picture Placeholder 1">
            <a:extLst>
              <a:ext uri="{FF2B5EF4-FFF2-40B4-BE49-F238E27FC236}">
                <a16:creationId xmlns:a16="http://schemas.microsoft.com/office/drawing/2014/main" id="{27E908FB-891C-8F45-F837-78A667B59145}"/>
              </a:ext>
            </a:extLst>
          </p:cNvPr>
          <p:cNvSpPr>
            <a:spLocks noGrp="1"/>
          </p:cNvSpPr>
          <p:nvPr>
            <p:ph type="pic" sz="quarter" idx="17"/>
          </p:nvPr>
        </p:nvSpPr>
        <p:spPr>
          <a:xfrm>
            <a:off x="6095207" y="3492008"/>
            <a:ext cx="5303839" cy="2509200"/>
          </a:xfrm>
          <a:prstGeom prst="roundRect">
            <a:avLst>
              <a:gd name="adj" fmla="val 11383"/>
            </a:avLst>
          </a:prstGeom>
          <a:solidFill>
            <a:srgbClr val="D6E0FF"/>
          </a:solidFill>
          <a:ln w="28575">
            <a:noFill/>
          </a:ln>
        </p:spPr>
        <p:txBody>
          <a:bodyPr lIns="360000" tIns="1260000" rIns="360000" bIns="360000" anchor="ctr" anchorCtr="0"/>
          <a:lstStyle>
            <a:lvl1pPr marL="0" indent="0" algn="ctr">
              <a:buNone/>
              <a:defRPr sz="1600"/>
            </a:lvl1pPr>
          </a:lstStyle>
          <a:p>
            <a:r>
              <a:rPr lang="en-GB" noProof="0" dirty="0"/>
              <a:t>Click icon to add picture</a:t>
            </a:r>
          </a:p>
        </p:txBody>
      </p:sp>
      <p:sp>
        <p:nvSpPr>
          <p:cNvPr id="15" name="Picture Placeholder 1">
            <a:extLst>
              <a:ext uri="{FF2B5EF4-FFF2-40B4-BE49-F238E27FC236}">
                <a16:creationId xmlns:a16="http://schemas.microsoft.com/office/drawing/2014/main" id="{DD0200CB-783C-93E7-20B2-402B9A3A7653}"/>
              </a:ext>
            </a:extLst>
          </p:cNvPr>
          <p:cNvSpPr>
            <a:spLocks noGrp="1"/>
          </p:cNvSpPr>
          <p:nvPr>
            <p:ph type="pic" sz="quarter" idx="18"/>
          </p:nvPr>
        </p:nvSpPr>
        <p:spPr>
          <a:xfrm>
            <a:off x="6095206" y="840789"/>
            <a:ext cx="5303839" cy="2509200"/>
          </a:xfrm>
          <a:prstGeom prst="roundRect">
            <a:avLst>
              <a:gd name="adj" fmla="val 11383"/>
            </a:avLst>
          </a:prstGeom>
          <a:solidFill>
            <a:srgbClr val="D6E0FF"/>
          </a:solidFill>
          <a:ln w="28575">
            <a:noFill/>
          </a:ln>
        </p:spPr>
        <p:txBody>
          <a:bodyPr lIns="360000" tIns="1260000" rIns="360000" bIns="360000" anchor="ctr" anchorCtr="0"/>
          <a:lstStyle>
            <a:lvl1pPr marL="0" indent="0" algn="ctr">
              <a:buNone/>
              <a:defRPr sz="1600"/>
            </a:lvl1pPr>
          </a:lstStyle>
          <a:p>
            <a:r>
              <a:rPr lang="en-GB" noProof="0" dirty="0"/>
              <a:t>Click icon to add picture</a:t>
            </a:r>
          </a:p>
        </p:txBody>
      </p:sp>
    </p:spTree>
    <p:extLst>
      <p:ext uri="{BB962C8B-B14F-4D97-AF65-F5344CB8AC3E}">
        <p14:creationId xmlns:p14="http://schemas.microsoft.com/office/powerpoint/2010/main" val="1409763252"/>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Picture and Content (half page)">
    <p:spTree>
      <p:nvGrpSpPr>
        <p:cNvPr id="1" name=""/>
        <p:cNvGrpSpPr/>
        <p:nvPr/>
      </p:nvGrpSpPr>
      <p:grpSpPr>
        <a:xfrm>
          <a:off x="0" y="0"/>
          <a:ext cx="0" cy="0"/>
          <a:chOff x="0" y="0"/>
          <a:chExt cx="0" cy="0"/>
        </a:xfrm>
      </p:grpSpPr>
      <p:sp>
        <p:nvSpPr>
          <p:cNvPr id="7" name="Picture Placeholder 1"/>
          <p:cNvSpPr>
            <a:spLocks noGrp="1" noRot="1" noMove="1" noResize="1" noEditPoints="1" noAdjustHandles="1" noChangeArrowheads="1" noChangeShapeType="1"/>
          </p:cNvSpPr>
          <p:nvPr>
            <p:ph type="pic" sz="quarter" idx="13"/>
          </p:nvPr>
        </p:nvSpPr>
        <p:spPr>
          <a:xfrm>
            <a:off x="6096001" y="0"/>
            <a:ext cx="6096000" cy="6858000"/>
          </a:xfrm>
          <a:prstGeom prst="rect">
            <a:avLst/>
          </a:prstGeom>
          <a:solidFill>
            <a:srgbClr val="D6E0FF"/>
          </a:solidFill>
          <a:ln w="28575">
            <a:noFill/>
          </a:ln>
        </p:spPr>
        <p:txBody>
          <a:bodyPr lIns="360000" tIns="1260000" rIns="360000" bIns="360000" anchor="ctr" anchorCtr="0"/>
          <a:lstStyle>
            <a:lvl1pPr marL="0" indent="0" algn="ctr">
              <a:buNone/>
              <a:defRPr sz="1600"/>
            </a:lvl1pPr>
          </a:lstStyle>
          <a:p>
            <a:r>
              <a:rPr lang="en-GB" noProof="0"/>
              <a:t>Click icon to add picture</a:t>
            </a:r>
          </a:p>
        </p:txBody>
      </p:sp>
      <p:sp>
        <p:nvSpPr>
          <p:cNvPr id="8" name="Text Placeholder 1">
            <a:extLst>
              <a:ext uri="{FF2B5EF4-FFF2-40B4-BE49-F238E27FC236}">
                <a16:creationId xmlns:a16="http://schemas.microsoft.com/office/drawing/2014/main" id="{104BD840-2156-E332-09E0-EDA53FBD650A}"/>
              </a:ext>
            </a:extLst>
          </p:cNvPr>
          <p:cNvSpPr>
            <a:spLocks noGrp="1"/>
          </p:cNvSpPr>
          <p:nvPr>
            <p:ph type="body" sz="quarter" idx="15"/>
          </p:nvPr>
        </p:nvSpPr>
        <p:spPr>
          <a:xfrm>
            <a:off x="790574" y="2358000"/>
            <a:ext cx="4978311" cy="3474000"/>
          </a:xfrm>
          <a:prstGeom prst="rect">
            <a:avLst/>
          </a:prstGeom>
        </p:spPr>
        <p:txBody>
          <a:bodyPr/>
          <a:lstStyle>
            <a:lvl1pPr marL="225425" indent="-216000" algn="l">
              <a:spcAft>
                <a:spcPts val="200"/>
              </a:spcAft>
              <a:buClr>
                <a:schemeClr val="tx2"/>
              </a:buClr>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itle">
            <a:extLst>
              <a:ext uri="{FF2B5EF4-FFF2-40B4-BE49-F238E27FC236}">
                <a16:creationId xmlns:a16="http://schemas.microsoft.com/office/drawing/2014/main" id="{0F781348-A971-C650-1C2C-F01247DDCC32}"/>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2" name="Slide Number">
            <a:extLst>
              <a:ext uri="{FF2B5EF4-FFF2-40B4-BE49-F238E27FC236}">
                <a16:creationId xmlns:a16="http://schemas.microsoft.com/office/drawing/2014/main" id="{641059CE-58CF-E8C9-E1EB-74C19DA1EFA8}"/>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257315055"/>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Picture and Content (half page)">
    <p:spTree>
      <p:nvGrpSpPr>
        <p:cNvPr id="1" name=""/>
        <p:cNvGrpSpPr/>
        <p:nvPr/>
      </p:nvGrpSpPr>
      <p:grpSpPr>
        <a:xfrm>
          <a:off x="0" y="0"/>
          <a:ext cx="0" cy="0"/>
          <a:chOff x="0" y="0"/>
          <a:chExt cx="0" cy="0"/>
        </a:xfrm>
      </p:grpSpPr>
      <p:sp>
        <p:nvSpPr>
          <p:cNvPr id="7" name="Picture Placeholder 1"/>
          <p:cNvSpPr>
            <a:spLocks noGrp="1"/>
          </p:cNvSpPr>
          <p:nvPr>
            <p:ph type="pic" sz="quarter" idx="13"/>
          </p:nvPr>
        </p:nvSpPr>
        <p:spPr>
          <a:xfrm>
            <a:off x="6096001" y="0"/>
            <a:ext cx="6096000" cy="6858000"/>
          </a:xfrm>
          <a:prstGeom prst="rect">
            <a:avLst/>
          </a:prstGeom>
          <a:solidFill>
            <a:srgbClr val="D6E0FF"/>
          </a:solidFill>
          <a:ln w="28575">
            <a:noFill/>
          </a:ln>
        </p:spPr>
        <p:txBody>
          <a:bodyPr lIns="360000" tIns="1260000" rIns="360000" bIns="360000" anchor="ctr" anchorCtr="0"/>
          <a:lstStyle>
            <a:lvl1pPr marL="0" indent="0" algn="ctr">
              <a:buNone/>
              <a:defRPr sz="1600"/>
            </a:lvl1pPr>
          </a:lstStyle>
          <a:p>
            <a:r>
              <a:rPr lang="en-GB" noProof="0"/>
              <a:t>Click icon to add picture</a:t>
            </a:r>
          </a:p>
        </p:txBody>
      </p:sp>
      <p:sp>
        <p:nvSpPr>
          <p:cNvPr id="5" name="Title">
            <a:extLst>
              <a:ext uri="{FF2B5EF4-FFF2-40B4-BE49-F238E27FC236}">
                <a16:creationId xmlns:a16="http://schemas.microsoft.com/office/drawing/2014/main" id="{0F781348-A971-C650-1C2C-F01247DDCC32}"/>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2" name="Slide Number">
            <a:extLst>
              <a:ext uri="{FF2B5EF4-FFF2-40B4-BE49-F238E27FC236}">
                <a16:creationId xmlns:a16="http://schemas.microsoft.com/office/drawing/2014/main" id="{641059CE-58CF-E8C9-E1EB-74C19DA1EFA8}"/>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
        <p:nvSpPr>
          <p:cNvPr id="3" name="Picture Placeholder 1">
            <a:extLst>
              <a:ext uri="{FF2B5EF4-FFF2-40B4-BE49-F238E27FC236}">
                <a16:creationId xmlns:a16="http://schemas.microsoft.com/office/drawing/2014/main" id="{25A8A799-4278-C91F-86A6-4E1871ECEA8E}"/>
              </a:ext>
            </a:extLst>
          </p:cNvPr>
          <p:cNvSpPr>
            <a:spLocks noGrp="1"/>
          </p:cNvSpPr>
          <p:nvPr>
            <p:ph type="pic" sz="quarter" idx="16"/>
          </p:nvPr>
        </p:nvSpPr>
        <p:spPr>
          <a:xfrm>
            <a:off x="790576" y="2262795"/>
            <a:ext cx="5759999" cy="3240000"/>
          </a:xfrm>
          <a:prstGeom prst="rect">
            <a:avLst/>
          </a:prstGeom>
          <a:solidFill>
            <a:srgbClr val="D6E0FF"/>
          </a:solidFill>
          <a:ln w="28575">
            <a:noFill/>
          </a:ln>
        </p:spPr>
        <p:txBody>
          <a:bodyPr lIns="360000" tIns="1260000" rIns="360000" bIns="360000" anchor="ctr" anchorCtr="0"/>
          <a:lstStyle>
            <a:lvl1pPr marL="0" indent="0" algn="ctr">
              <a:buNone/>
              <a:defRPr sz="1600"/>
            </a:lvl1pPr>
          </a:lstStyle>
          <a:p>
            <a:r>
              <a:rPr lang="en-GB" noProof="0"/>
              <a:t>Click icon to add picture</a:t>
            </a:r>
          </a:p>
        </p:txBody>
      </p:sp>
    </p:spTree>
    <p:extLst>
      <p:ext uri="{BB962C8B-B14F-4D97-AF65-F5344CB8AC3E}">
        <p14:creationId xmlns:p14="http://schemas.microsoft.com/office/powerpoint/2010/main" val="4012224699"/>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Picture and Content (half page)">
    <p:spTree>
      <p:nvGrpSpPr>
        <p:cNvPr id="1" name=""/>
        <p:cNvGrpSpPr/>
        <p:nvPr/>
      </p:nvGrpSpPr>
      <p:grpSpPr>
        <a:xfrm>
          <a:off x="0" y="0"/>
          <a:ext cx="0" cy="0"/>
          <a:chOff x="0" y="0"/>
          <a:chExt cx="0" cy="0"/>
        </a:xfrm>
      </p:grpSpPr>
      <p:sp>
        <p:nvSpPr>
          <p:cNvPr id="7" name="Picture Placeholder 1"/>
          <p:cNvSpPr>
            <a:spLocks noGrp="1"/>
          </p:cNvSpPr>
          <p:nvPr>
            <p:ph type="pic" sz="quarter" idx="13"/>
          </p:nvPr>
        </p:nvSpPr>
        <p:spPr>
          <a:xfrm>
            <a:off x="0" y="0"/>
            <a:ext cx="12192002" cy="6858000"/>
          </a:xfrm>
          <a:prstGeom prst="rect">
            <a:avLst/>
          </a:prstGeom>
          <a:solidFill>
            <a:srgbClr val="D6E0FF"/>
          </a:solidFill>
          <a:ln w="28575">
            <a:noFill/>
          </a:ln>
        </p:spPr>
        <p:txBody>
          <a:bodyPr lIns="360000" tIns="1260000" rIns="360000" bIns="360000" anchor="ctr" anchorCtr="0"/>
          <a:lstStyle>
            <a:lvl1pPr marL="0" indent="0" algn="ctr">
              <a:buNone/>
              <a:defRPr sz="1600"/>
            </a:lvl1pPr>
          </a:lstStyle>
          <a:p>
            <a:r>
              <a:rPr lang="en-GB" noProof="0"/>
              <a:t>Click icon to add picture</a:t>
            </a:r>
          </a:p>
        </p:txBody>
      </p:sp>
      <p:sp>
        <p:nvSpPr>
          <p:cNvPr id="2" name="Slide Number">
            <a:extLst>
              <a:ext uri="{FF2B5EF4-FFF2-40B4-BE49-F238E27FC236}">
                <a16:creationId xmlns:a16="http://schemas.microsoft.com/office/drawing/2014/main" id="{641059CE-58CF-E8C9-E1EB-74C19DA1EFA8}"/>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
        <p:nvSpPr>
          <p:cNvPr id="4" name="Text Placeholder 1">
            <a:extLst>
              <a:ext uri="{FF2B5EF4-FFF2-40B4-BE49-F238E27FC236}">
                <a16:creationId xmlns:a16="http://schemas.microsoft.com/office/drawing/2014/main" id="{CE0B2A09-0788-9350-A7CD-88C700F8EF7C}"/>
              </a:ext>
            </a:extLst>
          </p:cNvPr>
          <p:cNvSpPr>
            <a:spLocks noGrp="1"/>
          </p:cNvSpPr>
          <p:nvPr>
            <p:ph type="body" sz="quarter" idx="15"/>
          </p:nvPr>
        </p:nvSpPr>
        <p:spPr>
          <a:xfrm>
            <a:off x="7632970" y="4307150"/>
            <a:ext cx="4559030" cy="609737"/>
          </a:xfrm>
          <a:prstGeom prst="rect">
            <a:avLst/>
          </a:prstGeom>
          <a:solidFill>
            <a:schemeClr val="bg1"/>
          </a:solidFill>
        </p:spPr>
        <p:txBody>
          <a:bodyPr wrap="square" lIns="180000" tIns="180000" rIns="720000" bIns="180000" anchor="b" anchorCtr="0">
            <a:spAutoFit/>
          </a:bodyPr>
          <a:lstStyle>
            <a:lvl1pPr marL="225425" indent="-216000" algn="l">
              <a:spcAft>
                <a:spcPts val="200"/>
              </a:spcAft>
              <a:buClr>
                <a:schemeClr val="tx2"/>
              </a:buClr>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p:txBody>
      </p:sp>
      <p:sp>
        <p:nvSpPr>
          <p:cNvPr id="11" name="Text Placeholder 1">
            <a:extLst>
              <a:ext uri="{FF2B5EF4-FFF2-40B4-BE49-F238E27FC236}">
                <a16:creationId xmlns:a16="http://schemas.microsoft.com/office/drawing/2014/main" id="{3A9B1B70-A89C-89D8-D6D4-4ABCA75BEA7D}"/>
              </a:ext>
            </a:extLst>
          </p:cNvPr>
          <p:cNvSpPr>
            <a:spLocks noGrp="1"/>
          </p:cNvSpPr>
          <p:nvPr>
            <p:ph type="body" sz="quarter" idx="16"/>
          </p:nvPr>
        </p:nvSpPr>
        <p:spPr>
          <a:xfrm>
            <a:off x="7632970" y="4916887"/>
            <a:ext cx="4559030" cy="52349"/>
          </a:xfrm>
          <a:prstGeom prst="rect">
            <a:avLst/>
          </a:prstGeom>
          <a:solidFill>
            <a:srgbClr val="6970D6"/>
          </a:solidFill>
        </p:spPr>
        <p:txBody>
          <a:bodyPr wrap="square" lIns="180000" tIns="360000" rIns="360000" bIns="108000">
            <a:noAutofit/>
          </a:bodyPr>
          <a:lstStyle>
            <a:lvl1pPr marL="225425" indent="-216000" algn="l">
              <a:spcAft>
                <a:spcPts val="200"/>
              </a:spcAft>
              <a:buClr>
                <a:schemeClr val="tx2"/>
              </a:buClr>
              <a:tabLst/>
              <a:defRPr sz="1600"/>
            </a:lvl1pPr>
            <a:lvl2pPr marL="319088" indent="0" algn="l">
              <a:spcBef>
                <a:spcPts val="0"/>
              </a:spcBef>
              <a:spcAft>
                <a:spcPts val="200"/>
              </a:spcAft>
              <a:buClr>
                <a:schemeClr val="tx2"/>
              </a:buClr>
              <a:buNone/>
              <a:tabLst/>
              <a:defRPr sz="11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p:txBody>
      </p:sp>
    </p:spTree>
    <p:extLst>
      <p:ext uri="{BB962C8B-B14F-4D97-AF65-F5344CB8AC3E}">
        <p14:creationId xmlns:p14="http://schemas.microsoft.com/office/powerpoint/2010/main" val="992118811"/>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circle image">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9E9222AD-1A38-FA9E-C702-E8334AA7F457}"/>
              </a:ext>
            </a:extLst>
          </p:cNvPr>
          <p:cNvSpPr>
            <a:spLocks noGrp="1" noRot="1" noMove="1" noResize="1" noEditPoints="1" noAdjustHandles="1" noChangeArrowheads="1" noChangeShapeType="1"/>
          </p:cNvSpPr>
          <p:nvPr>
            <p:ph type="body" sz="quarter" idx="16"/>
          </p:nvPr>
        </p:nvSpPr>
        <p:spPr>
          <a:xfrm>
            <a:off x="6095206" y="2215464"/>
            <a:ext cx="5304632" cy="3472414"/>
          </a:xfrm>
          <a:prstGeom prst="rect">
            <a:avLst/>
          </a:prstGeom>
        </p:spPr>
        <p:txBody>
          <a:bodyPr/>
          <a:lstStyle>
            <a:lvl1pPr marL="225425" indent="-216000" algn="l">
              <a:spcAft>
                <a:spcPts val="200"/>
              </a:spcAft>
              <a:buClr>
                <a:schemeClr val="tx2"/>
              </a:buClr>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Picture Placeholder 1">
            <a:extLst>
              <a:ext uri="{FF2B5EF4-FFF2-40B4-BE49-F238E27FC236}">
                <a16:creationId xmlns:a16="http://schemas.microsoft.com/office/drawing/2014/main" id="{40868CBF-E3B8-8442-4CFE-C54E26024E88}"/>
              </a:ext>
            </a:extLst>
          </p:cNvPr>
          <p:cNvSpPr>
            <a:spLocks noGrp="1" noRot="1" noMove="1" noResize="1" noEditPoints="1" noAdjustHandles="1" noChangeArrowheads="1" noChangeShapeType="1"/>
          </p:cNvSpPr>
          <p:nvPr>
            <p:ph type="pic" sz="quarter" idx="13"/>
          </p:nvPr>
        </p:nvSpPr>
        <p:spPr>
          <a:xfrm>
            <a:off x="970721" y="1817827"/>
            <a:ext cx="4246737" cy="4246737"/>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20000" bIns="0" anchor="ctr" anchorCtr="0">
            <a:noAutofit/>
          </a:bodyPr>
          <a:lstStyle>
            <a:lvl1pPr marL="0" indent="0" algn="ctr">
              <a:buNone/>
              <a:defRPr sz="1600"/>
            </a:lvl1pPr>
          </a:lstStyle>
          <a:p>
            <a:r>
              <a:rPr lang="en-GB" sz="1800"/>
              <a:t>Click icon to add picture</a:t>
            </a:r>
            <a:endParaRPr lang="en-BE" sz="1800"/>
          </a:p>
        </p:txBody>
      </p:sp>
      <p:sp>
        <p:nvSpPr>
          <p:cNvPr id="5" name="Title">
            <a:extLst>
              <a:ext uri="{FF2B5EF4-FFF2-40B4-BE49-F238E27FC236}">
                <a16:creationId xmlns:a16="http://schemas.microsoft.com/office/drawing/2014/main" id="{9F12B5C1-FF92-7B0D-F4CC-6E025BE782D7}"/>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3" name="Slide Number">
            <a:extLst>
              <a:ext uri="{FF2B5EF4-FFF2-40B4-BE49-F238E27FC236}">
                <a16:creationId xmlns:a16="http://schemas.microsoft.com/office/drawing/2014/main" id="{70105170-6CDF-42AE-95F8-A7A31A4FBD20}"/>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2529358496"/>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circle images">
    <p:spTree>
      <p:nvGrpSpPr>
        <p:cNvPr id="1" name=""/>
        <p:cNvGrpSpPr/>
        <p:nvPr/>
      </p:nvGrpSpPr>
      <p:grpSpPr>
        <a:xfrm>
          <a:off x="0" y="0"/>
          <a:ext cx="0" cy="0"/>
          <a:chOff x="0" y="0"/>
          <a:chExt cx="0" cy="0"/>
        </a:xfrm>
      </p:grpSpPr>
      <p:sp>
        <p:nvSpPr>
          <p:cNvPr id="7" name="Text Placeholder 1">
            <a:extLst>
              <a:ext uri="{FF2B5EF4-FFF2-40B4-BE49-F238E27FC236}">
                <a16:creationId xmlns:a16="http://schemas.microsoft.com/office/drawing/2014/main" id="{141ADBEC-E3C6-D031-A722-27EF7145D4BF}"/>
              </a:ext>
            </a:extLst>
          </p:cNvPr>
          <p:cNvSpPr>
            <a:spLocks noGrp="1" noRot="1" noMove="1" noResize="1" noEditPoints="1" noAdjustHandles="1" noChangeArrowheads="1" noChangeShapeType="1"/>
          </p:cNvSpPr>
          <p:nvPr>
            <p:ph type="body" sz="quarter" idx="16"/>
          </p:nvPr>
        </p:nvSpPr>
        <p:spPr>
          <a:xfrm>
            <a:off x="6803756" y="2215464"/>
            <a:ext cx="4596082" cy="3472414"/>
          </a:xfrm>
          <a:prstGeom prst="rect">
            <a:avLst/>
          </a:prstGeom>
        </p:spPr>
        <p:txBody>
          <a:bodyPr/>
          <a:lstStyle>
            <a:lvl1pPr marL="225425" indent="-216000" algn="l">
              <a:spcAft>
                <a:spcPts val="200"/>
              </a:spcAft>
              <a:buClr>
                <a:schemeClr val="tx2"/>
              </a:buClr>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9" name="Picture Placeholder 1">
            <a:extLst>
              <a:ext uri="{FF2B5EF4-FFF2-40B4-BE49-F238E27FC236}">
                <a16:creationId xmlns:a16="http://schemas.microsoft.com/office/drawing/2014/main" id="{3C1570E3-BE36-B211-C4F9-153743C112BA}"/>
              </a:ext>
            </a:extLst>
          </p:cNvPr>
          <p:cNvSpPr>
            <a:spLocks noGrp="1" noRot="1" noMove="1" noResize="1" noEditPoints="1" noAdjustHandles="1" noChangeArrowheads="1" noChangeShapeType="1"/>
          </p:cNvSpPr>
          <p:nvPr>
            <p:ph type="pic" sz="quarter" idx="13"/>
          </p:nvPr>
        </p:nvSpPr>
        <p:spPr>
          <a:xfrm>
            <a:off x="970721" y="1817827"/>
            <a:ext cx="4246737" cy="4246737"/>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20000" bIns="0" anchor="ctr" anchorCtr="0">
            <a:noAutofit/>
          </a:bodyPr>
          <a:lstStyle>
            <a:lvl1pPr marL="0" indent="0" algn="ctr">
              <a:buNone/>
              <a:defRPr sz="1600"/>
            </a:lvl1pPr>
          </a:lstStyle>
          <a:p>
            <a:r>
              <a:rPr lang="en-GB" sz="1800"/>
              <a:t>Click icon to add picture</a:t>
            </a:r>
            <a:endParaRPr lang="en-BE" sz="1800"/>
          </a:p>
        </p:txBody>
      </p:sp>
      <p:sp>
        <p:nvSpPr>
          <p:cNvPr id="8" name="Picture Placeholder 2">
            <a:extLst>
              <a:ext uri="{FF2B5EF4-FFF2-40B4-BE49-F238E27FC236}">
                <a16:creationId xmlns:a16="http://schemas.microsoft.com/office/drawing/2014/main" id="{D90CE9F2-8960-C266-3776-8FEE74278537}"/>
              </a:ext>
            </a:extLst>
          </p:cNvPr>
          <p:cNvSpPr>
            <a:spLocks noGrp="1" noRot="1" noMove="1" noResize="1" noEditPoints="1" noAdjustHandles="1" noChangeArrowheads="1" noChangeShapeType="1"/>
          </p:cNvSpPr>
          <p:nvPr>
            <p:ph type="pic" sz="quarter" idx="15"/>
          </p:nvPr>
        </p:nvSpPr>
        <p:spPr>
          <a:xfrm>
            <a:off x="4390939" y="3999008"/>
            <a:ext cx="2065556" cy="2065556"/>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20000" bIns="0" anchor="ctr" anchorCtr="0">
            <a:noAutofit/>
          </a:bodyPr>
          <a:lstStyle>
            <a:lvl1pPr marL="0" indent="0" algn="ctr">
              <a:buNone/>
              <a:defRPr sz="1600"/>
            </a:lvl1pPr>
          </a:lstStyle>
          <a:p>
            <a:pPr marL="0" marR="0" lvl="0" indent="0" algn="ctr" defTabSz="914400" rtl="0" eaLnBrk="1" fontAlgn="auto" latinLnBrk="0" hangingPunct="1">
              <a:lnSpc>
                <a:spcPct val="100000"/>
              </a:lnSpc>
              <a:spcBef>
                <a:spcPts val="0"/>
              </a:spcBef>
              <a:spcAft>
                <a:spcPts val="1800"/>
              </a:spcAft>
              <a:buClr>
                <a:srgbClr val="2B91C5"/>
              </a:buClr>
              <a:buSzTx/>
              <a:buFont typeface="Arial" panose="020B0604020202020204" pitchFamily="34" charset="0"/>
              <a:buNone/>
              <a:tabLst/>
              <a:defRPr/>
            </a:pPr>
            <a:r>
              <a:rPr lang="en-GB" sz="1800"/>
              <a:t>Click icon to add picture</a:t>
            </a:r>
            <a:endParaRPr lang="en-BE" sz="1800"/>
          </a:p>
        </p:txBody>
      </p:sp>
      <p:sp>
        <p:nvSpPr>
          <p:cNvPr id="4" name="Title">
            <a:extLst>
              <a:ext uri="{FF2B5EF4-FFF2-40B4-BE49-F238E27FC236}">
                <a16:creationId xmlns:a16="http://schemas.microsoft.com/office/drawing/2014/main" id="{0016EDA7-C805-1A18-57A1-4BF4380D2723}"/>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3" name="Slide Number">
            <a:extLst>
              <a:ext uri="{FF2B5EF4-FFF2-40B4-BE49-F238E27FC236}">
                <a16:creationId xmlns:a16="http://schemas.microsoft.com/office/drawing/2014/main" id="{4E10F2DB-699B-CC3E-603D-05C117988A4C}"/>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225823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ircle and ring image">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8E004AC7-DA27-2C4C-C779-2BC19322577F}"/>
              </a:ext>
            </a:extLst>
          </p:cNvPr>
          <p:cNvSpPr>
            <a:spLocks noGrp="1" noRot="1" noMove="1" noResize="1" noEditPoints="1" noAdjustHandles="1" noChangeArrowheads="1" noChangeShapeType="1"/>
          </p:cNvSpPr>
          <p:nvPr>
            <p:ph type="pic" sz="quarter" idx="16"/>
          </p:nvPr>
        </p:nvSpPr>
        <p:spPr>
          <a:xfrm>
            <a:off x="2862533" y="2158459"/>
            <a:ext cx="3530553" cy="3530553"/>
          </a:xfrm>
          <a:custGeom>
            <a:avLst/>
            <a:gdLst>
              <a:gd name="connsiteX0" fmla="*/ 1704152 w 3408305"/>
              <a:gd name="connsiteY0" fmla="*/ 806685 h 3408305"/>
              <a:gd name="connsiteX1" fmla="*/ 806685 w 3408305"/>
              <a:gd name="connsiteY1" fmla="*/ 1704152 h 3408305"/>
              <a:gd name="connsiteX2" fmla="*/ 1704152 w 3408305"/>
              <a:gd name="connsiteY2" fmla="*/ 2601619 h 3408305"/>
              <a:gd name="connsiteX3" fmla="*/ 2601619 w 3408305"/>
              <a:gd name="connsiteY3" fmla="*/ 1704152 h 3408305"/>
              <a:gd name="connsiteX4" fmla="*/ 1704152 w 3408305"/>
              <a:gd name="connsiteY4" fmla="*/ 806685 h 3408305"/>
              <a:gd name="connsiteX5" fmla="*/ 1704152 w 3408305"/>
              <a:gd name="connsiteY5" fmla="*/ 0 h 3408305"/>
              <a:gd name="connsiteX6" fmla="*/ 3408305 w 3408305"/>
              <a:gd name="connsiteY6" fmla="*/ 1704153 h 3408305"/>
              <a:gd name="connsiteX7" fmla="*/ 1704152 w 3408305"/>
              <a:gd name="connsiteY7" fmla="*/ 3408305 h 3408305"/>
              <a:gd name="connsiteX8" fmla="*/ 0 w 3408305"/>
              <a:gd name="connsiteY8" fmla="*/ 1704153 h 3408305"/>
              <a:gd name="connsiteX9" fmla="*/ 1704152 w 3408305"/>
              <a:gd name="connsiteY9" fmla="*/ 0 h 340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8305" h="3408305">
                <a:moveTo>
                  <a:pt x="1704152" y="806685"/>
                </a:moveTo>
                <a:cubicBezTo>
                  <a:pt x="1208495" y="806685"/>
                  <a:pt x="806685" y="1208495"/>
                  <a:pt x="806685" y="1704152"/>
                </a:cubicBezTo>
                <a:cubicBezTo>
                  <a:pt x="806685" y="2199809"/>
                  <a:pt x="1208495" y="2601619"/>
                  <a:pt x="1704152" y="2601619"/>
                </a:cubicBezTo>
                <a:cubicBezTo>
                  <a:pt x="2199809" y="2601619"/>
                  <a:pt x="2601619" y="2199809"/>
                  <a:pt x="2601619" y="1704152"/>
                </a:cubicBezTo>
                <a:cubicBezTo>
                  <a:pt x="2601619" y="1208495"/>
                  <a:pt x="2199809" y="806685"/>
                  <a:pt x="1704152" y="806685"/>
                </a:cubicBezTo>
                <a:close/>
                <a:moveTo>
                  <a:pt x="1704152" y="0"/>
                </a:moveTo>
                <a:cubicBezTo>
                  <a:pt x="2645331" y="0"/>
                  <a:pt x="3408305" y="762974"/>
                  <a:pt x="3408305" y="1704153"/>
                </a:cubicBezTo>
                <a:cubicBezTo>
                  <a:pt x="3408305" y="2645331"/>
                  <a:pt x="2645331" y="3408305"/>
                  <a:pt x="1704152" y="3408305"/>
                </a:cubicBezTo>
                <a:cubicBezTo>
                  <a:pt x="762974" y="3408305"/>
                  <a:pt x="0" y="2645331"/>
                  <a:pt x="0" y="1704153"/>
                </a:cubicBezTo>
                <a:cubicBezTo>
                  <a:pt x="0" y="762974"/>
                  <a:pt x="762974" y="0"/>
                  <a:pt x="1704152" y="0"/>
                </a:cubicBezTo>
                <a:close/>
              </a:path>
            </a:pathLst>
          </a:custGeom>
          <a:solidFill>
            <a:srgbClr val="D6E0FF"/>
          </a:solidFill>
        </p:spPr>
        <p:txBody>
          <a:bodyPr wrap="square" tIns="288000">
            <a:noAutofit/>
          </a:bodyPr>
          <a:lstStyle>
            <a:lvl1pPr marL="0" indent="0" algn="ctr">
              <a:buNone/>
              <a:defRPr sz="1600"/>
            </a:lvl1pPr>
          </a:lstStyle>
          <a:p>
            <a:r>
              <a:rPr lang="en-GB" sz="1800"/>
              <a:t>Click icon to add picture</a:t>
            </a:r>
            <a:endParaRPr lang="en-BE" sz="1800"/>
          </a:p>
        </p:txBody>
      </p:sp>
      <p:sp>
        <p:nvSpPr>
          <p:cNvPr id="6" name="Picture Placeholder 1">
            <a:extLst>
              <a:ext uri="{FF2B5EF4-FFF2-40B4-BE49-F238E27FC236}">
                <a16:creationId xmlns:a16="http://schemas.microsoft.com/office/drawing/2014/main" id="{40868CBF-E3B8-8442-4CFE-C54E26024E88}"/>
              </a:ext>
            </a:extLst>
          </p:cNvPr>
          <p:cNvSpPr>
            <a:spLocks noGrp="1" noRot="1" noMove="1" noResize="1" noEditPoints="1" noAdjustHandles="1" noChangeArrowheads="1" noChangeShapeType="1"/>
          </p:cNvSpPr>
          <p:nvPr>
            <p:ph type="pic" sz="quarter" idx="13"/>
          </p:nvPr>
        </p:nvSpPr>
        <p:spPr>
          <a:xfrm>
            <a:off x="788196" y="2158459"/>
            <a:ext cx="3530553" cy="3530553"/>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20000" bIns="0" anchor="ctr" anchorCtr="0">
            <a:noAutofit/>
          </a:bodyPr>
          <a:lstStyle>
            <a:lvl1pPr marL="0" indent="0" algn="ctr">
              <a:buNone/>
              <a:defRPr sz="1600"/>
            </a:lvl1pPr>
          </a:lstStyle>
          <a:p>
            <a:r>
              <a:rPr lang="en-GB" sz="1800"/>
              <a:t>Click icon to add picture</a:t>
            </a:r>
            <a:endParaRPr lang="en-BE" sz="1800"/>
          </a:p>
        </p:txBody>
      </p:sp>
      <p:sp>
        <p:nvSpPr>
          <p:cNvPr id="3" name="Text Placeholder 1">
            <a:extLst>
              <a:ext uri="{FF2B5EF4-FFF2-40B4-BE49-F238E27FC236}">
                <a16:creationId xmlns:a16="http://schemas.microsoft.com/office/drawing/2014/main" id="{A0A1EAAD-49F6-5B62-CE3D-E649452A4F76}"/>
              </a:ext>
            </a:extLst>
          </p:cNvPr>
          <p:cNvSpPr>
            <a:spLocks noGrp="1" noRot="1" noMove="1" noResize="1" noEditPoints="1" noAdjustHandles="1" noChangeArrowheads="1" noChangeShapeType="1"/>
          </p:cNvSpPr>
          <p:nvPr>
            <p:ph type="body" sz="quarter" idx="29"/>
          </p:nvPr>
        </p:nvSpPr>
        <p:spPr>
          <a:xfrm>
            <a:off x="6803756" y="2932462"/>
            <a:ext cx="4596082" cy="1980502"/>
          </a:xfrm>
          <a:prstGeom prst="rect">
            <a:avLst/>
          </a:prstGeom>
        </p:spPr>
        <p:txBody>
          <a:bodyPr/>
          <a:lstStyle>
            <a:lvl1pPr marL="225425" indent="-216000" algn="l">
              <a:spcAft>
                <a:spcPts val="200"/>
              </a:spcAft>
              <a:buClr>
                <a:schemeClr val="tx2"/>
              </a:buClr>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itle">
            <a:extLst>
              <a:ext uri="{FF2B5EF4-FFF2-40B4-BE49-F238E27FC236}">
                <a16:creationId xmlns:a16="http://schemas.microsoft.com/office/drawing/2014/main" id="{E1962D3D-8CBE-5865-DA42-41B20F26451F}"/>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7" name="Slide Number">
            <a:extLst>
              <a:ext uri="{FF2B5EF4-FFF2-40B4-BE49-F238E27FC236}">
                <a16:creationId xmlns:a16="http://schemas.microsoft.com/office/drawing/2014/main" id="{9D65C641-80ED-92F5-E9CE-866F3E44092C}"/>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35018436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ircle image_captions">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9E9222AD-1A38-FA9E-C702-E8334AA7F457}"/>
              </a:ext>
            </a:extLst>
          </p:cNvPr>
          <p:cNvSpPr>
            <a:spLocks noGrp="1"/>
          </p:cNvSpPr>
          <p:nvPr>
            <p:ph type="body" sz="quarter" idx="16"/>
          </p:nvPr>
        </p:nvSpPr>
        <p:spPr>
          <a:xfrm>
            <a:off x="790574" y="2215464"/>
            <a:ext cx="5304632" cy="3472414"/>
          </a:xfrm>
          <a:prstGeom prst="rect">
            <a:avLst/>
          </a:prstGeom>
        </p:spPr>
        <p:txBody>
          <a:bodyPr/>
          <a:lstStyle>
            <a:lvl1pPr marL="225425" indent="-216000" algn="l">
              <a:spcAft>
                <a:spcPts val="200"/>
              </a:spcAft>
              <a:buClr>
                <a:schemeClr val="tx2"/>
              </a:buClr>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Picture Placeholder 1">
            <a:extLst>
              <a:ext uri="{FF2B5EF4-FFF2-40B4-BE49-F238E27FC236}">
                <a16:creationId xmlns:a16="http://schemas.microsoft.com/office/drawing/2014/main" id="{40868CBF-E3B8-8442-4CFE-C54E26024E88}"/>
              </a:ext>
            </a:extLst>
          </p:cNvPr>
          <p:cNvSpPr>
            <a:spLocks noGrp="1"/>
          </p:cNvSpPr>
          <p:nvPr>
            <p:ph type="pic" sz="quarter" idx="13"/>
          </p:nvPr>
        </p:nvSpPr>
        <p:spPr>
          <a:xfrm>
            <a:off x="6642316" y="1817827"/>
            <a:ext cx="4246737" cy="4246737"/>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20000" bIns="0" anchor="ctr" anchorCtr="0">
            <a:noAutofit/>
          </a:bodyPr>
          <a:lstStyle>
            <a:lvl1pPr marL="0" indent="0" algn="ctr">
              <a:buNone/>
              <a:defRPr sz="1600"/>
            </a:lvl1pPr>
          </a:lstStyle>
          <a:p>
            <a:r>
              <a:rPr lang="en-GB" sz="1800"/>
              <a:t>Click icon to add picture</a:t>
            </a:r>
            <a:endParaRPr lang="en-BE" sz="1800"/>
          </a:p>
        </p:txBody>
      </p:sp>
      <p:sp>
        <p:nvSpPr>
          <p:cNvPr id="5" name="Title">
            <a:extLst>
              <a:ext uri="{FF2B5EF4-FFF2-40B4-BE49-F238E27FC236}">
                <a16:creationId xmlns:a16="http://schemas.microsoft.com/office/drawing/2014/main" id="{9F12B5C1-FF92-7B0D-F4CC-6E025BE782D7}"/>
              </a:ext>
            </a:extLst>
          </p:cNvPr>
          <p:cNvSpPr>
            <a:spLocks noGrp="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3" name="Text Placeholder circle">
            <a:extLst>
              <a:ext uri="{FF2B5EF4-FFF2-40B4-BE49-F238E27FC236}">
                <a16:creationId xmlns:a16="http://schemas.microsoft.com/office/drawing/2014/main" id="{08FA68CA-EC4B-DF4E-5780-D8BE56DA6C6E}"/>
              </a:ext>
            </a:extLst>
          </p:cNvPr>
          <p:cNvSpPr>
            <a:spLocks noGrp="1"/>
          </p:cNvSpPr>
          <p:nvPr>
            <p:ph type="body" sz="quarter" idx="29"/>
          </p:nvPr>
        </p:nvSpPr>
        <p:spPr>
          <a:xfrm>
            <a:off x="6359288" y="4688486"/>
            <a:ext cx="1358302" cy="1358302"/>
          </a:xfrm>
          <a:prstGeom prst="ellipse">
            <a:avLst/>
          </a:prstGeom>
          <a:solidFill>
            <a:schemeClr val="bg2"/>
          </a:solidFill>
        </p:spPr>
        <p:txBody>
          <a:bodyPr anchor="ctr" anchorCtr="0"/>
          <a:lstStyle>
            <a:lvl1pPr marL="0" marR="0" indent="0" algn="ctr" defTabSz="914400" rtl="0" eaLnBrk="1" fontAlgn="auto" latinLnBrk="0" hangingPunct="1">
              <a:lnSpc>
                <a:spcPct val="100000"/>
              </a:lnSpc>
              <a:spcBef>
                <a:spcPts val="0"/>
              </a:spcBef>
              <a:spcAft>
                <a:spcPts val="1800"/>
              </a:spcAft>
              <a:buClr>
                <a:srgbClr val="2B91C5"/>
              </a:buClr>
              <a:buSzTx/>
              <a:buFont typeface="Arial" panose="020B0604020202020204" pitchFamily="34" charset="0"/>
              <a:buNone/>
              <a:tabLst/>
              <a:defRPr sz="1600"/>
            </a:lvl1pPr>
          </a:lstStyle>
          <a:p>
            <a:pPr marL="0" marR="0" lvl="0" indent="0" algn="ctr" defTabSz="914400" rtl="0" eaLnBrk="1" fontAlgn="auto" latinLnBrk="0" hangingPunct="1">
              <a:lnSpc>
                <a:spcPct val="100000"/>
              </a:lnSpc>
              <a:spcBef>
                <a:spcPts val="0"/>
              </a:spcBef>
              <a:spcAft>
                <a:spcPts val="1800"/>
              </a:spcAft>
              <a:buClr>
                <a:srgbClr val="2B91C5"/>
              </a:buClr>
              <a:buSzTx/>
              <a:buFont typeface="Arial" panose="020B0604020202020204" pitchFamily="34" charset="0"/>
              <a:buNone/>
              <a:tabLst/>
              <a:defRPr/>
            </a:pPr>
            <a:r>
              <a:rPr lang="en-GB"/>
              <a:t>Click to edit Master text styles</a:t>
            </a:r>
          </a:p>
        </p:txBody>
      </p:sp>
      <p:sp>
        <p:nvSpPr>
          <p:cNvPr id="4" name="Text Placeholder circle">
            <a:extLst>
              <a:ext uri="{FF2B5EF4-FFF2-40B4-BE49-F238E27FC236}">
                <a16:creationId xmlns:a16="http://schemas.microsoft.com/office/drawing/2014/main" id="{1431DE68-941F-EEDA-31C8-E8EE99382E67}"/>
              </a:ext>
            </a:extLst>
          </p:cNvPr>
          <p:cNvSpPr>
            <a:spLocks noGrp="1"/>
          </p:cNvSpPr>
          <p:nvPr>
            <p:ph type="body" sz="quarter" idx="30"/>
          </p:nvPr>
        </p:nvSpPr>
        <p:spPr>
          <a:xfrm>
            <a:off x="9531618" y="1817827"/>
            <a:ext cx="1868220" cy="1868220"/>
          </a:xfrm>
          <a:prstGeom prst="ellipse">
            <a:avLst/>
          </a:prstGeom>
          <a:solidFill>
            <a:schemeClr val="bg2"/>
          </a:solidFill>
        </p:spPr>
        <p:txBody>
          <a:bodyPr anchor="ctr" anchorCtr="0"/>
          <a:lstStyle>
            <a:lvl1pPr marL="0" marR="0" indent="0" algn="ctr" defTabSz="914400" rtl="0" eaLnBrk="1" fontAlgn="auto" latinLnBrk="0" hangingPunct="1">
              <a:lnSpc>
                <a:spcPct val="100000"/>
              </a:lnSpc>
              <a:spcBef>
                <a:spcPts val="0"/>
              </a:spcBef>
              <a:spcAft>
                <a:spcPts val="1800"/>
              </a:spcAft>
              <a:buClr>
                <a:srgbClr val="2B91C5"/>
              </a:buClr>
              <a:buSzTx/>
              <a:buFont typeface="Arial" panose="020B0604020202020204" pitchFamily="34" charset="0"/>
              <a:buNone/>
              <a:tabLst/>
              <a:defRPr sz="1600"/>
            </a:lvl1pPr>
          </a:lstStyle>
          <a:p>
            <a:pPr marL="0" marR="0" lvl="0" indent="0" algn="ctr" defTabSz="914400" rtl="0" eaLnBrk="1" fontAlgn="auto" latinLnBrk="0" hangingPunct="1">
              <a:lnSpc>
                <a:spcPct val="100000"/>
              </a:lnSpc>
              <a:spcBef>
                <a:spcPts val="0"/>
              </a:spcBef>
              <a:spcAft>
                <a:spcPts val="1800"/>
              </a:spcAft>
              <a:buClr>
                <a:srgbClr val="2B91C5"/>
              </a:buClr>
              <a:buSzTx/>
              <a:buFont typeface="Arial" panose="020B0604020202020204" pitchFamily="34" charset="0"/>
              <a:buNone/>
              <a:tabLst/>
              <a:defRPr/>
            </a:pPr>
            <a:r>
              <a:rPr lang="en-GB"/>
              <a:t>Click to edit Master text styles</a:t>
            </a:r>
          </a:p>
        </p:txBody>
      </p:sp>
      <p:sp>
        <p:nvSpPr>
          <p:cNvPr id="7" name="Slide Number">
            <a:extLst>
              <a:ext uri="{FF2B5EF4-FFF2-40B4-BE49-F238E27FC236}">
                <a16:creationId xmlns:a16="http://schemas.microsoft.com/office/drawing/2014/main" id="{DAF86C97-C0ED-9149-54B7-B74E2193055C}"/>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2873970789"/>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orizontal pictures - 1 level">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5BA34A96-317C-00C8-48C0-FDE2793683CC}"/>
              </a:ext>
            </a:extLst>
          </p:cNvPr>
          <p:cNvSpPr>
            <a:spLocks noGrp="1"/>
          </p:cNvSpPr>
          <p:nvPr>
            <p:ph type="body" sz="quarter" idx="19"/>
          </p:nvPr>
        </p:nvSpPr>
        <p:spPr>
          <a:xfrm>
            <a:off x="6212997" y="4272612"/>
            <a:ext cx="5162095" cy="1714541"/>
          </a:xfrm>
          <a:prstGeom prst="rect">
            <a:avLst/>
          </a:prstGeom>
        </p:spPr>
        <p:txBody>
          <a:bodyPr/>
          <a:lstStyle>
            <a:lvl1pPr marL="225425" indent="-216000">
              <a:spcAft>
                <a:spcPts val="200"/>
              </a:spcAft>
              <a:buClr>
                <a:schemeClr val="tx2"/>
              </a:buClr>
              <a:tabLst/>
              <a:defRPr sz="1600"/>
            </a:lvl1pPr>
            <a:lvl2pPr marL="534988" indent="-215900">
              <a:spcBef>
                <a:spcPts val="0"/>
              </a:spcBef>
              <a:spcAft>
                <a:spcPts val="200"/>
              </a:spcAft>
              <a:buClr>
                <a:schemeClr val="tx2"/>
              </a:buClr>
              <a:tabLst/>
              <a:defRPr sz="1400"/>
            </a:lvl2pPr>
            <a:lvl3pPr marL="808038" indent="-215900">
              <a:spcBef>
                <a:spcPts val="200"/>
              </a:spcBef>
              <a:spcAft>
                <a:spcPts val="200"/>
              </a:spcAft>
              <a:buClr>
                <a:schemeClr val="tx2"/>
              </a:buClr>
              <a:tabLst/>
              <a:defRPr sz="1200"/>
            </a:lvl3pPr>
            <a:lvl4pPr marL="1071563" indent="-215900">
              <a:spcBef>
                <a:spcPts val="200"/>
              </a:spcBef>
              <a:spcAft>
                <a:spcPts val="200"/>
              </a:spcAft>
              <a:buClr>
                <a:schemeClr val="tx2"/>
              </a:buClr>
              <a:tabLst/>
              <a:defRPr sz="1100"/>
            </a:lvl4pPr>
            <a:lvl5pPr marL="1335088" indent="-215900">
              <a:spcBef>
                <a:spcPts val="200"/>
              </a:spcBef>
              <a:spcAft>
                <a:spcPts val="200"/>
              </a:spcAft>
              <a:buClr>
                <a:schemeClr val="tx2"/>
              </a:buClr>
              <a:tabLst/>
              <a:defRPr sz="105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E" dirty="0"/>
          </a:p>
        </p:txBody>
      </p:sp>
      <p:sp>
        <p:nvSpPr>
          <p:cNvPr id="4" name="Text Placeholder 1">
            <a:extLst>
              <a:ext uri="{FF2B5EF4-FFF2-40B4-BE49-F238E27FC236}">
                <a16:creationId xmlns:a16="http://schemas.microsoft.com/office/drawing/2014/main" id="{A27E8AFB-2EE2-2D0C-2E65-CB8499E193F1}"/>
              </a:ext>
            </a:extLst>
          </p:cNvPr>
          <p:cNvSpPr>
            <a:spLocks noGrp="1"/>
          </p:cNvSpPr>
          <p:nvPr>
            <p:ph type="body" sz="quarter" idx="15"/>
          </p:nvPr>
        </p:nvSpPr>
        <p:spPr>
          <a:xfrm>
            <a:off x="790575" y="4272612"/>
            <a:ext cx="5186893" cy="1714541"/>
          </a:xfrm>
          <a:prstGeom prst="rect">
            <a:avLst/>
          </a:prstGeom>
        </p:spPr>
        <p:txBody>
          <a:bodyPr/>
          <a:lstStyle>
            <a:lvl1pPr marL="225425" indent="-216000">
              <a:spcAft>
                <a:spcPts val="200"/>
              </a:spcAft>
              <a:buClr>
                <a:schemeClr val="tx2"/>
              </a:buClr>
              <a:tabLst/>
              <a:defRPr sz="1600"/>
            </a:lvl1pPr>
            <a:lvl2pPr marL="534988" indent="-215900">
              <a:spcBef>
                <a:spcPts val="0"/>
              </a:spcBef>
              <a:spcAft>
                <a:spcPts val="200"/>
              </a:spcAft>
              <a:buClr>
                <a:schemeClr val="tx2"/>
              </a:buClr>
              <a:tabLst/>
              <a:defRPr sz="1400"/>
            </a:lvl2pPr>
            <a:lvl3pPr marL="808038" indent="-215900">
              <a:spcBef>
                <a:spcPts val="200"/>
              </a:spcBef>
              <a:spcAft>
                <a:spcPts val="200"/>
              </a:spcAft>
              <a:buClr>
                <a:schemeClr val="tx2"/>
              </a:buClr>
              <a:tabLst/>
              <a:defRPr sz="1200"/>
            </a:lvl3pPr>
            <a:lvl4pPr marL="1071563" indent="-215900">
              <a:spcBef>
                <a:spcPts val="200"/>
              </a:spcBef>
              <a:spcAft>
                <a:spcPts val="200"/>
              </a:spcAft>
              <a:buClr>
                <a:schemeClr val="tx2"/>
              </a:buClr>
              <a:tabLst/>
              <a:defRPr sz="1100"/>
            </a:lvl4pPr>
            <a:lvl5pPr marL="1335088" indent="-215900">
              <a:spcBef>
                <a:spcPts val="200"/>
              </a:spcBef>
              <a:spcAft>
                <a:spcPts val="200"/>
              </a:spcAft>
              <a:buClr>
                <a:schemeClr val="tx2"/>
              </a:buClr>
              <a:tabLst/>
              <a:defRPr sz="105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E" dirty="0"/>
          </a:p>
        </p:txBody>
      </p:sp>
      <p:sp>
        <p:nvSpPr>
          <p:cNvPr id="3" name="Title">
            <a:extLst>
              <a:ext uri="{FF2B5EF4-FFF2-40B4-BE49-F238E27FC236}">
                <a16:creationId xmlns:a16="http://schemas.microsoft.com/office/drawing/2014/main" id="{8FF7620A-8922-6E97-E8F2-672627AD235F}"/>
              </a:ext>
            </a:extLst>
          </p:cNvPr>
          <p:cNvSpPr>
            <a:spLocks noGrp="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6" name="Slide Number">
            <a:extLst>
              <a:ext uri="{FF2B5EF4-FFF2-40B4-BE49-F238E27FC236}">
                <a16:creationId xmlns:a16="http://schemas.microsoft.com/office/drawing/2014/main" id="{08AB6643-8114-72F2-C818-216B8745A358}"/>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
        <p:nvSpPr>
          <p:cNvPr id="2" name="AutoShape 2">
            <a:extLst>
              <a:ext uri="{FF2B5EF4-FFF2-40B4-BE49-F238E27FC236}">
                <a16:creationId xmlns:a16="http://schemas.microsoft.com/office/drawing/2014/main" id="{884ACD48-DA3E-BE88-B951-0FCA94F76945}"/>
              </a:ext>
            </a:extLst>
          </p:cNvPr>
          <p:cNvSpPr>
            <a:spLocks noChangeAspect="1" noChangeArrowheads="1"/>
          </p:cNvSpPr>
          <p:nvPr userDrawn="1"/>
        </p:nvSpPr>
        <p:spPr bwMode="auto">
          <a:xfrm>
            <a:off x="17938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BE"/>
          </a:p>
        </p:txBody>
      </p:sp>
      <p:sp>
        <p:nvSpPr>
          <p:cNvPr id="7" name="AutoShape 3">
            <a:extLst>
              <a:ext uri="{FF2B5EF4-FFF2-40B4-BE49-F238E27FC236}">
                <a16:creationId xmlns:a16="http://schemas.microsoft.com/office/drawing/2014/main" id="{A8EC0DBE-59FC-1484-79E2-B0C545E32F85}"/>
              </a:ext>
            </a:extLst>
          </p:cNvPr>
          <p:cNvSpPr>
            <a:spLocks noChangeAspect="1" noChangeArrowheads="1"/>
          </p:cNvSpPr>
          <p:nvPr userDrawn="1"/>
        </p:nvSpPr>
        <p:spPr bwMode="auto">
          <a:xfrm>
            <a:off x="639763"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BE"/>
          </a:p>
        </p:txBody>
      </p:sp>
      <p:sp>
        <p:nvSpPr>
          <p:cNvPr id="8" name="Picture Placeholder 1">
            <a:extLst>
              <a:ext uri="{FF2B5EF4-FFF2-40B4-BE49-F238E27FC236}">
                <a16:creationId xmlns:a16="http://schemas.microsoft.com/office/drawing/2014/main" id="{9A97EAD8-0B5E-E1FD-07EE-6EB863C9A38D}"/>
              </a:ext>
            </a:extLst>
          </p:cNvPr>
          <p:cNvSpPr>
            <a:spLocks noGrp="1"/>
          </p:cNvSpPr>
          <p:nvPr>
            <p:ph type="pic" sz="quarter" idx="17"/>
          </p:nvPr>
        </p:nvSpPr>
        <p:spPr>
          <a:xfrm>
            <a:off x="777407" y="1772459"/>
            <a:ext cx="5200061" cy="2204526"/>
          </a:xfrm>
          <a:prstGeom prst="roundRect">
            <a:avLst>
              <a:gd name="adj" fmla="val 11383"/>
            </a:avLst>
          </a:prstGeom>
          <a:solidFill>
            <a:srgbClr val="D6E0FF"/>
          </a:solidFill>
          <a:ln w="28575">
            <a:noFill/>
          </a:ln>
        </p:spPr>
        <p:txBody>
          <a:bodyPr lIns="360000" tIns="1260000" rIns="360000" bIns="360000" anchor="ctr" anchorCtr="0"/>
          <a:lstStyle>
            <a:lvl1pPr marL="0" indent="0" algn="ctr">
              <a:buNone/>
              <a:defRPr sz="1600"/>
            </a:lvl1pPr>
          </a:lstStyle>
          <a:p>
            <a:r>
              <a:rPr lang="en-GB" noProof="0" dirty="0"/>
              <a:t>Click icon to add picture</a:t>
            </a:r>
          </a:p>
        </p:txBody>
      </p:sp>
      <p:sp>
        <p:nvSpPr>
          <p:cNvPr id="11" name="Picture Placeholder 1">
            <a:extLst>
              <a:ext uri="{FF2B5EF4-FFF2-40B4-BE49-F238E27FC236}">
                <a16:creationId xmlns:a16="http://schemas.microsoft.com/office/drawing/2014/main" id="{4170C067-96A2-9278-50E6-148B07DBE6D4}"/>
              </a:ext>
            </a:extLst>
          </p:cNvPr>
          <p:cNvSpPr>
            <a:spLocks noGrp="1"/>
          </p:cNvSpPr>
          <p:nvPr>
            <p:ph type="pic" sz="quarter" idx="20"/>
          </p:nvPr>
        </p:nvSpPr>
        <p:spPr>
          <a:xfrm>
            <a:off x="6212997" y="1772459"/>
            <a:ext cx="5176078" cy="2204526"/>
          </a:xfrm>
          <a:prstGeom prst="roundRect">
            <a:avLst>
              <a:gd name="adj" fmla="val 11383"/>
            </a:avLst>
          </a:prstGeom>
          <a:solidFill>
            <a:srgbClr val="D6E0FF"/>
          </a:solidFill>
          <a:ln w="28575">
            <a:noFill/>
          </a:ln>
        </p:spPr>
        <p:txBody>
          <a:bodyPr lIns="360000" tIns="1260000" rIns="360000" bIns="360000" anchor="ctr" anchorCtr="0"/>
          <a:lstStyle>
            <a:lvl1pPr marL="0" indent="0" algn="ctr">
              <a:buNone/>
              <a:defRPr sz="1600"/>
            </a:lvl1pPr>
          </a:lstStyle>
          <a:p>
            <a:r>
              <a:rPr lang="en-GB" noProof="0" dirty="0"/>
              <a:t>Click icon to add picture</a:t>
            </a:r>
          </a:p>
        </p:txBody>
      </p:sp>
    </p:spTree>
    <p:extLst>
      <p:ext uri="{BB962C8B-B14F-4D97-AF65-F5344CB8AC3E}">
        <p14:creationId xmlns:p14="http://schemas.microsoft.com/office/powerpoint/2010/main" val="1931324490"/>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Horizontal pictures - 2 levels">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5BA34A96-317C-00C8-48C0-FDE2793683CC}"/>
              </a:ext>
            </a:extLst>
          </p:cNvPr>
          <p:cNvSpPr>
            <a:spLocks noGrp="1"/>
          </p:cNvSpPr>
          <p:nvPr>
            <p:ph type="body" sz="quarter" idx="19"/>
          </p:nvPr>
        </p:nvSpPr>
        <p:spPr>
          <a:xfrm>
            <a:off x="6212997" y="4272612"/>
            <a:ext cx="5162095" cy="1714541"/>
          </a:xfrm>
          <a:prstGeom prst="rect">
            <a:avLst/>
          </a:prstGeom>
        </p:spPr>
        <p:txBody>
          <a:bodyPr/>
          <a:lstStyle>
            <a:lvl1pPr marL="225425" indent="-216000">
              <a:spcAft>
                <a:spcPts val="200"/>
              </a:spcAft>
              <a:buClr>
                <a:schemeClr val="tx2"/>
              </a:buClr>
              <a:tabLst/>
              <a:defRPr sz="1600"/>
            </a:lvl1pPr>
            <a:lvl2pPr marL="534988" indent="-215900">
              <a:spcBef>
                <a:spcPts val="0"/>
              </a:spcBef>
              <a:spcAft>
                <a:spcPts val="200"/>
              </a:spcAft>
              <a:buClr>
                <a:schemeClr val="tx2"/>
              </a:buClr>
              <a:tabLst/>
              <a:defRPr sz="1400"/>
            </a:lvl2pPr>
            <a:lvl3pPr marL="808038" indent="-215900">
              <a:spcBef>
                <a:spcPts val="200"/>
              </a:spcBef>
              <a:spcAft>
                <a:spcPts val="200"/>
              </a:spcAft>
              <a:buClr>
                <a:schemeClr val="tx2"/>
              </a:buClr>
              <a:tabLst/>
              <a:defRPr sz="1200"/>
            </a:lvl3pPr>
            <a:lvl4pPr marL="1071563" indent="-215900">
              <a:spcBef>
                <a:spcPts val="200"/>
              </a:spcBef>
              <a:spcAft>
                <a:spcPts val="200"/>
              </a:spcAft>
              <a:buClr>
                <a:schemeClr val="tx2"/>
              </a:buClr>
              <a:tabLst/>
              <a:defRPr sz="1100"/>
            </a:lvl4pPr>
            <a:lvl5pPr marL="1335088" indent="-215900">
              <a:spcBef>
                <a:spcPts val="200"/>
              </a:spcBef>
              <a:spcAft>
                <a:spcPts val="200"/>
              </a:spcAft>
              <a:buClr>
                <a:schemeClr val="tx2"/>
              </a:buClr>
              <a:tabLst/>
              <a:defRPr sz="105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E" dirty="0"/>
          </a:p>
        </p:txBody>
      </p:sp>
      <p:sp>
        <p:nvSpPr>
          <p:cNvPr id="4" name="Text Placeholder 1">
            <a:extLst>
              <a:ext uri="{FF2B5EF4-FFF2-40B4-BE49-F238E27FC236}">
                <a16:creationId xmlns:a16="http://schemas.microsoft.com/office/drawing/2014/main" id="{A27E8AFB-2EE2-2D0C-2E65-CB8499E193F1}"/>
              </a:ext>
            </a:extLst>
          </p:cNvPr>
          <p:cNvSpPr>
            <a:spLocks noGrp="1"/>
          </p:cNvSpPr>
          <p:nvPr>
            <p:ph type="body" sz="quarter" idx="15"/>
          </p:nvPr>
        </p:nvSpPr>
        <p:spPr>
          <a:xfrm>
            <a:off x="790575" y="1772459"/>
            <a:ext cx="5186893" cy="1714541"/>
          </a:xfrm>
          <a:prstGeom prst="rect">
            <a:avLst/>
          </a:prstGeom>
        </p:spPr>
        <p:txBody>
          <a:bodyPr/>
          <a:lstStyle>
            <a:lvl1pPr marL="225425" indent="-216000">
              <a:spcAft>
                <a:spcPts val="200"/>
              </a:spcAft>
              <a:buClr>
                <a:schemeClr val="tx2"/>
              </a:buClr>
              <a:tabLst/>
              <a:defRPr sz="1600"/>
            </a:lvl1pPr>
            <a:lvl2pPr marL="534988" indent="-215900">
              <a:spcBef>
                <a:spcPts val="0"/>
              </a:spcBef>
              <a:spcAft>
                <a:spcPts val="200"/>
              </a:spcAft>
              <a:buClr>
                <a:schemeClr val="tx2"/>
              </a:buClr>
              <a:tabLst/>
              <a:defRPr sz="1400"/>
            </a:lvl2pPr>
            <a:lvl3pPr marL="808038" indent="-215900">
              <a:spcBef>
                <a:spcPts val="200"/>
              </a:spcBef>
              <a:spcAft>
                <a:spcPts val="200"/>
              </a:spcAft>
              <a:buClr>
                <a:schemeClr val="tx2"/>
              </a:buClr>
              <a:tabLst/>
              <a:defRPr sz="1200"/>
            </a:lvl3pPr>
            <a:lvl4pPr marL="1071563" indent="-215900">
              <a:spcBef>
                <a:spcPts val="200"/>
              </a:spcBef>
              <a:spcAft>
                <a:spcPts val="200"/>
              </a:spcAft>
              <a:buClr>
                <a:schemeClr val="tx2"/>
              </a:buClr>
              <a:tabLst/>
              <a:defRPr sz="1100"/>
            </a:lvl4pPr>
            <a:lvl5pPr marL="1335088" indent="-215900">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3" name="Title">
            <a:extLst>
              <a:ext uri="{FF2B5EF4-FFF2-40B4-BE49-F238E27FC236}">
                <a16:creationId xmlns:a16="http://schemas.microsoft.com/office/drawing/2014/main" id="{8FF7620A-8922-6E97-E8F2-672627AD235F}"/>
              </a:ext>
            </a:extLst>
          </p:cNvPr>
          <p:cNvSpPr>
            <a:spLocks noGrp="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6" name="Slide Number">
            <a:extLst>
              <a:ext uri="{FF2B5EF4-FFF2-40B4-BE49-F238E27FC236}">
                <a16:creationId xmlns:a16="http://schemas.microsoft.com/office/drawing/2014/main" id="{08AB6643-8114-72F2-C818-216B8745A358}"/>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
        <p:nvSpPr>
          <p:cNvPr id="2" name="AutoShape 2">
            <a:extLst>
              <a:ext uri="{FF2B5EF4-FFF2-40B4-BE49-F238E27FC236}">
                <a16:creationId xmlns:a16="http://schemas.microsoft.com/office/drawing/2014/main" id="{884ACD48-DA3E-BE88-B951-0FCA94F76945}"/>
              </a:ext>
            </a:extLst>
          </p:cNvPr>
          <p:cNvSpPr>
            <a:spLocks noChangeAspect="1" noChangeArrowheads="1"/>
          </p:cNvSpPr>
          <p:nvPr userDrawn="1"/>
        </p:nvSpPr>
        <p:spPr bwMode="auto">
          <a:xfrm>
            <a:off x="17938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BE"/>
          </a:p>
        </p:txBody>
      </p:sp>
      <p:sp>
        <p:nvSpPr>
          <p:cNvPr id="7" name="AutoShape 3">
            <a:extLst>
              <a:ext uri="{FF2B5EF4-FFF2-40B4-BE49-F238E27FC236}">
                <a16:creationId xmlns:a16="http://schemas.microsoft.com/office/drawing/2014/main" id="{A8EC0DBE-59FC-1484-79E2-B0C545E32F85}"/>
              </a:ext>
            </a:extLst>
          </p:cNvPr>
          <p:cNvSpPr>
            <a:spLocks noChangeAspect="1" noChangeArrowheads="1"/>
          </p:cNvSpPr>
          <p:nvPr userDrawn="1"/>
        </p:nvSpPr>
        <p:spPr bwMode="auto">
          <a:xfrm>
            <a:off x="639763"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BE"/>
          </a:p>
        </p:txBody>
      </p:sp>
      <p:sp>
        <p:nvSpPr>
          <p:cNvPr id="8" name="Picture Placeholder 1">
            <a:extLst>
              <a:ext uri="{FF2B5EF4-FFF2-40B4-BE49-F238E27FC236}">
                <a16:creationId xmlns:a16="http://schemas.microsoft.com/office/drawing/2014/main" id="{9A97EAD8-0B5E-E1FD-07EE-6EB863C9A38D}"/>
              </a:ext>
            </a:extLst>
          </p:cNvPr>
          <p:cNvSpPr>
            <a:spLocks noGrp="1"/>
          </p:cNvSpPr>
          <p:nvPr>
            <p:ph type="pic" sz="quarter" idx="17"/>
          </p:nvPr>
        </p:nvSpPr>
        <p:spPr>
          <a:xfrm>
            <a:off x="777407" y="3782627"/>
            <a:ext cx="5200061" cy="2204526"/>
          </a:xfrm>
          <a:prstGeom prst="roundRect">
            <a:avLst>
              <a:gd name="adj" fmla="val 11383"/>
            </a:avLst>
          </a:prstGeom>
          <a:solidFill>
            <a:srgbClr val="D6E0FF"/>
          </a:solidFill>
          <a:ln w="28575">
            <a:noFill/>
          </a:ln>
        </p:spPr>
        <p:txBody>
          <a:bodyPr lIns="360000" tIns="1260000" rIns="360000" bIns="360000" anchor="ctr" anchorCtr="0"/>
          <a:lstStyle>
            <a:lvl1pPr marL="0" indent="0" algn="ctr">
              <a:buNone/>
              <a:defRPr sz="1600"/>
            </a:lvl1pPr>
          </a:lstStyle>
          <a:p>
            <a:r>
              <a:rPr lang="en-GB" noProof="0" dirty="0"/>
              <a:t>Click icon to add picture</a:t>
            </a:r>
          </a:p>
        </p:txBody>
      </p:sp>
      <p:sp>
        <p:nvSpPr>
          <p:cNvPr id="11" name="Picture Placeholder 1">
            <a:extLst>
              <a:ext uri="{FF2B5EF4-FFF2-40B4-BE49-F238E27FC236}">
                <a16:creationId xmlns:a16="http://schemas.microsoft.com/office/drawing/2014/main" id="{4170C067-96A2-9278-50E6-148B07DBE6D4}"/>
              </a:ext>
            </a:extLst>
          </p:cNvPr>
          <p:cNvSpPr>
            <a:spLocks noGrp="1"/>
          </p:cNvSpPr>
          <p:nvPr>
            <p:ph type="pic" sz="quarter" idx="20"/>
          </p:nvPr>
        </p:nvSpPr>
        <p:spPr>
          <a:xfrm>
            <a:off x="6212997" y="1772459"/>
            <a:ext cx="5176078" cy="2204526"/>
          </a:xfrm>
          <a:prstGeom prst="roundRect">
            <a:avLst>
              <a:gd name="adj" fmla="val 11383"/>
            </a:avLst>
          </a:prstGeom>
          <a:solidFill>
            <a:srgbClr val="D6E0FF"/>
          </a:solidFill>
          <a:ln w="28575">
            <a:noFill/>
          </a:ln>
        </p:spPr>
        <p:txBody>
          <a:bodyPr lIns="360000" tIns="1260000" rIns="360000" bIns="360000" anchor="ctr" anchorCtr="0"/>
          <a:lstStyle>
            <a:lvl1pPr marL="0" indent="0" algn="ctr">
              <a:buNone/>
              <a:defRPr sz="1600"/>
            </a:lvl1pPr>
          </a:lstStyle>
          <a:p>
            <a:r>
              <a:rPr lang="en-GB" noProof="0" dirty="0"/>
              <a:t>Click icon to add picture</a:t>
            </a:r>
          </a:p>
        </p:txBody>
      </p:sp>
    </p:spTree>
    <p:extLst>
      <p:ext uri="{BB962C8B-B14F-4D97-AF65-F5344CB8AC3E}">
        <p14:creationId xmlns:p14="http://schemas.microsoft.com/office/powerpoint/2010/main" val="258334019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images and text">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D825FAB2-D10C-6D06-FE11-197B7B180FD0}"/>
              </a:ext>
            </a:extLst>
          </p:cNvPr>
          <p:cNvSpPr>
            <a:spLocks noGrp="1" noRot="1" noMove="1" noResize="1" noEditPoints="1" noAdjustHandles="1" noChangeArrowheads="1" noChangeShapeType="1"/>
          </p:cNvSpPr>
          <p:nvPr>
            <p:ph type="body" sz="quarter" idx="33"/>
          </p:nvPr>
        </p:nvSpPr>
        <p:spPr>
          <a:xfrm>
            <a:off x="7888073" y="4797116"/>
            <a:ext cx="3016988" cy="1249672"/>
          </a:xfrm>
          <a:prstGeom prst="rect">
            <a:avLst/>
          </a:prstGeom>
        </p:spPr>
        <p:txBody>
          <a:bodyPr/>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21" name="Picture Placeholder 3">
            <a:extLst>
              <a:ext uri="{FF2B5EF4-FFF2-40B4-BE49-F238E27FC236}">
                <a16:creationId xmlns:a16="http://schemas.microsoft.com/office/drawing/2014/main" id="{82EE2749-4448-E94D-A3B6-E8FD4C9B9E33}"/>
              </a:ext>
            </a:extLst>
          </p:cNvPr>
          <p:cNvSpPr>
            <a:spLocks noGrp="1" noRot="1" noMove="1" noResize="1" noEditPoints="1" noAdjustHandles="1" noChangeArrowheads="1" noChangeShapeType="1"/>
          </p:cNvSpPr>
          <p:nvPr>
            <p:ph type="pic" sz="quarter" idx="22"/>
          </p:nvPr>
        </p:nvSpPr>
        <p:spPr>
          <a:xfrm>
            <a:off x="8028567" y="1848333"/>
            <a:ext cx="2736000" cy="2532654"/>
          </a:xfrm>
          <a:prstGeom prst="roundRect">
            <a:avLst/>
          </a:prstGeom>
          <a:solidFill>
            <a:srgbClr val="D6E0FF"/>
          </a:solidFill>
        </p:spPr>
        <p:txBody>
          <a:bodyPr tIns="720000" bIns="0" anchor="ctr" anchorCtr="0"/>
          <a:lstStyle>
            <a:lvl1pPr marL="0" indent="0" algn="ctr">
              <a:buNone/>
              <a:defRPr sz="1600"/>
            </a:lvl1pPr>
          </a:lstStyle>
          <a:p>
            <a:r>
              <a:rPr lang="en-GB" noProof="0"/>
              <a:t>Click icon to add picture</a:t>
            </a:r>
          </a:p>
        </p:txBody>
      </p:sp>
      <p:sp>
        <p:nvSpPr>
          <p:cNvPr id="12" name="Text Placeholder 2">
            <a:extLst>
              <a:ext uri="{FF2B5EF4-FFF2-40B4-BE49-F238E27FC236}">
                <a16:creationId xmlns:a16="http://schemas.microsoft.com/office/drawing/2014/main" id="{6A0E92DE-31B1-5CBE-D5AC-9699C31B263C}"/>
              </a:ext>
            </a:extLst>
          </p:cNvPr>
          <p:cNvSpPr>
            <a:spLocks noGrp="1" noRot="1" noMove="1" noResize="1" noEditPoints="1" noAdjustHandles="1" noChangeArrowheads="1" noChangeShapeType="1"/>
          </p:cNvSpPr>
          <p:nvPr>
            <p:ph type="body" sz="quarter" idx="32"/>
          </p:nvPr>
        </p:nvSpPr>
        <p:spPr>
          <a:xfrm>
            <a:off x="4586713" y="4797116"/>
            <a:ext cx="3016988" cy="1249672"/>
          </a:xfrm>
          <a:prstGeom prst="rect">
            <a:avLst/>
          </a:prstGeom>
        </p:spPr>
        <p:txBody>
          <a:bodyPr/>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8" name="Picture Placeholder 2">
            <a:extLst>
              <a:ext uri="{FF2B5EF4-FFF2-40B4-BE49-F238E27FC236}">
                <a16:creationId xmlns:a16="http://schemas.microsoft.com/office/drawing/2014/main" id="{E020C457-3C2E-CA42-88B4-5E3F06B1AE96}"/>
              </a:ext>
            </a:extLst>
          </p:cNvPr>
          <p:cNvSpPr>
            <a:spLocks noGrp="1" noRot="1" noMove="1" noResize="1" noEditPoints="1" noAdjustHandles="1" noChangeArrowheads="1" noChangeShapeType="1"/>
          </p:cNvSpPr>
          <p:nvPr>
            <p:ph type="pic" sz="quarter" idx="20"/>
          </p:nvPr>
        </p:nvSpPr>
        <p:spPr>
          <a:xfrm>
            <a:off x="4727207" y="1848333"/>
            <a:ext cx="2736000" cy="2532654"/>
          </a:xfrm>
          <a:prstGeom prst="roundRect">
            <a:avLst/>
          </a:prstGeom>
          <a:solidFill>
            <a:srgbClr val="D6E0FF"/>
          </a:solidFill>
        </p:spPr>
        <p:txBody>
          <a:bodyPr tIns="720000" bIns="0" anchor="ctr" anchorCtr="0"/>
          <a:lstStyle>
            <a:lvl1pPr marL="0" indent="0" algn="ctr">
              <a:buNone/>
              <a:defRPr sz="1600"/>
            </a:lvl1pPr>
          </a:lstStyle>
          <a:p>
            <a:r>
              <a:rPr lang="en-GB" noProof="0"/>
              <a:t>Click icon to add picture</a:t>
            </a:r>
          </a:p>
        </p:txBody>
      </p:sp>
      <p:sp>
        <p:nvSpPr>
          <p:cNvPr id="11" name="Text Placeholder 1">
            <a:extLst>
              <a:ext uri="{FF2B5EF4-FFF2-40B4-BE49-F238E27FC236}">
                <a16:creationId xmlns:a16="http://schemas.microsoft.com/office/drawing/2014/main" id="{71004B11-A169-8942-2A67-F774A4D88FFD}"/>
              </a:ext>
            </a:extLst>
          </p:cNvPr>
          <p:cNvSpPr>
            <a:spLocks noGrp="1" noRot="1" noMove="1" noResize="1" noEditPoints="1" noAdjustHandles="1" noChangeArrowheads="1" noChangeShapeType="1"/>
          </p:cNvSpPr>
          <p:nvPr>
            <p:ph type="body" sz="quarter" idx="15"/>
          </p:nvPr>
        </p:nvSpPr>
        <p:spPr>
          <a:xfrm>
            <a:off x="1232097" y="4797116"/>
            <a:ext cx="3016988" cy="1249672"/>
          </a:xfrm>
          <a:prstGeom prst="rect">
            <a:avLst/>
          </a:prstGeom>
        </p:spPr>
        <p:txBody>
          <a:bodyPr/>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4" name="Picture Placeholder 1">
            <a:extLst>
              <a:ext uri="{FF2B5EF4-FFF2-40B4-BE49-F238E27FC236}">
                <a16:creationId xmlns:a16="http://schemas.microsoft.com/office/drawing/2014/main" id="{BF77687C-AC6F-634F-AC60-81131BCE7FCF}"/>
              </a:ext>
            </a:extLst>
          </p:cNvPr>
          <p:cNvSpPr>
            <a:spLocks noGrp="1" noRot="1" noMove="1" noResize="1" noEditPoints="1" noAdjustHandles="1" noChangeArrowheads="1" noChangeShapeType="1"/>
          </p:cNvSpPr>
          <p:nvPr>
            <p:ph type="pic" sz="quarter" idx="19"/>
          </p:nvPr>
        </p:nvSpPr>
        <p:spPr>
          <a:xfrm>
            <a:off x="1372591" y="1848333"/>
            <a:ext cx="2736000" cy="2532654"/>
          </a:xfrm>
          <a:prstGeom prst="roundRect">
            <a:avLst/>
          </a:prstGeom>
          <a:solidFill>
            <a:srgbClr val="D6E0FF"/>
          </a:solidFill>
        </p:spPr>
        <p:txBody>
          <a:bodyPr tIns="720000" bIns="0" anchor="ctr" anchorCtr="0"/>
          <a:lstStyle>
            <a:lvl1pPr marL="0" indent="0" algn="ctr">
              <a:buNone/>
              <a:defRPr sz="1600"/>
            </a:lvl1pPr>
          </a:lstStyle>
          <a:p>
            <a:r>
              <a:rPr lang="en-GB" noProof="0"/>
              <a:t>Click icon to add picture</a:t>
            </a:r>
          </a:p>
        </p:txBody>
      </p:sp>
      <p:sp>
        <p:nvSpPr>
          <p:cNvPr id="4" name="Title">
            <a:extLst>
              <a:ext uri="{FF2B5EF4-FFF2-40B4-BE49-F238E27FC236}">
                <a16:creationId xmlns:a16="http://schemas.microsoft.com/office/drawing/2014/main" id="{6C9C267C-EFF4-28A8-E414-2A63AADFEBB6}"/>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3" name="Slide Number">
            <a:extLst>
              <a:ext uri="{FF2B5EF4-FFF2-40B4-BE49-F238E27FC236}">
                <a16:creationId xmlns:a16="http://schemas.microsoft.com/office/drawing/2014/main" id="{793D46A4-9973-F635-573D-81A79BF8C80B}"/>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21157757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circle images">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8E3263D3-4AC3-C2FE-B580-0C1067BADFA6}"/>
              </a:ext>
            </a:extLst>
          </p:cNvPr>
          <p:cNvSpPr>
            <a:spLocks noGrp="1" noRot="1" noMove="1" noResize="1" noEditPoints="1" noAdjustHandles="1" noChangeArrowheads="1" noChangeShapeType="1"/>
          </p:cNvSpPr>
          <p:nvPr>
            <p:ph type="body" sz="quarter" idx="33"/>
          </p:nvPr>
        </p:nvSpPr>
        <p:spPr>
          <a:xfrm>
            <a:off x="7888073" y="4797116"/>
            <a:ext cx="3016988" cy="1249672"/>
          </a:xfrm>
          <a:prstGeom prst="rect">
            <a:avLst/>
          </a:prstGeom>
        </p:spPr>
        <p:txBody>
          <a:bodyPr/>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noProof="1"/>
              <a:t>Click to edit Master text styles</a:t>
            </a:r>
          </a:p>
          <a:p>
            <a:pPr lvl="1"/>
            <a:r>
              <a:rPr lang="en-GB" noProof="1"/>
              <a:t>Second level</a:t>
            </a:r>
          </a:p>
          <a:p>
            <a:pPr lvl="2"/>
            <a:r>
              <a:rPr lang="en-GB" noProof="1"/>
              <a:t>Third level</a:t>
            </a:r>
          </a:p>
          <a:p>
            <a:pPr lvl="3"/>
            <a:r>
              <a:rPr lang="en-GB" noProof="1"/>
              <a:t>Fourth level</a:t>
            </a:r>
          </a:p>
          <a:p>
            <a:pPr lvl="4"/>
            <a:r>
              <a:rPr lang="en-GB" noProof="1"/>
              <a:t>Fifth level</a:t>
            </a:r>
          </a:p>
        </p:txBody>
      </p:sp>
      <p:sp>
        <p:nvSpPr>
          <p:cNvPr id="14" name="Picture Placeholder 3">
            <a:extLst>
              <a:ext uri="{FF2B5EF4-FFF2-40B4-BE49-F238E27FC236}">
                <a16:creationId xmlns:a16="http://schemas.microsoft.com/office/drawing/2014/main" id="{6345AD70-D200-B51D-70F5-FABD73B09615}"/>
              </a:ext>
            </a:extLst>
          </p:cNvPr>
          <p:cNvSpPr>
            <a:spLocks noGrp="1" noRot="1" noMove="1" noResize="1" noEditPoints="1" noAdjustHandles="1" noChangeArrowheads="1" noChangeShapeType="1"/>
          </p:cNvSpPr>
          <p:nvPr>
            <p:ph type="pic" sz="quarter" idx="26"/>
          </p:nvPr>
        </p:nvSpPr>
        <p:spPr>
          <a:xfrm>
            <a:off x="8136567" y="1985951"/>
            <a:ext cx="2520000" cy="2520000"/>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20000" bIns="0" anchor="ctr" anchorCtr="0">
            <a:noAutofit/>
          </a:bodyPr>
          <a:lstStyle>
            <a:lvl1pPr marL="0" indent="0" algn="ctr">
              <a:buNone/>
              <a:defRPr sz="1600"/>
            </a:lvl1pPr>
          </a:lstStyle>
          <a:p>
            <a:r>
              <a:rPr lang="en-GB" sz="1800" noProof="1"/>
              <a:t>Click icon to add picture</a:t>
            </a:r>
          </a:p>
        </p:txBody>
      </p:sp>
      <p:sp>
        <p:nvSpPr>
          <p:cNvPr id="3" name="Text Placeholder 2">
            <a:extLst>
              <a:ext uri="{FF2B5EF4-FFF2-40B4-BE49-F238E27FC236}">
                <a16:creationId xmlns:a16="http://schemas.microsoft.com/office/drawing/2014/main" id="{E8678114-3740-5B7B-95B1-1B463D5083F1}"/>
              </a:ext>
            </a:extLst>
          </p:cNvPr>
          <p:cNvSpPr>
            <a:spLocks noGrp="1" noRot="1" noMove="1" noResize="1" noEditPoints="1" noAdjustHandles="1" noChangeArrowheads="1" noChangeShapeType="1"/>
          </p:cNvSpPr>
          <p:nvPr>
            <p:ph type="body" sz="quarter" idx="32"/>
          </p:nvPr>
        </p:nvSpPr>
        <p:spPr>
          <a:xfrm>
            <a:off x="4586713" y="4797116"/>
            <a:ext cx="3016988" cy="1249672"/>
          </a:xfrm>
          <a:prstGeom prst="rect">
            <a:avLst/>
          </a:prstGeom>
        </p:spPr>
        <p:txBody>
          <a:bodyPr/>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noProof="1"/>
              <a:t>Click to edit Master text styles</a:t>
            </a:r>
          </a:p>
          <a:p>
            <a:pPr lvl="1"/>
            <a:r>
              <a:rPr lang="en-GB" noProof="1"/>
              <a:t>Second level</a:t>
            </a:r>
          </a:p>
          <a:p>
            <a:pPr lvl="2"/>
            <a:r>
              <a:rPr lang="en-GB" noProof="1"/>
              <a:t>Third level</a:t>
            </a:r>
          </a:p>
          <a:p>
            <a:pPr lvl="3"/>
            <a:r>
              <a:rPr lang="en-GB" noProof="1"/>
              <a:t>Fourth level</a:t>
            </a:r>
          </a:p>
          <a:p>
            <a:pPr lvl="4"/>
            <a:r>
              <a:rPr lang="en-GB" noProof="1"/>
              <a:t>Fifth level</a:t>
            </a:r>
          </a:p>
        </p:txBody>
      </p:sp>
      <p:sp>
        <p:nvSpPr>
          <p:cNvPr id="13" name="Picture Placeholder 2">
            <a:extLst>
              <a:ext uri="{FF2B5EF4-FFF2-40B4-BE49-F238E27FC236}">
                <a16:creationId xmlns:a16="http://schemas.microsoft.com/office/drawing/2014/main" id="{F0663DAB-6777-E1CB-A3B0-ED9397E5E689}"/>
              </a:ext>
            </a:extLst>
          </p:cNvPr>
          <p:cNvSpPr>
            <a:spLocks noGrp="1" noRot="1" noMove="1" noResize="1" noEditPoints="1" noAdjustHandles="1" noChangeArrowheads="1" noChangeShapeType="1"/>
          </p:cNvSpPr>
          <p:nvPr>
            <p:ph type="pic" sz="quarter" idx="25"/>
          </p:nvPr>
        </p:nvSpPr>
        <p:spPr>
          <a:xfrm>
            <a:off x="4836000" y="1985951"/>
            <a:ext cx="2520000" cy="2520000"/>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20000" bIns="0" anchor="ctr" anchorCtr="0">
            <a:noAutofit/>
          </a:bodyPr>
          <a:lstStyle>
            <a:lvl1pPr marL="0" indent="0" algn="ctr">
              <a:buNone/>
              <a:defRPr sz="1600"/>
            </a:lvl1pPr>
          </a:lstStyle>
          <a:p>
            <a:r>
              <a:rPr lang="en-GB" sz="1800" noProof="1"/>
              <a:t>Click icon to add picture</a:t>
            </a:r>
          </a:p>
        </p:txBody>
      </p:sp>
      <p:sp>
        <p:nvSpPr>
          <p:cNvPr id="2" name="Text Placeholder 1">
            <a:extLst>
              <a:ext uri="{FF2B5EF4-FFF2-40B4-BE49-F238E27FC236}">
                <a16:creationId xmlns:a16="http://schemas.microsoft.com/office/drawing/2014/main" id="{FF867656-444B-8DCE-BC67-1507F5BF3A53}"/>
              </a:ext>
            </a:extLst>
          </p:cNvPr>
          <p:cNvSpPr>
            <a:spLocks noGrp="1" noRot="1" noMove="1" noResize="1" noEditPoints="1" noAdjustHandles="1" noChangeArrowheads="1" noChangeShapeType="1"/>
          </p:cNvSpPr>
          <p:nvPr>
            <p:ph type="body" sz="quarter" idx="15"/>
          </p:nvPr>
        </p:nvSpPr>
        <p:spPr>
          <a:xfrm>
            <a:off x="1232097" y="4797116"/>
            <a:ext cx="3016988" cy="1249672"/>
          </a:xfrm>
          <a:prstGeom prst="rect">
            <a:avLst/>
          </a:prstGeom>
        </p:spPr>
        <p:txBody>
          <a:bodyPr/>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noProof="1"/>
              <a:t>Click to edit Master text styles</a:t>
            </a:r>
          </a:p>
          <a:p>
            <a:pPr lvl="1"/>
            <a:r>
              <a:rPr lang="en-GB" noProof="1"/>
              <a:t>Second level</a:t>
            </a:r>
          </a:p>
          <a:p>
            <a:pPr lvl="2"/>
            <a:r>
              <a:rPr lang="en-GB" noProof="1"/>
              <a:t>Third level</a:t>
            </a:r>
          </a:p>
          <a:p>
            <a:pPr lvl="3"/>
            <a:r>
              <a:rPr lang="en-GB" noProof="1"/>
              <a:t>Fourth level</a:t>
            </a:r>
          </a:p>
          <a:p>
            <a:pPr lvl="4"/>
            <a:r>
              <a:rPr lang="en-GB" noProof="1"/>
              <a:t>Fifth level</a:t>
            </a:r>
          </a:p>
        </p:txBody>
      </p:sp>
      <p:sp>
        <p:nvSpPr>
          <p:cNvPr id="12" name="Picture Placeholder 1">
            <a:extLst>
              <a:ext uri="{FF2B5EF4-FFF2-40B4-BE49-F238E27FC236}">
                <a16:creationId xmlns:a16="http://schemas.microsoft.com/office/drawing/2014/main" id="{812D730C-1747-09C9-D609-2D91757AA58B}"/>
              </a:ext>
            </a:extLst>
          </p:cNvPr>
          <p:cNvSpPr>
            <a:spLocks noGrp="1" noRot="1" noMove="1" noResize="1" noEditPoints="1" noAdjustHandles="1" noChangeArrowheads="1" noChangeShapeType="1"/>
          </p:cNvSpPr>
          <p:nvPr>
            <p:ph type="pic" sz="quarter" idx="24"/>
          </p:nvPr>
        </p:nvSpPr>
        <p:spPr>
          <a:xfrm>
            <a:off x="1480591" y="1985951"/>
            <a:ext cx="2520000" cy="2520000"/>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20000" bIns="0" anchor="ctr" anchorCtr="0">
            <a:noAutofit/>
          </a:bodyPr>
          <a:lstStyle>
            <a:lvl1pPr marL="0" indent="0" algn="ctr">
              <a:buNone/>
              <a:defRPr sz="1600"/>
            </a:lvl1pPr>
          </a:lstStyle>
          <a:p>
            <a:r>
              <a:rPr lang="en-GB" sz="1800" noProof="1"/>
              <a:t>Click icon to add picture</a:t>
            </a:r>
          </a:p>
        </p:txBody>
      </p:sp>
      <p:sp>
        <p:nvSpPr>
          <p:cNvPr id="4" name="Title">
            <a:extLst>
              <a:ext uri="{FF2B5EF4-FFF2-40B4-BE49-F238E27FC236}">
                <a16:creationId xmlns:a16="http://schemas.microsoft.com/office/drawing/2014/main" id="{769F7856-BF6C-1B98-5EEC-07015FEC63DF}"/>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1"/>
              <a:t>Click to edit Master title style</a:t>
            </a:r>
          </a:p>
        </p:txBody>
      </p:sp>
      <p:sp>
        <p:nvSpPr>
          <p:cNvPr id="7" name="Slide Number">
            <a:extLst>
              <a:ext uri="{FF2B5EF4-FFF2-40B4-BE49-F238E27FC236}">
                <a16:creationId xmlns:a16="http://schemas.microsoft.com/office/drawing/2014/main" id="{F5453783-C65B-DB3C-3358-A418EE21CEDD}"/>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GB" sz="1050" noProof="1" smtClean="0"/>
              <a:pPr/>
              <a:t>‹#›</a:t>
            </a:fld>
            <a:endParaRPr lang="en-GB" sz="1050" noProof="1"/>
          </a:p>
        </p:txBody>
      </p:sp>
    </p:spTree>
    <p:extLst>
      <p:ext uri="{BB962C8B-B14F-4D97-AF65-F5344CB8AC3E}">
        <p14:creationId xmlns:p14="http://schemas.microsoft.com/office/powerpoint/2010/main" val="17917020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ring images">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92ADE0C2-CAE1-1C73-39CF-CA7C696DE3E3}"/>
              </a:ext>
            </a:extLst>
          </p:cNvPr>
          <p:cNvSpPr>
            <a:spLocks noGrp="1" noRot="1" noMove="1" noResize="1" noEditPoints="1" noAdjustHandles="1" noChangeArrowheads="1" noChangeShapeType="1"/>
          </p:cNvSpPr>
          <p:nvPr>
            <p:ph type="body" sz="quarter" idx="33"/>
          </p:nvPr>
        </p:nvSpPr>
        <p:spPr>
          <a:xfrm>
            <a:off x="7888073" y="5033108"/>
            <a:ext cx="3016988" cy="1013680"/>
          </a:xfrm>
          <a:prstGeom prst="rect">
            <a:avLst/>
          </a:prstGeom>
        </p:spPr>
        <p:txBody>
          <a:bodyPr/>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9" name="Picture Placeholder 3">
            <a:extLst>
              <a:ext uri="{FF2B5EF4-FFF2-40B4-BE49-F238E27FC236}">
                <a16:creationId xmlns:a16="http://schemas.microsoft.com/office/drawing/2014/main" id="{5AC485BE-1196-5B48-061C-7E02654A9BAE}"/>
              </a:ext>
            </a:extLst>
          </p:cNvPr>
          <p:cNvSpPr>
            <a:spLocks noGrp="1" noRot="1" noMove="1" noResize="1" noEditPoints="1" noAdjustHandles="1" noChangeArrowheads="1" noChangeShapeType="1"/>
          </p:cNvSpPr>
          <p:nvPr>
            <p:ph type="pic" sz="quarter" idx="36"/>
          </p:nvPr>
        </p:nvSpPr>
        <p:spPr>
          <a:xfrm>
            <a:off x="7940638" y="1872716"/>
            <a:ext cx="2917826" cy="2916238"/>
          </a:xfrm>
          <a:custGeom>
            <a:avLst/>
            <a:gdLst>
              <a:gd name="connsiteX0" fmla="*/ 1458912 w 2917826"/>
              <a:gd name="connsiteY0" fmla="*/ 924910 h 2916238"/>
              <a:gd name="connsiteX1" fmla="*/ 925704 w 2917826"/>
              <a:gd name="connsiteY1" fmla="*/ 1458118 h 2916238"/>
              <a:gd name="connsiteX2" fmla="*/ 1458912 w 2917826"/>
              <a:gd name="connsiteY2" fmla="*/ 1991326 h 2916238"/>
              <a:gd name="connsiteX3" fmla="*/ 1992120 w 2917826"/>
              <a:gd name="connsiteY3" fmla="*/ 1458118 h 2916238"/>
              <a:gd name="connsiteX4" fmla="*/ 1458912 w 2917826"/>
              <a:gd name="connsiteY4" fmla="*/ 924910 h 2916238"/>
              <a:gd name="connsiteX5" fmla="*/ 1458913 w 2917826"/>
              <a:gd name="connsiteY5" fmla="*/ 0 h 2916238"/>
              <a:gd name="connsiteX6" fmla="*/ 2917826 w 2917826"/>
              <a:gd name="connsiteY6" fmla="*/ 1458119 h 2916238"/>
              <a:gd name="connsiteX7" fmla="*/ 1458913 w 2917826"/>
              <a:gd name="connsiteY7" fmla="*/ 2916238 h 2916238"/>
              <a:gd name="connsiteX8" fmla="*/ 0 w 2917826"/>
              <a:gd name="connsiteY8" fmla="*/ 1458119 h 2916238"/>
              <a:gd name="connsiteX9" fmla="*/ 1458913 w 2917826"/>
              <a:gd name="connsiteY9" fmla="*/ 0 h 2916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17826" h="2916238">
                <a:moveTo>
                  <a:pt x="1458912" y="924910"/>
                </a:moveTo>
                <a:cubicBezTo>
                  <a:pt x="1164429" y="924910"/>
                  <a:pt x="925704" y="1163635"/>
                  <a:pt x="925704" y="1458118"/>
                </a:cubicBezTo>
                <a:cubicBezTo>
                  <a:pt x="925704" y="1752601"/>
                  <a:pt x="1164429" y="1991326"/>
                  <a:pt x="1458912" y="1991326"/>
                </a:cubicBezTo>
                <a:cubicBezTo>
                  <a:pt x="1753395" y="1991326"/>
                  <a:pt x="1992120" y="1752601"/>
                  <a:pt x="1992120" y="1458118"/>
                </a:cubicBezTo>
                <a:cubicBezTo>
                  <a:pt x="1992120" y="1163635"/>
                  <a:pt x="1753395" y="924910"/>
                  <a:pt x="1458912" y="924910"/>
                </a:cubicBezTo>
                <a:close/>
                <a:moveTo>
                  <a:pt x="1458913" y="0"/>
                </a:moveTo>
                <a:cubicBezTo>
                  <a:pt x="2264648" y="0"/>
                  <a:pt x="2917826" y="652822"/>
                  <a:pt x="2917826" y="1458119"/>
                </a:cubicBezTo>
                <a:cubicBezTo>
                  <a:pt x="2917826" y="2263416"/>
                  <a:pt x="2264648" y="2916238"/>
                  <a:pt x="1458913" y="2916238"/>
                </a:cubicBezTo>
                <a:cubicBezTo>
                  <a:pt x="653178" y="2916238"/>
                  <a:pt x="0" y="2263416"/>
                  <a:pt x="0" y="1458119"/>
                </a:cubicBezTo>
                <a:cubicBezTo>
                  <a:pt x="0" y="652822"/>
                  <a:pt x="653178" y="0"/>
                  <a:pt x="1458913" y="0"/>
                </a:cubicBezTo>
                <a:close/>
              </a:path>
            </a:pathLst>
          </a:custGeom>
          <a:solidFill>
            <a:srgbClr val="D6E0FF"/>
          </a:solidFill>
        </p:spPr>
        <p:txBody>
          <a:bodyPr wrap="square">
            <a:noAutofit/>
          </a:bodyPr>
          <a:lstStyle/>
          <a:p>
            <a:r>
              <a:rPr lang="en-GB"/>
              <a:t>Click icon to add picture</a:t>
            </a:r>
            <a:endParaRPr lang="en-BE"/>
          </a:p>
        </p:txBody>
      </p:sp>
      <p:sp>
        <p:nvSpPr>
          <p:cNvPr id="3" name="Text Placeholder 2">
            <a:extLst>
              <a:ext uri="{FF2B5EF4-FFF2-40B4-BE49-F238E27FC236}">
                <a16:creationId xmlns:a16="http://schemas.microsoft.com/office/drawing/2014/main" id="{6709879B-9918-BAAC-9B75-C92A513B4745}"/>
              </a:ext>
            </a:extLst>
          </p:cNvPr>
          <p:cNvSpPr>
            <a:spLocks noGrp="1" noRot="1" noMove="1" noResize="1" noEditPoints="1" noAdjustHandles="1" noChangeArrowheads="1" noChangeShapeType="1"/>
          </p:cNvSpPr>
          <p:nvPr>
            <p:ph type="body" sz="quarter" idx="32"/>
          </p:nvPr>
        </p:nvSpPr>
        <p:spPr>
          <a:xfrm>
            <a:off x="4586713" y="5033108"/>
            <a:ext cx="3016988" cy="1013680"/>
          </a:xfrm>
          <a:prstGeom prst="rect">
            <a:avLst/>
          </a:prstGeom>
        </p:spPr>
        <p:txBody>
          <a:bodyPr/>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8" name="Picture Placeholder 2">
            <a:extLst>
              <a:ext uri="{FF2B5EF4-FFF2-40B4-BE49-F238E27FC236}">
                <a16:creationId xmlns:a16="http://schemas.microsoft.com/office/drawing/2014/main" id="{463B0202-3B3B-F2CB-5045-AC91C6A7BC3A}"/>
              </a:ext>
            </a:extLst>
          </p:cNvPr>
          <p:cNvSpPr>
            <a:spLocks noGrp="1" noRot="1" noMove="1" noResize="1" noEditPoints="1" noAdjustHandles="1" noChangeArrowheads="1" noChangeShapeType="1"/>
          </p:cNvSpPr>
          <p:nvPr>
            <p:ph type="pic" sz="quarter" idx="35"/>
          </p:nvPr>
        </p:nvSpPr>
        <p:spPr>
          <a:xfrm>
            <a:off x="4630908" y="1872716"/>
            <a:ext cx="2917826" cy="2916238"/>
          </a:xfrm>
          <a:custGeom>
            <a:avLst/>
            <a:gdLst>
              <a:gd name="connsiteX0" fmla="*/ 1458912 w 2917826"/>
              <a:gd name="connsiteY0" fmla="*/ 924910 h 2916238"/>
              <a:gd name="connsiteX1" fmla="*/ 925704 w 2917826"/>
              <a:gd name="connsiteY1" fmla="*/ 1458118 h 2916238"/>
              <a:gd name="connsiteX2" fmla="*/ 1458912 w 2917826"/>
              <a:gd name="connsiteY2" fmla="*/ 1991326 h 2916238"/>
              <a:gd name="connsiteX3" fmla="*/ 1992120 w 2917826"/>
              <a:gd name="connsiteY3" fmla="*/ 1458118 h 2916238"/>
              <a:gd name="connsiteX4" fmla="*/ 1458912 w 2917826"/>
              <a:gd name="connsiteY4" fmla="*/ 924910 h 2916238"/>
              <a:gd name="connsiteX5" fmla="*/ 1458913 w 2917826"/>
              <a:gd name="connsiteY5" fmla="*/ 0 h 2916238"/>
              <a:gd name="connsiteX6" fmla="*/ 2917826 w 2917826"/>
              <a:gd name="connsiteY6" fmla="*/ 1458119 h 2916238"/>
              <a:gd name="connsiteX7" fmla="*/ 1458913 w 2917826"/>
              <a:gd name="connsiteY7" fmla="*/ 2916238 h 2916238"/>
              <a:gd name="connsiteX8" fmla="*/ 0 w 2917826"/>
              <a:gd name="connsiteY8" fmla="*/ 1458119 h 2916238"/>
              <a:gd name="connsiteX9" fmla="*/ 1458913 w 2917826"/>
              <a:gd name="connsiteY9" fmla="*/ 0 h 2916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17826" h="2916238">
                <a:moveTo>
                  <a:pt x="1458912" y="924910"/>
                </a:moveTo>
                <a:cubicBezTo>
                  <a:pt x="1164429" y="924910"/>
                  <a:pt x="925704" y="1163635"/>
                  <a:pt x="925704" y="1458118"/>
                </a:cubicBezTo>
                <a:cubicBezTo>
                  <a:pt x="925704" y="1752601"/>
                  <a:pt x="1164429" y="1991326"/>
                  <a:pt x="1458912" y="1991326"/>
                </a:cubicBezTo>
                <a:cubicBezTo>
                  <a:pt x="1753395" y="1991326"/>
                  <a:pt x="1992120" y="1752601"/>
                  <a:pt x="1992120" y="1458118"/>
                </a:cubicBezTo>
                <a:cubicBezTo>
                  <a:pt x="1992120" y="1163635"/>
                  <a:pt x="1753395" y="924910"/>
                  <a:pt x="1458912" y="924910"/>
                </a:cubicBezTo>
                <a:close/>
                <a:moveTo>
                  <a:pt x="1458913" y="0"/>
                </a:moveTo>
                <a:cubicBezTo>
                  <a:pt x="2264648" y="0"/>
                  <a:pt x="2917826" y="652822"/>
                  <a:pt x="2917826" y="1458119"/>
                </a:cubicBezTo>
                <a:cubicBezTo>
                  <a:pt x="2917826" y="2263416"/>
                  <a:pt x="2264648" y="2916238"/>
                  <a:pt x="1458913" y="2916238"/>
                </a:cubicBezTo>
                <a:cubicBezTo>
                  <a:pt x="653178" y="2916238"/>
                  <a:pt x="0" y="2263416"/>
                  <a:pt x="0" y="1458119"/>
                </a:cubicBezTo>
                <a:cubicBezTo>
                  <a:pt x="0" y="652822"/>
                  <a:pt x="653178" y="0"/>
                  <a:pt x="1458913" y="0"/>
                </a:cubicBezTo>
                <a:close/>
              </a:path>
            </a:pathLst>
          </a:custGeom>
          <a:solidFill>
            <a:srgbClr val="D6E0FF"/>
          </a:solidFill>
        </p:spPr>
        <p:txBody>
          <a:bodyPr wrap="square">
            <a:noAutofit/>
          </a:bodyPr>
          <a:lstStyle/>
          <a:p>
            <a:r>
              <a:rPr lang="en-GB"/>
              <a:t>Click icon to add picture</a:t>
            </a:r>
            <a:endParaRPr lang="en-BE"/>
          </a:p>
        </p:txBody>
      </p:sp>
      <p:sp>
        <p:nvSpPr>
          <p:cNvPr id="2" name="Text Placeholder 1">
            <a:extLst>
              <a:ext uri="{FF2B5EF4-FFF2-40B4-BE49-F238E27FC236}">
                <a16:creationId xmlns:a16="http://schemas.microsoft.com/office/drawing/2014/main" id="{7B81DBF9-0BAD-EC52-3C79-A0A92832B669}"/>
              </a:ext>
            </a:extLst>
          </p:cNvPr>
          <p:cNvSpPr>
            <a:spLocks noGrp="1" noRot="1" noMove="1" noResize="1" noEditPoints="1" noAdjustHandles="1" noChangeArrowheads="1" noChangeShapeType="1"/>
          </p:cNvSpPr>
          <p:nvPr>
            <p:ph type="body" sz="quarter" idx="18"/>
          </p:nvPr>
        </p:nvSpPr>
        <p:spPr>
          <a:xfrm>
            <a:off x="1232097" y="5033108"/>
            <a:ext cx="3016988" cy="1013680"/>
          </a:xfrm>
          <a:prstGeom prst="rect">
            <a:avLst/>
          </a:prstGeom>
        </p:spPr>
        <p:txBody>
          <a:bodyPr/>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7" name="Picture Placeholder 1">
            <a:extLst>
              <a:ext uri="{FF2B5EF4-FFF2-40B4-BE49-F238E27FC236}">
                <a16:creationId xmlns:a16="http://schemas.microsoft.com/office/drawing/2014/main" id="{6581423B-21B8-271E-7CD7-AA232F3FBA4F}"/>
              </a:ext>
            </a:extLst>
          </p:cNvPr>
          <p:cNvSpPr>
            <a:spLocks noGrp="1" noRot="1" noMove="1" noResize="1" noEditPoints="1" noAdjustHandles="1" noChangeArrowheads="1" noChangeShapeType="1"/>
          </p:cNvSpPr>
          <p:nvPr>
            <p:ph type="pic" sz="quarter" idx="34"/>
          </p:nvPr>
        </p:nvSpPr>
        <p:spPr>
          <a:xfrm>
            <a:off x="1191969" y="1872716"/>
            <a:ext cx="2917826" cy="2916238"/>
          </a:xfrm>
          <a:custGeom>
            <a:avLst/>
            <a:gdLst>
              <a:gd name="connsiteX0" fmla="*/ 1458912 w 2917826"/>
              <a:gd name="connsiteY0" fmla="*/ 924910 h 2916238"/>
              <a:gd name="connsiteX1" fmla="*/ 925704 w 2917826"/>
              <a:gd name="connsiteY1" fmla="*/ 1458118 h 2916238"/>
              <a:gd name="connsiteX2" fmla="*/ 1458912 w 2917826"/>
              <a:gd name="connsiteY2" fmla="*/ 1991326 h 2916238"/>
              <a:gd name="connsiteX3" fmla="*/ 1992120 w 2917826"/>
              <a:gd name="connsiteY3" fmla="*/ 1458118 h 2916238"/>
              <a:gd name="connsiteX4" fmla="*/ 1458912 w 2917826"/>
              <a:gd name="connsiteY4" fmla="*/ 924910 h 2916238"/>
              <a:gd name="connsiteX5" fmla="*/ 1458913 w 2917826"/>
              <a:gd name="connsiteY5" fmla="*/ 0 h 2916238"/>
              <a:gd name="connsiteX6" fmla="*/ 2917826 w 2917826"/>
              <a:gd name="connsiteY6" fmla="*/ 1458119 h 2916238"/>
              <a:gd name="connsiteX7" fmla="*/ 1458913 w 2917826"/>
              <a:gd name="connsiteY7" fmla="*/ 2916238 h 2916238"/>
              <a:gd name="connsiteX8" fmla="*/ 0 w 2917826"/>
              <a:gd name="connsiteY8" fmla="*/ 1458119 h 2916238"/>
              <a:gd name="connsiteX9" fmla="*/ 1458913 w 2917826"/>
              <a:gd name="connsiteY9" fmla="*/ 0 h 2916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17826" h="2916238">
                <a:moveTo>
                  <a:pt x="1458912" y="924910"/>
                </a:moveTo>
                <a:cubicBezTo>
                  <a:pt x="1164429" y="924910"/>
                  <a:pt x="925704" y="1163635"/>
                  <a:pt x="925704" y="1458118"/>
                </a:cubicBezTo>
                <a:cubicBezTo>
                  <a:pt x="925704" y="1752601"/>
                  <a:pt x="1164429" y="1991326"/>
                  <a:pt x="1458912" y="1991326"/>
                </a:cubicBezTo>
                <a:cubicBezTo>
                  <a:pt x="1753395" y="1991326"/>
                  <a:pt x="1992120" y="1752601"/>
                  <a:pt x="1992120" y="1458118"/>
                </a:cubicBezTo>
                <a:cubicBezTo>
                  <a:pt x="1992120" y="1163635"/>
                  <a:pt x="1753395" y="924910"/>
                  <a:pt x="1458912" y="924910"/>
                </a:cubicBezTo>
                <a:close/>
                <a:moveTo>
                  <a:pt x="1458913" y="0"/>
                </a:moveTo>
                <a:cubicBezTo>
                  <a:pt x="2264648" y="0"/>
                  <a:pt x="2917826" y="652822"/>
                  <a:pt x="2917826" y="1458119"/>
                </a:cubicBezTo>
                <a:cubicBezTo>
                  <a:pt x="2917826" y="2263416"/>
                  <a:pt x="2264648" y="2916238"/>
                  <a:pt x="1458913" y="2916238"/>
                </a:cubicBezTo>
                <a:cubicBezTo>
                  <a:pt x="653178" y="2916238"/>
                  <a:pt x="0" y="2263416"/>
                  <a:pt x="0" y="1458119"/>
                </a:cubicBezTo>
                <a:cubicBezTo>
                  <a:pt x="0" y="652822"/>
                  <a:pt x="653178" y="0"/>
                  <a:pt x="1458913" y="0"/>
                </a:cubicBezTo>
                <a:close/>
              </a:path>
            </a:pathLst>
          </a:custGeom>
          <a:solidFill>
            <a:srgbClr val="D6E0FF"/>
          </a:solidFill>
        </p:spPr>
        <p:txBody>
          <a:bodyPr wrap="square">
            <a:noAutofit/>
          </a:bodyPr>
          <a:lstStyle/>
          <a:p>
            <a:r>
              <a:rPr lang="en-GB"/>
              <a:t>Click icon to add picture</a:t>
            </a:r>
            <a:endParaRPr lang="en-BE"/>
          </a:p>
        </p:txBody>
      </p:sp>
      <p:sp>
        <p:nvSpPr>
          <p:cNvPr id="4" name="Title">
            <a:extLst>
              <a:ext uri="{FF2B5EF4-FFF2-40B4-BE49-F238E27FC236}">
                <a16:creationId xmlns:a16="http://schemas.microsoft.com/office/drawing/2014/main" id="{D4EEE6C7-7DB4-2A3F-BE85-FCAC167E528A}"/>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7" name="Slide Number">
            <a:extLst>
              <a:ext uri="{FF2B5EF4-FFF2-40B4-BE49-F238E27FC236}">
                <a16:creationId xmlns:a16="http://schemas.microsoft.com/office/drawing/2014/main" id="{2BC6063B-91FA-D882-DBBD-A4C1B6C6D3EC}"/>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556579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images and text">
    <p:spTree>
      <p:nvGrpSpPr>
        <p:cNvPr id="1" name=""/>
        <p:cNvGrpSpPr/>
        <p:nvPr/>
      </p:nvGrpSpPr>
      <p:grpSpPr>
        <a:xfrm>
          <a:off x="0" y="0"/>
          <a:ext cx="0" cy="0"/>
          <a:chOff x="0" y="0"/>
          <a:chExt cx="0" cy="0"/>
        </a:xfrm>
      </p:grpSpPr>
      <p:sp>
        <p:nvSpPr>
          <p:cNvPr id="23" name="Text Placeholder 4">
            <a:extLst>
              <a:ext uri="{FF2B5EF4-FFF2-40B4-BE49-F238E27FC236}">
                <a16:creationId xmlns:a16="http://schemas.microsoft.com/office/drawing/2014/main" id="{7447ED4A-A2BB-989C-70D9-92B5B380A437}"/>
              </a:ext>
            </a:extLst>
          </p:cNvPr>
          <p:cNvSpPr>
            <a:spLocks noGrp="1" noRot="1" noMove="1" noResize="1" noEditPoints="1" noAdjustHandles="1" noChangeArrowheads="1" noChangeShapeType="1"/>
          </p:cNvSpPr>
          <p:nvPr>
            <p:ph type="body" sz="quarter" idx="33"/>
          </p:nvPr>
        </p:nvSpPr>
        <p:spPr>
          <a:xfrm>
            <a:off x="9590952" y="4470898"/>
            <a:ext cx="1808886" cy="1448385"/>
          </a:xfrm>
          <a:prstGeom prst="rect">
            <a:avLst/>
          </a:prstGeom>
        </p:spPr>
        <p:txBody>
          <a:bodyPr/>
          <a:lstStyle>
            <a:lvl1pPr marL="9425" indent="0" algn="l">
              <a:spcAft>
                <a:spcPts val="200"/>
              </a:spcAft>
              <a:buClr>
                <a:schemeClr val="tx2"/>
              </a:buClr>
              <a:buNone/>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p:txBody>
      </p:sp>
      <p:sp>
        <p:nvSpPr>
          <p:cNvPr id="5" name="Picture Placeholder 4">
            <a:extLst>
              <a:ext uri="{FF2B5EF4-FFF2-40B4-BE49-F238E27FC236}">
                <a16:creationId xmlns:a16="http://schemas.microsoft.com/office/drawing/2014/main" id="{1C2B43DA-DC60-3F05-E365-AAEDB6647F43}"/>
              </a:ext>
            </a:extLst>
          </p:cNvPr>
          <p:cNvSpPr>
            <a:spLocks noGrp="1" noRot="1" noMove="1" noResize="1" noEditPoints="1" noAdjustHandles="1" noChangeArrowheads="1" noChangeShapeType="1"/>
          </p:cNvSpPr>
          <p:nvPr>
            <p:ph type="pic" sz="quarter" idx="19"/>
          </p:nvPr>
        </p:nvSpPr>
        <p:spPr>
          <a:xfrm>
            <a:off x="6213000" y="4026521"/>
            <a:ext cx="3202058" cy="2007777"/>
          </a:xfrm>
          <a:prstGeom prst="roundRect">
            <a:avLst/>
          </a:prstGeom>
          <a:solidFill>
            <a:srgbClr val="D6E0FF"/>
          </a:solidFill>
        </p:spPr>
        <p:txBody>
          <a:bodyPr tIns="720000" bIns="0" anchor="ctr" anchorCtr="0"/>
          <a:lstStyle>
            <a:lvl1pPr marL="0" indent="0" algn="ctr">
              <a:buNone/>
              <a:defRPr sz="1600"/>
            </a:lvl1pPr>
          </a:lstStyle>
          <a:p>
            <a:r>
              <a:rPr lang="en-GB"/>
              <a:t>Click icon to add picture</a:t>
            </a:r>
            <a:endParaRPr lang="en-BE"/>
          </a:p>
        </p:txBody>
      </p:sp>
      <p:sp>
        <p:nvSpPr>
          <p:cNvPr id="22" name="Text Placeholder 3">
            <a:extLst>
              <a:ext uri="{FF2B5EF4-FFF2-40B4-BE49-F238E27FC236}">
                <a16:creationId xmlns:a16="http://schemas.microsoft.com/office/drawing/2014/main" id="{6D1E0F50-BCD0-59B8-7C58-050AA48E416C}"/>
              </a:ext>
            </a:extLst>
          </p:cNvPr>
          <p:cNvSpPr>
            <a:spLocks noGrp="1" noRot="1" noMove="1" noResize="1" noEditPoints="1" noAdjustHandles="1" noChangeArrowheads="1" noChangeShapeType="1"/>
          </p:cNvSpPr>
          <p:nvPr>
            <p:ph type="body" sz="quarter" idx="32"/>
          </p:nvPr>
        </p:nvSpPr>
        <p:spPr>
          <a:xfrm>
            <a:off x="9590952" y="2234594"/>
            <a:ext cx="1808886" cy="1448385"/>
          </a:xfrm>
          <a:prstGeom prst="rect">
            <a:avLst/>
          </a:prstGeom>
        </p:spPr>
        <p:txBody>
          <a:bodyPr/>
          <a:lstStyle>
            <a:lvl1pPr marL="9425" indent="0" algn="l">
              <a:spcAft>
                <a:spcPts val="200"/>
              </a:spcAft>
              <a:buClr>
                <a:schemeClr val="tx2"/>
              </a:buClr>
              <a:buNone/>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p:txBody>
      </p:sp>
      <p:sp>
        <p:nvSpPr>
          <p:cNvPr id="4" name="Picture Placeholder 3">
            <a:extLst>
              <a:ext uri="{FF2B5EF4-FFF2-40B4-BE49-F238E27FC236}">
                <a16:creationId xmlns:a16="http://schemas.microsoft.com/office/drawing/2014/main" id="{2857B101-D607-2257-C586-C89E07249160}"/>
              </a:ext>
            </a:extLst>
          </p:cNvPr>
          <p:cNvSpPr>
            <a:spLocks noGrp="1" noRot="1" noMove="1" noResize="1" noEditPoints="1" noAdjustHandles="1" noChangeArrowheads="1" noChangeShapeType="1"/>
          </p:cNvSpPr>
          <p:nvPr>
            <p:ph type="pic" sz="quarter" idx="15"/>
          </p:nvPr>
        </p:nvSpPr>
        <p:spPr>
          <a:xfrm>
            <a:off x="6212996" y="1802836"/>
            <a:ext cx="3202060" cy="2008800"/>
          </a:xfrm>
          <a:prstGeom prst="roundRect">
            <a:avLst/>
          </a:prstGeom>
          <a:solidFill>
            <a:srgbClr val="D6E0FF"/>
          </a:solidFill>
        </p:spPr>
        <p:txBody>
          <a:bodyPr tIns="720000" bIns="0" anchor="ctr" anchorCtr="0"/>
          <a:lstStyle>
            <a:lvl1pPr marL="0" indent="0" algn="ctr">
              <a:buNone/>
              <a:defRPr sz="1600"/>
            </a:lvl1pPr>
          </a:lstStyle>
          <a:p>
            <a:r>
              <a:rPr lang="en-GB"/>
              <a:t>Click icon to add picture</a:t>
            </a:r>
            <a:endParaRPr lang="en-BE"/>
          </a:p>
        </p:txBody>
      </p:sp>
      <p:sp>
        <p:nvSpPr>
          <p:cNvPr id="21" name="Text Placeholder 2">
            <a:extLst>
              <a:ext uri="{FF2B5EF4-FFF2-40B4-BE49-F238E27FC236}">
                <a16:creationId xmlns:a16="http://schemas.microsoft.com/office/drawing/2014/main" id="{A8D48B1D-7593-F5E8-6A08-E01EE51AF074}"/>
              </a:ext>
            </a:extLst>
          </p:cNvPr>
          <p:cNvSpPr>
            <a:spLocks noGrp="1" noRot="1" noMove="1" noResize="1" noEditPoints="1" noAdjustHandles="1" noChangeArrowheads="1" noChangeShapeType="1"/>
          </p:cNvSpPr>
          <p:nvPr>
            <p:ph type="body" sz="quarter" idx="31"/>
          </p:nvPr>
        </p:nvSpPr>
        <p:spPr>
          <a:xfrm>
            <a:off x="790575" y="4470898"/>
            <a:ext cx="1808937" cy="1448385"/>
          </a:xfrm>
          <a:prstGeom prst="rect">
            <a:avLst/>
          </a:prstGeom>
        </p:spPr>
        <p:txBody>
          <a:bodyPr/>
          <a:lstStyle>
            <a:lvl1pPr marL="9425" indent="0" algn="r">
              <a:spcAft>
                <a:spcPts val="200"/>
              </a:spcAft>
              <a:buClr>
                <a:schemeClr val="tx2"/>
              </a:buClr>
              <a:buNone/>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p:txBody>
      </p:sp>
      <p:sp>
        <p:nvSpPr>
          <p:cNvPr id="3" name="Picture Placeholder 2">
            <a:extLst>
              <a:ext uri="{FF2B5EF4-FFF2-40B4-BE49-F238E27FC236}">
                <a16:creationId xmlns:a16="http://schemas.microsoft.com/office/drawing/2014/main" id="{4A5F4488-3E52-7CBE-6634-905D25C4D686}"/>
              </a:ext>
            </a:extLst>
          </p:cNvPr>
          <p:cNvSpPr>
            <a:spLocks noGrp="1" noRot="1" noMove="1" noResize="1" noEditPoints="1" noAdjustHandles="1" noChangeArrowheads="1" noChangeShapeType="1"/>
          </p:cNvSpPr>
          <p:nvPr>
            <p:ph type="pic" sz="quarter" idx="14"/>
          </p:nvPr>
        </p:nvSpPr>
        <p:spPr>
          <a:xfrm>
            <a:off x="2775410" y="4026521"/>
            <a:ext cx="3202058" cy="2007777"/>
          </a:xfrm>
          <a:prstGeom prst="roundRect">
            <a:avLst/>
          </a:prstGeom>
          <a:solidFill>
            <a:srgbClr val="D6E0FF"/>
          </a:solidFill>
        </p:spPr>
        <p:txBody>
          <a:bodyPr tIns="720000" bIns="0" anchor="ctr" anchorCtr="0"/>
          <a:lstStyle>
            <a:lvl1pPr marL="0" indent="0" algn="ctr">
              <a:buNone/>
              <a:defRPr sz="1600"/>
            </a:lvl1pPr>
          </a:lstStyle>
          <a:p>
            <a:r>
              <a:rPr lang="en-GB"/>
              <a:t>Click icon to add picture</a:t>
            </a:r>
            <a:endParaRPr lang="en-BE"/>
          </a:p>
        </p:txBody>
      </p:sp>
      <p:sp>
        <p:nvSpPr>
          <p:cNvPr id="20" name="Text Placeholder 1">
            <a:extLst>
              <a:ext uri="{FF2B5EF4-FFF2-40B4-BE49-F238E27FC236}">
                <a16:creationId xmlns:a16="http://schemas.microsoft.com/office/drawing/2014/main" id="{44F99697-BF96-9427-DC6D-2B4D7E8EC7C2}"/>
              </a:ext>
            </a:extLst>
          </p:cNvPr>
          <p:cNvSpPr>
            <a:spLocks noGrp="1" noRot="1" noMove="1" noResize="1" noEditPoints="1" noAdjustHandles="1" noChangeArrowheads="1" noChangeShapeType="1"/>
          </p:cNvSpPr>
          <p:nvPr>
            <p:ph type="body" sz="quarter" idx="30"/>
          </p:nvPr>
        </p:nvSpPr>
        <p:spPr>
          <a:xfrm>
            <a:off x="790575" y="2234594"/>
            <a:ext cx="1808937" cy="1448385"/>
          </a:xfrm>
          <a:prstGeom prst="rect">
            <a:avLst/>
          </a:prstGeom>
        </p:spPr>
        <p:txBody>
          <a:bodyPr/>
          <a:lstStyle>
            <a:lvl1pPr marL="9425" indent="0" algn="r">
              <a:spcAft>
                <a:spcPts val="200"/>
              </a:spcAft>
              <a:buClr>
                <a:schemeClr val="tx2"/>
              </a:buClr>
              <a:buNone/>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p:txBody>
      </p:sp>
      <p:sp>
        <p:nvSpPr>
          <p:cNvPr id="2" name="Picture Placeholder 1">
            <a:extLst>
              <a:ext uri="{FF2B5EF4-FFF2-40B4-BE49-F238E27FC236}">
                <a16:creationId xmlns:a16="http://schemas.microsoft.com/office/drawing/2014/main" id="{7AE53993-AA56-3F32-577F-460A25AF6B15}"/>
              </a:ext>
            </a:extLst>
          </p:cNvPr>
          <p:cNvSpPr>
            <a:spLocks noGrp="1" noRot="1" noMove="1" noResize="1" noEditPoints="1" noAdjustHandles="1" noChangeArrowheads="1" noChangeShapeType="1"/>
          </p:cNvSpPr>
          <p:nvPr>
            <p:ph type="pic" sz="quarter" idx="13"/>
          </p:nvPr>
        </p:nvSpPr>
        <p:spPr>
          <a:xfrm>
            <a:off x="2775409" y="1802836"/>
            <a:ext cx="3202059" cy="2007778"/>
          </a:xfrm>
          <a:prstGeom prst="roundRect">
            <a:avLst/>
          </a:prstGeom>
          <a:solidFill>
            <a:srgbClr val="D6E0FF"/>
          </a:solidFill>
        </p:spPr>
        <p:txBody>
          <a:bodyPr tIns="720000" bIns="0" anchor="ctr" anchorCtr="0"/>
          <a:lstStyle>
            <a:lvl1pPr marL="0" indent="0" algn="ctr">
              <a:buNone/>
              <a:defRPr sz="1600"/>
            </a:lvl1pPr>
          </a:lstStyle>
          <a:p>
            <a:r>
              <a:rPr lang="en-GB"/>
              <a:t>Click icon to add picture</a:t>
            </a:r>
            <a:endParaRPr lang="en-BE"/>
          </a:p>
        </p:txBody>
      </p:sp>
      <p:sp>
        <p:nvSpPr>
          <p:cNvPr id="8" name="Title">
            <a:extLst>
              <a:ext uri="{FF2B5EF4-FFF2-40B4-BE49-F238E27FC236}">
                <a16:creationId xmlns:a16="http://schemas.microsoft.com/office/drawing/2014/main" id="{7BE2D894-6305-2443-0E9B-4158CE84F95F}"/>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7" name="Slide Number">
            <a:extLst>
              <a:ext uri="{FF2B5EF4-FFF2-40B4-BE49-F238E27FC236}">
                <a16:creationId xmlns:a16="http://schemas.microsoft.com/office/drawing/2014/main" id="{216B07B7-7B71-C251-EF76-C01D63072BF7}"/>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3628366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images, circle and text">
    <p:spTree>
      <p:nvGrpSpPr>
        <p:cNvPr id="1" name=""/>
        <p:cNvGrpSpPr/>
        <p:nvPr/>
      </p:nvGrpSpPr>
      <p:grpSpPr>
        <a:xfrm>
          <a:off x="0" y="0"/>
          <a:ext cx="0" cy="0"/>
          <a:chOff x="0" y="0"/>
          <a:chExt cx="0" cy="0"/>
        </a:xfrm>
      </p:grpSpPr>
      <p:sp>
        <p:nvSpPr>
          <p:cNvPr id="33" name="Text Placeholder 4">
            <a:extLst>
              <a:ext uri="{FF2B5EF4-FFF2-40B4-BE49-F238E27FC236}">
                <a16:creationId xmlns:a16="http://schemas.microsoft.com/office/drawing/2014/main" id="{1486E0D4-7E98-4364-DCDB-805876EC1FE6}"/>
              </a:ext>
            </a:extLst>
          </p:cNvPr>
          <p:cNvSpPr>
            <a:spLocks noGrp="1" noRot="1" noMove="1" noResize="1" noEditPoints="1" noAdjustHandles="1" noChangeArrowheads="1" noChangeShapeType="1"/>
          </p:cNvSpPr>
          <p:nvPr>
            <p:ph type="body" sz="quarter" idx="33"/>
          </p:nvPr>
        </p:nvSpPr>
        <p:spPr>
          <a:xfrm>
            <a:off x="9590952" y="4470898"/>
            <a:ext cx="1808886" cy="1448385"/>
          </a:xfrm>
          <a:prstGeom prst="rect">
            <a:avLst/>
          </a:prstGeom>
        </p:spPr>
        <p:txBody>
          <a:bodyPr/>
          <a:lstStyle>
            <a:lvl1pPr marL="9425" indent="0" algn="l">
              <a:spcAft>
                <a:spcPts val="200"/>
              </a:spcAft>
              <a:buClr>
                <a:schemeClr val="tx2"/>
              </a:buClr>
              <a:buNone/>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p:txBody>
      </p:sp>
      <p:sp>
        <p:nvSpPr>
          <p:cNvPr id="5" name="Picture Placeholder 4">
            <a:extLst>
              <a:ext uri="{FF2B5EF4-FFF2-40B4-BE49-F238E27FC236}">
                <a16:creationId xmlns:a16="http://schemas.microsoft.com/office/drawing/2014/main" id="{1C2B43DA-DC60-3F05-E365-AAEDB6647F43}"/>
              </a:ext>
            </a:extLst>
          </p:cNvPr>
          <p:cNvSpPr>
            <a:spLocks noGrp="1" noRot="1" noMove="1" noResize="1" noEditPoints="1" noAdjustHandles="1" noChangeArrowheads="1" noChangeShapeType="1"/>
          </p:cNvSpPr>
          <p:nvPr>
            <p:ph type="pic" sz="quarter" idx="19"/>
          </p:nvPr>
        </p:nvSpPr>
        <p:spPr>
          <a:xfrm>
            <a:off x="6213000" y="4026521"/>
            <a:ext cx="3202058" cy="2007777"/>
          </a:xfrm>
          <a:prstGeom prst="roundRect">
            <a:avLst/>
          </a:prstGeom>
          <a:solidFill>
            <a:srgbClr val="D6E0FF"/>
          </a:solidFill>
        </p:spPr>
        <p:txBody>
          <a:bodyPr tIns="720000" bIns="0" anchor="ctr" anchorCtr="0"/>
          <a:lstStyle>
            <a:lvl1pPr marL="0" indent="0" algn="ctr">
              <a:buNone/>
              <a:defRPr sz="1600"/>
            </a:lvl1pPr>
          </a:lstStyle>
          <a:p>
            <a:r>
              <a:rPr lang="en-GB"/>
              <a:t>Click icon to add picture</a:t>
            </a:r>
            <a:endParaRPr lang="en-BE"/>
          </a:p>
        </p:txBody>
      </p:sp>
      <p:sp>
        <p:nvSpPr>
          <p:cNvPr id="32" name="Text Placeholder 3">
            <a:extLst>
              <a:ext uri="{FF2B5EF4-FFF2-40B4-BE49-F238E27FC236}">
                <a16:creationId xmlns:a16="http://schemas.microsoft.com/office/drawing/2014/main" id="{D659FC6B-87D1-5774-9B87-090956C8C5D9}"/>
              </a:ext>
            </a:extLst>
          </p:cNvPr>
          <p:cNvSpPr>
            <a:spLocks noGrp="1" noRot="1" noMove="1" noResize="1" noEditPoints="1" noAdjustHandles="1" noChangeArrowheads="1" noChangeShapeType="1"/>
          </p:cNvSpPr>
          <p:nvPr>
            <p:ph type="body" sz="quarter" idx="32"/>
          </p:nvPr>
        </p:nvSpPr>
        <p:spPr>
          <a:xfrm>
            <a:off x="9590952" y="2234594"/>
            <a:ext cx="1808886" cy="1448385"/>
          </a:xfrm>
          <a:prstGeom prst="rect">
            <a:avLst/>
          </a:prstGeom>
        </p:spPr>
        <p:txBody>
          <a:bodyPr/>
          <a:lstStyle>
            <a:lvl1pPr marL="9425" indent="0" algn="l">
              <a:spcAft>
                <a:spcPts val="200"/>
              </a:spcAft>
              <a:buClr>
                <a:schemeClr val="tx2"/>
              </a:buClr>
              <a:buNone/>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p:txBody>
      </p:sp>
      <p:sp>
        <p:nvSpPr>
          <p:cNvPr id="4" name="Picture Placeholder 3">
            <a:extLst>
              <a:ext uri="{FF2B5EF4-FFF2-40B4-BE49-F238E27FC236}">
                <a16:creationId xmlns:a16="http://schemas.microsoft.com/office/drawing/2014/main" id="{2857B101-D607-2257-C586-C89E07249160}"/>
              </a:ext>
            </a:extLst>
          </p:cNvPr>
          <p:cNvSpPr>
            <a:spLocks noGrp="1" noRot="1" noMove="1" noResize="1" noEditPoints="1" noAdjustHandles="1" noChangeArrowheads="1" noChangeShapeType="1"/>
          </p:cNvSpPr>
          <p:nvPr>
            <p:ph type="pic" sz="quarter" idx="15"/>
          </p:nvPr>
        </p:nvSpPr>
        <p:spPr>
          <a:xfrm>
            <a:off x="6212996" y="1802836"/>
            <a:ext cx="3202060" cy="2008800"/>
          </a:xfrm>
          <a:prstGeom prst="roundRect">
            <a:avLst/>
          </a:prstGeom>
          <a:solidFill>
            <a:srgbClr val="D6E0FF"/>
          </a:solidFill>
        </p:spPr>
        <p:txBody>
          <a:bodyPr tIns="720000" bIns="0" anchor="ctr" anchorCtr="0"/>
          <a:lstStyle>
            <a:lvl1pPr marL="0" indent="0" algn="ctr">
              <a:buNone/>
              <a:defRPr sz="1600"/>
            </a:lvl1pPr>
          </a:lstStyle>
          <a:p>
            <a:r>
              <a:rPr lang="en-GB"/>
              <a:t>Click icon to add picture</a:t>
            </a:r>
            <a:endParaRPr lang="en-BE"/>
          </a:p>
        </p:txBody>
      </p:sp>
      <p:sp>
        <p:nvSpPr>
          <p:cNvPr id="31" name="Text Placeholder 2">
            <a:extLst>
              <a:ext uri="{FF2B5EF4-FFF2-40B4-BE49-F238E27FC236}">
                <a16:creationId xmlns:a16="http://schemas.microsoft.com/office/drawing/2014/main" id="{5FA31A8E-B52B-13ED-BBA3-B41682ECA611}"/>
              </a:ext>
            </a:extLst>
          </p:cNvPr>
          <p:cNvSpPr>
            <a:spLocks noGrp="1" noRot="1" noMove="1" noResize="1" noEditPoints="1" noAdjustHandles="1" noChangeArrowheads="1" noChangeShapeType="1"/>
          </p:cNvSpPr>
          <p:nvPr>
            <p:ph type="body" sz="quarter" idx="31"/>
          </p:nvPr>
        </p:nvSpPr>
        <p:spPr>
          <a:xfrm>
            <a:off x="790575" y="4470898"/>
            <a:ext cx="1808937" cy="1448385"/>
          </a:xfrm>
          <a:prstGeom prst="rect">
            <a:avLst/>
          </a:prstGeom>
        </p:spPr>
        <p:txBody>
          <a:bodyPr/>
          <a:lstStyle>
            <a:lvl1pPr marL="9425" indent="0" algn="r">
              <a:spcAft>
                <a:spcPts val="200"/>
              </a:spcAft>
              <a:buClr>
                <a:schemeClr val="tx2"/>
              </a:buClr>
              <a:buNone/>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p:txBody>
      </p:sp>
      <p:sp>
        <p:nvSpPr>
          <p:cNvPr id="3" name="Picture Placeholder 2">
            <a:extLst>
              <a:ext uri="{FF2B5EF4-FFF2-40B4-BE49-F238E27FC236}">
                <a16:creationId xmlns:a16="http://schemas.microsoft.com/office/drawing/2014/main" id="{4A5F4488-3E52-7CBE-6634-905D25C4D686}"/>
              </a:ext>
            </a:extLst>
          </p:cNvPr>
          <p:cNvSpPr>
            <a:spLocks noGrp="1" noRot="1" noMove="1" noResize="1" noEditPoints="1" noAdjustHandles="1" noChangeArrowheads="1" noChangeShapeType="1"/>
          </p:cNvSpPr>
          <p:nvPr>
            <p:ph type="pic" sz="quarter" idx="14"/>
          </p:nvPr>
        </p:nvSpPr>
        <p:spPr>
          <a:xfrm>
            <a:off x="2775410" y="4026521"/>
            <a:ext cx="3202058" cy="2007777"/>
          </a:xfrm>
          <a:prstGeom prst="roundRect">
            <a:avLst/>
          </a:prstGeom>
          <a:solidFill>
            <a:srgbClr val="D6E0FF"/>
          </a:solidFill>
        </p:spPr>
        <p:txBody>
          <a:bodyPr tIns="720000" bIns="0" anchor="ctr" anchorCtr="0"/>
          <a:lstStyle>
            <a:lvl1pPr marL="0" indent="0" algn="ctr">
              <a:buNone/>
              <a:defRPr sz="1600"/>
            </a:lvl1pPr>
          </a:lstStyle>
          <a:p>
            <a:r>
              <a:rPr lang="en-GB"/>
              <a:t>Click icon to add picture</a:t>
            </a:r>
            <a:endParaRPr lang="en-BE"/>
          </a:p>
        </p:txBody>
      </p:sp>
      <p:sp>
        <p:nvSpPr>
          <p:cNvPr id="29" name="Text Placeholder 1">
            <a:extLst>
              <a:ext uri="{FF2B5EF4-FFF2-40B4-BE49-F238E27FC236}">
                <a16:creationId xmlns:a16="http://schemas.microsoft.com/office/drawing/2014/main" id="{C5AE8296-3D46-E5B2-90EC-D71A52170D6E}"/>
              </a:ext>
            </a:extLst>
          </p:cNvPr>
          <p:cNvSpPr>
            <a:spLocks noGrp="1" noRot="1" noMove="1" noResize="1" noEditPoints="1" noAdjustHandles="1" noChangeArrowheads="1" noChangeShapeType="1"/>
          </p:cNvSpPr>
          <p:nvPr>
            <p:ph type="body" sz="quarter" idx="30"/>
          </p:nvPr>
        </p:nvSpPr>
        <p:spPr>
          <a:xfrm>
            <a:off x="790575" y="2234594"/>
            <a:ext cx="1808937" cy="1448385"/>
          </a:xfrm>
          <a:prstGeom prst="rect">
            <a:avLst/>
          </a:prstGeom>
        </p:spPr>
        <p:txBody>
          <a:bodyPr/>
          <a:lstStyle>
            <a:lvl1pPr marL="9425" indent="0" algn="r">
              <a:spcAft>
                <a:spcPts val="200"/>
              </a:spcAft>
              <a:buClr>
                <a:schemeClr val="tx2"/>
              </a:buClr>
              <a:buNone/>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p:txBody>
      </p:sp>
      <p:sp>
        <p:nvSpPr>
          <p:cNvPr id="2" name="Picture Placeholder 1">
            <a:extLst>
              <a:ext uri="{FF2B5EF4-FFF2-40B4-BE49-F238E27FC236}">
                <a16:creationId xmlns:a16="http://schemas.microsoft.com/office/drawing/2014/main" id="{7AE53993-AA56-3F32-577F-460A25AF6B15}"/>
              </a:ext>
            </a:extLst>
          </p:cNvPr>
          <p:cNvSpPr>
            <a:spLocks noGrp="1" noRot="1" noMove="1" noResize="1" noEditPoints="1" noAdjustHandles="1" noChangeArrowheads="1" noChangeShapeType="1"/>
          </p:cNvSpPr>
          <p:nvPr>
            <p:ph type="pic" sz="quarter" idx="13"/>
          </p:nvPr>
        </p:nvSpPr>
        <p:spPr>
          <a:xfrm>
            <a:off x="2775409" y="1802836"/>
            <a:ext cx="3202059" cy="2007778"/>
          </a:xfrm>
          <a:prstGeom prst="roundRect">
            <a:avLst/>
          </a:prstGeom>
          <a:solidFill>
            <a:srgbClr val="D6E0FF"/>
          </a:solidFill>
        </p:spPr>
        <p:txBody>
          <a:bodyPr tIns="720000" bIns="0" anchor="ctr" anchorCtr="0"/>
          <a:lstStyle>
            <a:lvl1pPr marL="0" indent="0" algn="ctr">
              <a:buNone/>
              <a:defRPr sz="1600"/>
            </a:lvl1pPr>
          </a:lstStyle>
          <a:p>
            <a:r>
              <a:rPr lang="en-GB"/>
              <a:t>Click icon to add picture</a:t>
            </a:r>
            <a:endParaRPr lang="en-BE"/>
          </a:p>
        </p:txBody>
      </p:sp>
      <p:sp>
        <p:nvSpPr>
          <p:cNvPr id="10" name="Text Placeholder circle">
            <a:extLst>
              <a:ext uri="{FF2B5EF4-FFF2-40B4-BE49-F238E27FC236}">
                <a16:creationId xmlns:a16="http://schemas.microsoft.com/office/drawing/2014/main" id="{55A8AC3E-ED12-82DB-963F-BD2F7FE708FA}"/>
              </a:ext>
            </a:extLst>
          </p:cNvPr>
          <p:cNvSpPr>
            <a:spLocks noGrp="1" noRot="1" noMove="1" noResize="1" noEditPoints="1" noAdjustHandles="1" noChangeArrowheads="1" noChangeShapeType="1"/>
          </p:cNvSpPr>
          <p:nvPr>
            <p:ph type="body" sz="quarter" idx="29"/>
          </p:nvPr>
        </p:nvSpPr>
        <p:spPr>
          <a:xfrm>
            <a:off x="4877728" y="2675091"/>
            <a:ext cx="2520000" cy="2520000"/>
          </a:xfrm>
          <a:prstGeom prst="ellipse">
            <a:avLst/>
          </a:prstGeom>
          <a:solidFill>
            <a:schemeClr val="bg1"/>
          </a:solidFill>
        </p:spPr>
        <p:txBody>
          <a:bodyPr anchor="ctr" anchorCtr="0"/>
          <a:lstStyle>
            <a:lvl1pPr marL="0" marR="0" indent="0" algn="ctr" defTabSz="914400" rtl="0" eaLnBrk="1" fontAlgn="auto" latinLnBrk="0" hangingPunct="1">
              <a:lnSpc>
                <a:spcPct val="100000"/>
              </a:lnSpc>
              <a:spcBef>
                <a:spcPts val="0"/>
              </a:spcBef>
              <a:spcAft>
                <a:spcPts val="1800"/>
              </a:spcAft>
              <a:buClr>
                <a:srgbClr val="2B91C5"/>
              </a:buClr>
              <a:buSzTx/>
              <a:buFont typeface="Arial" panose="020B0604020202020204" pitchFamily="34" charset="0"/>
              <a:buNone/>
              <a:tabLst/>
              <a:defRPr sz="2000"/>
            </a:lvl1pPr>
          </a:lstStyle>
          <a:p>
            <a:pPr marL="0" marR="0" lvl="0" indent="0" algn="ctr" defTabSz="914400" rtl="0" eaLnBrk="1" fontAlgn="auto" latinLnBrk="0" hangingPunct="1">
              <a:lnSpc>
                <a:spcPct val="100000"/>
              </a:lnSpc>
              <a:spcBef>
                <a:spcPts val="0"/>
              </a:spcBef>
              <a:spcAft>
                <a:spcPts val="1800"/>
              </a:spcAft>
              <a:buClr>
                <a:srgbClr val="2B91C5"/>
              </a:buClr>
              <a:buSzTx/>
              <a:buFont typeface="Arial" panose="020B0604020202020204" pitchFamily="34" charset="0"/>
              <a:buNone/>
              <a:tabLst/>
              <a:defRPr/>
            </a:pPr>
            <a:r>
              <a:rPr lang="en-GB"/>
              <a:t>Click to edit Master text styles</a:t>
            </a:r>
          </a:p>
        </p:txBody>
      </p:sp>
      <p:sp>
        <p:nvSpPr>
          <p:cNvPr id="8" name="Title">
            <a:extLst>
              <a:ext uri="{FF2B5EF4-FFF2-40B4-BE49-F238E27FC236}">
                <a16:creationId xmlns:a16="http://schemas.microsoft.com/office/drawing/2014/main" id="{6A2DE0CF-53AF-7B0B-F708-62183C4A0499}"/>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7" name="Slide Number">
            <a:extLst>
              <a:ext uri="{FF2B5EF4-FFF2-40B4-BE49-F238E27FC236}">
                <a16:creationId xmlns:a16="http://schemas.microsoft.com/office/drawing/2014/main" id="{EC030558-FB0F-6926-53C1-86267E8113E5}"/>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8063864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circle image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3F1862DA-5AF0-C82E-AE39-659BAFF76DB7}"/>
              </a:ext>
            </a:extLst>
          </p:cNvPr>
          <p:cNvSpPr>
            <a:spLocks noGrp="1" noRot="1" noMove="1" noResize="1" noEditPoints="1" noAdjustHandles="1" noChangeArrowheads="1" noChangeShapeType="1"/>
          </p:cNvSpPr>
          <p:nvPr>
            <p:ph type="body" sz="quarter" idx="34"/>
          </p:nvPr>
        </p:nvSpPr>
        <p:spPr>
          <a:xfrm>
            <a:off x="8674187" y="4504961"/>
            <a:ext cx="2706470" cy="1197012"/>
          </a:xfrm>
          <a:prstGeom prst="rect">
            <a:avLst/>
          </a:prstGeom>
        </p:spPr>
        <p:txBody>
          <a:bodyPr/>
          <a:lstStyle>
            <a:lvl1pPr marL="9425" indent="0" algn="l">
              <a:spcAft>
                <a:spcPts val="200"/>
              </a:spcAft>
              <a:buClr>
                <a:schemeClr val="tx2"/>
              </a:buClr>
              <a:buNone/>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p:txBody>
      </p:sp>
      <p:sp>
        <p:nvSpPr>
          <p:cNvPr id="9" name="Picture Placeholder 4">
            <a:extLst>
              <a:ext uri="{FF2B5EF4-FFF2-40B4-BE49-F238E27FC236}">
                <a16:creationId xmlns:a16="http://schemas.microsoft.com/office/drawing/2014/main" id="{1F268277-9F3E-948B-E041-10F52143DC77}"/>
              </a:ext>
            </a:extLst>
          </p:cNvPr>
          <p:cNvSpPr>
            <a:spLocks noGrp="1" noRot="1" noMove="1" noResize="1" noEditPoints="1" noAdjustHandles="1" noChangeArrowheads="1" noChangeShapeType="1"/>
          </p:cNvSpPr>
          <p:nvPr>
            <p:ph type="pic" sz="quarter" idx="19"/>
          </p:nvPr>
        </p:nvSpPr>
        <p:spPr>
          <a:xfrm>
            <a:off x="6277250" y="4070689"/>
            <a:ext cx="2065556" cy="2065556"/>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a:ln>
            <a:noFill/>
          </a:ln>
        </p:spPr>
        <p:txBody>
          <a:bodyPr wrap="square" tIns="720000" bIns="0" anchor="ctr" anchorCtr="0">
            <a:noAutofit/>
          </a:bodyPr>
          <a:lstStyle>
            <a:lvl1pPr marL="0" indent="0" algn="ctr">
              <a:buNone/>
              <a:defRPr sz="1600"/>
            </a:lvl1pPr>
          </a:lstStyle>
          <a:p>
            <a:r>
              <a:rPr lang="en-GB" sz="1800"/>
              <a:t>Click icon to add picture</a:t>
            </a:r>
            <a:endParaRPr lang="en-BE" sz="1800"/>
          </a:p>
        </p:txBody>
      </p:sp>
      <p:sp>
        <p:nvSpPr>
          <p:cNvPr id="22" name="Text Placeholder 3">
            <a:extLst>
              <a:ext uri="{FF2B5EF4-FFF2-40B4-BE49-F238E27FC236}">
                <a16:creationId xmlns:a16="http://schemas.microsoft.com/office/drawing/2014/main" id="{062605D5-D15C-6EFD-BD6E-2CB29D5F5A6B}"/>
              </a:ext>
            </a:extLst>
          </p:cNvPr>
          <p:cNvSpPr>
            <a:spLocks noGrp="1" noRot="1" noMove="1" noResize="1" noEditPoints="1" noAdjustHandles="1" noChangeArrowheads="1" noChangeShapeType="1"/>
          </p:cNvSpPr>
          <p:nvPr>
            <p:ph type="body" sz="quarter" idx="35"/>
          </p:nvPr>
        </p:nvSpPr>
        <p:spPr>
          <a:xfrm>
            <a:off x="8674187" y="2194248"/>
            <a:ext cx="2706470" cy="1197012"/>
          </a:xfrm>
          <a:prstGeom prst="rect">
            <a:avLst/>
          </a:prstGeom>
        </p:spPr>
        <p:txBody>
          <a:bodyPr/>
          <a:lstStyle>
            <a:lvl1pPr marL="9425" indent="0" algn="l">
              <a:spcAft>
                <a:spcPts val="200"/>
              </a:spcAft>
              <a:buClr>
                <a:schemeClr val="tx2"/>
              </a:buClr>
              <a:buNone/>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p:txBody>
      </p:sp>
      <p:sp>
        <p:nvSpPr>
          <p:cNvPr id="8" name="Picture Placeholder 3">
            <a:extLst>
              <a:ext uri="{FF2B5EF4-FFF2-40B4-BE49-F238E27FC236}">
                <a16:creationId xmlns:a16="http://schemas.microsoft.com/office/drawing/2014/main" id="{D90CE9F2-8960-C266-3776-8FEE74278537}"/>
              </a:ext>
            </a:extLst>
          </p:cNvPr>
          <p:cNvSpPr>
            <a:spLocks noGrp="1" noRot="1" noMove="1" noResize="1" noEditPoints="1" noAdjustHandles="1" noChangeArrowheads="1" noChangeShapeType="1"/>
          </p:cNvSpPr>
          <p:nvPr>
            <p:ph type="pic" sz="quarter" idx="15"/>
          </p:nvPr>
        </p:nvSpPr>
        <p:spPr>
          <a:xfrm>
            <a:off x="6270539" y="1753303"/>
            <a:ext cx="2065556" cy="2065556"/>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20000" bIns="0" anchor="ctr" anchorCtr="0">
            <a:noAutofit/>
          </a:bodyPr>
          <a:lstStyle>
            <a:lvl1pPr marL="0" indent="0" algn="ctr">
              <a:buNone/>
              <a:defRPr sz="1600"/>
            </a:lvl1pPr>
          </a:lstStyle>
          <a:p>
            <a:r>
              <a:rPr lang="en-GB" sz="1800"/>
              <a:t>Click icon to add picture</a:t>
            </a:r>
            <a:endParaRPr lang="en-BE" sz="1800"/>
          </a:p>
        </p:txBody>
      </p:sp>
      <p:sp>
        <p:nvSpPr>
          <p:cNvPr id="17" name="Text Placeholder 2">
            <a:extLst>
              <a:ext uri="{FF2B5EF4-FFF2-40B4-BE49-F238E27FC236}">
                <a16:creationId xmlns:a16="http://schemas.microsoft.com/office/drawing/2014/main" id="{91056C46-17AC-DF86-EA0C-94B68D9E5D52}"/>
              </a:ext>
            </a:extLst>
          </p:cNvPr>
          <p:cNvSpPr>
            <a:spLocks noGrp="1" noRot="1" noMove="1" noResize="1" noEditPoints="1" noAdjustHandles="1" noChangeArrowheads="1" noChangeShapeType="1"/>
          </p:cNvSpPr>
          <p:nvPr>
            <p:ph type="body" sz="quarter" idx="18"/>
          </p:nvPr>
        </p:nvSpPr>
        <p:spPr>
          <a:xfrm>
            <a:off x="790576" y="4504961"/>
            <a:ext cx="2706470" cy="1197012"/>
          </a:xfrm>
          <a:prstGeom prst="rect">
            <a:avLst/>
          </a:prstGeom>
        </p:spPr>
        <p:txBody>
          <a:bodyPr/>
          <a:lstStyle>
            <a:lvl1pPr marL="9425" indent="0" algn="r">
              <a:spcAft>
                <a:spcPts val="200"/>
              </a:spcAft>
              <a:buClr>
                <a:schemeClr val="tx2"/>
              </a:buClr>
              <a:buNone/>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p:txBody>
      </p:sp>
      <p:sp>
        <p:nvSpPr>
          <p:cNvPr id="7" name="Picture Placeholder 2">
            <a:extLst>
              <a:ext uri="{FF2B5EF4-FFF2-40B4-BE49-F238E27FC236}">
                <a16:creationId xmlns:a16="http://schemas.microsoft.com/office/drawing/2014/main" id="{B4FFF937-EA2A-E65F-1F04-F8423509A5B4}"/>
              </a:ext>
            </a:extLst>
          </p:cNvPr>
          <p:cNvSpPr>
            <a:spLocks noGrp="1" noRot="1" noMove="1" noResize="1" noEditPoints="1" noAdjustHandles="1" noChangeArrowheads="1" noChangeShapeType="1"/>
          </p:cNvSpPr>
          <p:nvPr>
            <p:ph type="pic" sz="quarter" idx="14"/>
          </p:nvPr>
        </p:nvSpPr>
        <p:spPr>
          <a:xfrm>
            <a:off x="3854370" y="4070689"/>
            <a:ext cx="2065556" cy="2065556"/>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a:ln>
            <a:noFill/>
          </a:ln>
        </p:spPr>
        <p:txBody>
          <a:bodyPr wrap="square" tIns="720000" bIns="0" anchor="ctr" anchorCtr="0">
            <a:noAutofit/>
          </a:bodyPr>
          <a:lstStyle>
            <a:lvl1pPr marL="0" indent="0" algn="ctr">
              <a:buNone/>
              <a:defRPr sz="1600"/>
            </a:lvl1pPr>
          </a:lstStyle>
          <a:p>
            <a:r>
              <a:rPr lang="en-GB" sz="1800"/>
              <a:t>Click icon to add picture</a:t>
            </a:r>
            <a:endParaRPr lang="en-BE" sz="1800"/>
          </a:p>
        </p:txBody>
      </p:sp>
      <p:sp>
        <p:nvSpPr>
          <p:cNvPr id="18" name="Text Placeholder 1">
            <a:extLst>
              <a:ext uri="{FF2B5EF4-FFF2-40B4-BE49-F238E27FC236}">
                <a16:creationId xmlns:a16="http://schemas.microsoft.com/office/drawing/2014/main" id="{D0A2921B-BBAA-F008-752F-9F14DF8C75F5}"/>
              </a:ext>
            </a:extLst>
          </p:cNvPr>
          <p:cNvSpPr>
            <a:spLocks noGrp="1" noRot="1" noMove="1" noResize="1" noEditPoints="1" noAdjustHandles="1" noChangeArrowheads="1" noChangeShapeType="1"/>
          </p:cNvSpPr>
          <p:nvPr>
            <p:ph type="body" sz="quarter" idx="33"/>
          </p:nvPr>
        </p:nvSpPr>
        <p:spPr>
          <a:xfrm>
            <a:off x="790576" y="2194248"/>
            <a:ext cx="2706470" cy="1197012"/>
          </a:xfrm>
          <a:prstGeom prst="rect">
            <a:avLst/>
          </a:prstGeom>
        </p:spPr>
        <p:txBody>
          <a:bodyPr/>
          <a:lstStyle>
            <a:lvl1pPr marL="9425" indent="0" algn="r">
              <a:spcAft>
                <a:spcPts val="200"/>
              </a:spcAft>
              <a:buClr>
                <a:schemeClr val="tx2"/>
              </a:buClr>
              <a:buNone/>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p:txBody>
      </p:sp>
      <p:sp>
        <p:nvSpPr>
          <p:cNvPr id="6" name="Picture Placeholder 1">
            <a:extLst>
              <a:ext uri="{FF2B5EF4-FFF2-40B4-BE49-F238E27FC236}">
                <a16:creationId xmlns:a16="http://schemas.microsoft.com/office/drawing/2014/main" id="{40868CBF-E3B8-8442-4CFE-C54E26024E88}"/>
              </a:ext>
            </a:extLst>
          </p:cNvPr>
          <p:cNvSpPr>
            <a:spLocks noGrp="1" noRot="1" noMove="1" noResize="1" noEditPoints="1" noAdjustHandles="1" noChangeArrowheads="1" noChangeShapeType="1"/>
          </p:cNvSpPr>
          <p:nvPr>
            <p:ph type="pic" sz="quarter" idx="13"/>
          </p:nvPr>
        </p:nvSpPr>
        <p:spPr>
          <a:xfrm>
            <a:off x="3854371" y="1753303"/>
            <a:ext cx="2065556" cy="2065556"/>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20000" bIns="0" anchor="ctr" anchorCtr="0">
            <a:noAutofit/>
          </a:bodyPr>
          <a:lstStyle>
            <a:lvl1pPr marL="0" indent="0" algn="ctr">
              <a:buNone/>
              <a:defRPr sz="1600"/>
            </a:lvl1pPr>
          </a:lstStyle>
          <a:p>
            <a:r>
              <a:rPr lang="en-GB" sz="1800"/>
              <a:t>Click icon to add picture</a:t>
            </a:r>
            <a:endParaRPr lang="en-BE" sz="1800"/>
          </a:p>
        </p:txBody>
      </p:sp>
      <p:sp>
        <p:nvSpPr>
          <p:cNvPr id="4" name="Title">
            <a:extLst>
              <a:ext uri="{FF2B5EF4-FFF2-40B4-BE49-F238E27FC236}">
                <a16:creationId xmlns:a16="http://schemas.microsoft.com/office/drawing/2014/main" id="{333B980E-7E1D-4A47-2295-BBE00666F474}"/>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3" name="Slide Number">
            <a:extLst>
              <a:ext uri="{FF2B5EF4-FFF2-40B4-BE49-F238E27FC236}">
                <a16:creationId xmlns:a16="http://schemas.microsoft.com/office/drawing/2014/main" id="{F362F445-6051-9908-6B6B-059200DED082}"/>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41796727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 circle images">
    <p:spTree>
      <p:nvGrpSpPr>
        <p:cNvPr id="1" name=""/>
        <p:cNvGrpSpPr/>
        <p:nvPr/>
      </p:nvGrpSpPr>
      <p:grpSpPr>
        <a:xfrm>
          <a:off x="0" y="0"/>
          <a:ext cx="0" cy="0"/>
          <a:chOff x="0" y="0"/>
          <a:chExt cx="0" cy="0"/>
        </a:xfrm>
      </p:grpSpPr>
      <p:sp>
        <p:nvSpPr>
          <p:cNvPr id="9" name="Text Placeholder 5">
            <a:extLst>
              <a:ext uri="{FF2B5EF4-FFF2-40B4-BE49-F238E27FC236}">
                <a16:creationId xmlns:a16="http://schemas.microsoft.com/office/drawing/2014/main" id="{5B99795D-F125-DE42-4FA9-30C157D6C650}"/>
              </a:ext>
            </a:extLst>
          </p:cNvPr>
          <p:cNvSpPr>
            <a:spLocks noGrp="1" noRot="1" noMove="1" noResize="1" noEditPoints="1" noAdjustHandles="1" noChangeArrowheads="1" noChangeShapeType="1"/>
          </p:cNvSpPr>
          <p:nvPr>
            <p:ph type="body" sz="quarter" idx="40"/>
          </p:nvPr>
        </p:nvSpPr>
        <p:spPr>
          <a:xfrm>
            <a:off x="9285220" y="4456481"/>
            <a:ext cx="1558098" cy="1108854"/>
          </a:xfrm>
          <a:prstGeom prst="rect">
            <a:avLst/>
          </a:prstGeom>
        </p:spPr>
        <p:txBody>
          <a:bodyPr/>
          <a:lstStyle>
            <a:lvl1pPr marL="9425" indent="0" algn="ctr">
              <a:spcAft>
                <a:spcPts val="200"/>
              </a:spcAft>
              <a:buClr>
                <a:schemeClr val="tx2"/>
              </a:buClr>
              <a:buNone/>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p:txBody>
      </p:sp>
      <p:sp>
        <p:nvSpPr>
          <p:cNvPr id="24" name="Picture Placeholder 5">
            <a:extLst>
              <a:ext uri="{FF2B5EF4-FFF2-40B4-BE49-F238E27FC236}">
                <a16:creationId xmlns:a16="http://schemas.microsoft.com/office/drawing/2014/main" id="{2EC4A908-6AA7-6EF5-3F8C-3E2123B02E0A}"/>
              </a:ext>
            </a:extLst>
          </p:cNvPr>
          <p:cNvSpPr>
            <a:spLocks noGrp="1" noRot="1" noMove="1" noResize="1" noEditPoints="1" noAdjustHandles="1" noChangeArrowheads="1" noChangeShapeType="1"/>
          </p:cNvSpPr>
          <p:nvPr>
            <p:ph type="pic" sz="quarter" idx="46"/>
          </p:nvPr>
        </p:nvSpPr>
        <p:spPr>
          <a:xfrm>
            <a:off x="9179528" y="2224487"/>
            <a:ext cx="1766962" cy="1766962"/>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a:lstStyle/>
          <a:p>
            <a:r>
              <a:rPr lang="en-GB"/>
              <a:t>Click icon to add picture</a:t>
            </a:r>
            <a:endParaRPr lang="en-BE"/>
          </a:p>
        </p:txBody>
      </p:sp>
      <p:sp>
        <p:nvSpPr>
          <p:cNvPr id="21" name="Text Placeholder 4">
            <a:extLst>
              <a:ext uri="{FF2B5EF4-FFF2-40B4-BE49-F238E27FC236}">
                <a16:creationId xmlns:a16="http://schemas.microsoft.com/office/drawing/2014/main" id="{D4838CCE-87D7-E2E4-52A4-ABB0A889E516}"/>
              </a:ext>
            </a:extLst>
          </p:cNvPr>
          <p:cNvSpPr>
            <a:spLocks noGrp="1" noRot="1" noMove="1" noResize="1" noEditPoints="1" noAdjustHandles="1" noChangeArrowheads="1" noChangeShapeType="1"/>
          </p:cNvSpPr>
          <p:nvPr>
            <p:ph type="body" sz="quarter" idx="43"/>
          </p:nvPr>
        </p:nvSpPr>
        <p:spPr>
          <a:xfrm>
            <a:off x="7303789" y="2547486"/>
            <a:ext cx="1558098" cy="1120965"/>
          </a:xfrm>
          <a:prstGeom prst="rect">
            <a:avLst/>
          </a:prstGeom>
        </p:spPr>
        <p:txBody>
          <a:bodyPr anchor="b" anchorCtr="0"/>
          <a:lstStyle>
            <a:lvl1pPr marL="9425" indent="0" algn="ctr">
              <a:spcAft>
                <a:spcPts val="200"/>
              </a:spcAft>
              <a:buClr>
                <a:schemeClr val="tx2"/>
              </a:buClr>
              <a:buNone/>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p:txBody>
      </p:sp>
      <p:sp>
        <p:nvSpPr>
          <p:cNvPr id="26" name="Picture Placeholder 4">
            <a:extLst>
              <a:ext uri="{FF2B5EF4-FFF2-40B4-BE49-F238E27FC236}">
                <a16:creationId xmlns:a16="http://schemas.microsoft.com/office/drawing/2014/main" id="{1BEF6E2A-104A-E781-0ABB-DED36AE03A8B}"/>
              </a:ext>
            </a:extLst>
          </p:cNvPr>
          <p:cNvSpPr>
            <a:spLocks noGrp="1" noRot="1" noMove="1" noResize="1" noEditPoints="1" noAdjustHandles="1" noChangeArrowheads="1" noChangeShapeType="1"/>
          </p:cNvSpPr>
          <p:nvPr>
            <p:ph type="pic" sz="quarter" idx="48"/>
          </p:nvPr>
        </p:nvSpPr>
        <p:spPr>
          <a:xfrm>
            <a:off x="7199357" y="4127427"/>
            <a:ext cx="1766962" cy="1766962"/>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a:lstStyle/>
          <a:p>
            <a:r>
              <a:rPr lang="en-GB"/>
              <a:t>Click icon to add picture</a:t>
            </a:r>
            <a:endParaRPr lang="en-BE"/>
          </a:p>
        </p:txBody>
      </p:sp>
      <p:sp>
        <p:nvSpPr>
          <p:cNvPr id="7" name="Text Placeholder 3">
            <a:extLst>
              <a:ext uri="{FF2B5EF4-FFF2-40B4-BE49-F238E27FC236}">
                <a16:creationId xmlns:a16="http://schemas.microsoft.com/office/drawing/2014/main" id="{99312B99-D282-3ECB-A854-597C198BA468}"/>
              </a:ext>
            </a:extLst>
          </p:cNvPr>
          <p:cNvSpPr>
            <a:spLocks noGrp="1" noRot="1" noMove="1" noResize="1" noEditPoints="1" noAdjustHandles="1" noChangeArrowheads="1" noChangeShapeType="1"/>
          </p:cNvSpPr>
          <p:nvPr>
            <p:ph type="body" sz="quarter" idx="39"/>
          </p:nvPr>
        </p:nvSpPr>
        <p:spPr>
          <a:xfrm>
            <a:off x="5310278" y="4456481"/>
            <a:ext cx="1558098" cy="1108854"/>
          </a:xfrm>
          <a:prstGeom prst="rect">
            <a:avLst/>
          </a:prstGeom>
        </p:spPr>
        <p:txBody>
          <a:bodyPr/>
          <a:lstStyle>
            <a:lvl1pPr marL="9425" indent="0" algn="ctr">
              <a:spcAft>
                <a:spcPts val="200"/>
              </a:spcAft>
              <a:buClr>
                <a:schemeClr val="tx2"/>
              </a:buClr>
              <a:buNone/>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p:txBody>
      </p:sp>
      <p:sp>
        <p:nvSpPr>
          <p:cNvPr id="23" name="Picture Placeholder 3">
            <a:extLst>
              <a:ext uri="{FF2B5EF4-FFF2-40B4-BE49-F238E27FC236}">
                <a16:creationId xmlns:a16="http://schemas.microsoft.com/office/drawing/2014/main" id="{7367E657-41BA-424C-58A6-2D16DC04A12D}"/>
              </a:ext>
            </a:extLst>
          </p:cNvPr>
          <p:cNvSpPr>
            <a:spLocks noGrp="1" noRot="1" noMove="1" noResize="1" noEditPoints="1" noAdjustHandles="1" noChangeArrowheads="1" noChangeShapeType="1"/>
          </p:cNvSpPr>
          <p:nvPr>
            <p:ph type="pic" sz="quarter" idx="45"/>
          </p:nvPr>
        </p:nvSpPr>
        <p:spPr>
          <a:xfrm>
            <a:off x="5219187" y="2224487"/>
            <a:ext cx="1766962" cy="1766962"/>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a:lstStyle/>
          <a:p>
            <a:r>
              <a:rPr lang="en-GB"/>
              <a:t>Click icon to add picture</a:t>
            </a:r>
            <a:endParaRPr lang="en-BE"/>
          </a:p>
        </p:txBody>
      </p:sp>
      <p:sp>
        <p:nvSpPr>
          <p:cNvPr id="20" name="Text Placeholder 2">
            <a:extLst>
              <a:ext uri="{FF2B5EF4-FFF2-40B4-BE49-F238E27FC236}">
                <a16:creationId xmlns:a16="http://schemas.microsoft.com/office/drawing/2014/main" id="{1BBE5318-675A-6664-E231-A89054B58D70}"/>
              </a:ext>
            </a:extLst>
          </p:cNvPr>
          <p:cNvSpPr>
            <a:spLocks noGrp="1" noRot="1" noMove="1" noResize="1" noEditPoints="1" noAdjustHandles="1" noChangeArrowheads="1" noChangeShapeType="1"/>
          </p:cNvSpPr>
          <p:nvPr>
            <p:ph type="body" sz="quarter" idx="42"/>
          </p:nvPr>
        </p:nvSpPr>
        <p:spPr>
          <a:xfrm>
            <a:off x="3343448" y="2547486"/>
            <a:ext cx="1558098" cy="1120965"/>
          </a:xfrm>
          <a:prstGeom prst="rect">
            <a:avLst/>
          </a:prstGeom>
        </p:spPr>
        <p:txBody>
          <a:bodyPr anchor="b" anchorCtr="0"/>
          <a:lstStyle>
            <a:lvl1pPr marL="9425" indent="0" algn="ctr">
              <a:spcAft>
                <a:spcPts val="200"/>
              </a:spcAft>
              <a:buClr>
                <a:schemeClr val="tx2"/>
              </a:buClr>
              <a:buNone/>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p:txBody>
      </p:sp>
      <p:sp>
        <p:nvSpPr>
          <p:cNvPr id="25" name="Picture Placeholder 2">
            <a:extLst>
              <a:ext uri="{FF2B5EF4-FFF2-40B4-BE49-F238E27FC236}">
                <a16:creationId xmlns:a16="http://schemas.microsoft.com/office/drawing/2014/main" id="{C67A05AD-8EBF-6C2A-8CA4-C65DE3AB6A0D}"/>
              </a:ext>
            </a:extLst>
          </p:cNvPr>
          <p:cNvSpPr>
            <a:spLocks noGrp="1" noRot="1" noMove="1" noResize="1" noEditPoints="1" noAdjustHandles="1" noChangeArrowheads="1" noChangeShapeType="1"/>
          </p:cNvSpPr>
          <p:nvPr>
            <p:ph type="pic" sz="quarter" idx="47"/>
          </p:nvPr>
        </p:nvSpPr>
        <p:spPr>
          <a:xfrm>
            <a:off x="3239017" y="4127427"/>
            <a:ext cx="1766962" cy="1766962"/>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a:lstStyle/>
          <a:p>
            <a:r>
              <a:rPr lang="en-GB"/>
              <a:t>Click icon to add picture</a:t>
            </a:r>
            <a:endParaRPr lang="en-BE"/>
          </a:p>
        </p:txBody>
      </p:sp>
      <p:sp>
        <p:nvSpPr>
          <p:cNvPr id="2" name="Text Placeholder 1">
            <a:extLst>
              <a:ext uri="{FF2B5EF4-FFF2-40B4-BE49-F238E27FC236}">
                <a16:creationId xmlns:a16="http://schemas.microsoft.com/office/drawing/2014/main" id="{8356B8A8-5CBC-9350-FFDF-F4EA48BE4082}"/>
              </a:ext>
            </a:extLst>
          </p:cNvPr>
          <p:cNvSpPr>
            <a:spLocks noGrp="1" noRot="1" noMove="1" noResize="1" noEditPoints="1" noAdjustHandles="1" noChangeArrowheads="1" noChangeShapeType="1"/>
          </p:cNvSpPr>
          <p:nvPr>
            <p:ph type="body" sz="quarter" idx="38"/>
          </p:nvPr>
        </p:nvSpPr>
        <p:spPr>
          <a:xfrm>
            <a:off x="1348681" y="4456481"/>
            <a:ext cx="1558098" cy="1108854"/>
          </a:xfrm>
          <a:prstGeom prst="rect">
            <a:avLst/>
          </a:prstGeom>
        </p:spPr>
        <p:txBody>
          <a:bodyPr/>
          <a:lstStyle>
            <a:lvl1pPr marL="9425" indent="0" algn="ctr">
              <a:spcAft>
                <a:spcPts val="200"/>
              </a:spcAft>
              <a:buClr>
                <a:schemeClr val="tx2"/>
              </a:buClr>
              <a:buNone/>
              <a:tabLst/>
              <a:defRPr sz="1600"/>
            </a:lvl1pPr>
            <a:lvl2pPr marL="534988" indent="-215900" algn="l">
              <a:spcBef>
                <a:spcPts val="0"/>
              </a:spcBef>
              <a:spcAft>
                <a:spcPts val="200"/>
              </a:spcAft>
              <a:buClr>
                <a:schemeClr val="tx2"/>
              </a:buClr>
              <a:tabLst/>
              <a:defRPr sz="1400"/>
            </a:lvl2pPr>
            <a:lvl3pPr marL="808038" indent="-215900" algn="l">
              <a:spcBef>
                <a:spcPts val="200"/>
              </a:spcBef>
              <a:spcAft>
                <a:spcPts val="200"/>
              </a:spcAft>
              <a:buClr>
                <a:schemeClr val="tx2"/>
              </a:buClr>
              <a:tabLst/>
              <a:defRPr sz="1200"/>
            </a:lvl3pPr>
            <a:lvl4pPr marL="1071563" indent="-215900" algn="l">
              <a:spcBef>
                <a:spcPts val="200"/>
              </a:spcBef>
              <a:spcAft>
                <a:spcPts val="200"/>
              </a:spcAft>
              <a:buClr>
                <a:schemeClr val="tx2"/>
              </a:buClr>
              <a:tabLst/>
              <a:defRPr sz="1100"/>
            </a:lvl4pPr>
            <a:lvl5pPr marL="1335088" indent="-215900" algn="l">
              <a:spcBef>
                <a:spcPts val="200"/>
              </a:spcBef>
              <a:spcAft>
                <a:spcPts val="200"/>
              </a:spcAft>
              <a:buClr>
                <a:schemeClr val="tx2"/>
              </a:buClr>
              <a:tabLst/>
              <a:defRPr sz="1050"/>
            </a:lvl5pPr>
          </a:lstStyle>
          <a:p>
            <a:pPr lvl="0"/>
            <a:r>
              <a:rPr lang="en-GB"/>
              <a:t>Click to edit Master text styles</a:t>
            </a:r>
          </a:p>
        </p:txBody>
      </p:sp>
      <p:sp>
        <p:nvSpPr>
          <p:cNvPr id="22" name="Picture Placeholder 1">
            <a:extLst>
              <a:ext uri="{FF2B5EF4-FFF2-40B4-BE49-F238E27FC236}">
                <a16:creationId xmlns:a16="http://schemas.microsoft.com/office/drawing/2014/main" id="{EE475443-D40F-BA1A-D414-5897F96574FD}"/>
              </a:ext>
            </a:extLst>
          </p:cNvPr>
          <p:cNvSpPr>
            <a:spLocks noGrp="1" noRot="1" noMove="1" noResize="1" noEditPoints="1" noAdjustHandles="1" noChangeArrowheads="1" noChangeShapeType="1"/>
          </p:cNvSpPr>
          <p:nvPr>
            <p:ph type="pic" sz="quarter" idx="44"/>
          </p:nvPr>
        </p:nvSpPr>
        <p:spPr>
          <a:xfrm>
            <a:off x="1258847" y="2224487"/>
            <a:ext cx="1766962" cy="1766962"/>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a:lstStyle/>
          <a:p>
            <a:r>
              <a:rPr lang="en-GB"/>
              <a:t>Click icon to add picture</a:t>
            </a:r>
            <a:endParaRPr lang="en-BE"/>
          </a:p>
        </p:txBody>
      </p:sp>
      <p:sp>
        <p:nvSpPr>
          <p:cNvPr id="8" name="Title">
            <a:extLst>
              <a:ext uri="{FF2B5EF4-FFF2-40B4-BE49-F238E27FC236}">
                <a16:creationId xmlns:a16="http://schemas.microsoft.com/office/drawing/2014/main" id="{D2DF1DDC-0402-55BC-A9AD-DCF1C83C30FC}"/>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3" name="Slide Number">
            <a:extLst>
              <a:ext uri="{FF2B5EF4-FFF2-40B4-BE49-F238E27FC236}">
                <a16:creationId xmlns:a16="http://schemas.microsoft.com/office/drawing/2014/main" id="{EE5D71F4-B27D-B648-38A3-643A127C5777}"/>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22454603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6 circle images">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2813D306-D678-F601-3082-D18615D57F42}"/>
              </a:ext>
            </a:extLst>
          </p:cNvPr>
          <p:cNvSpPr>
            <a:spLocks noGrp="1" noRot="1" noMove="1" noResize="1" noEditPoints="1" noAdjustHandles="1" noChangeArrowheads="1" noChangeShapeType="1"/>
          </p:cNvSpPr>
          <p:nvPr>
            <p:ph type="body" sz="quarter" idx="40"/>
          </p:nvPr>
        </p:nvSpPr>
        <p:spPr>
          <a:xfrm>
            <a:off x="9686735" y="4564046"/>
            <a:ext cx="1589485" cy="1360665"/>
          </a:xfrm>
          <a:prstGeom prst="rect">
            <a:avLst/>
          </a:prstGeom>
        </p:spPr>
        <p:txBody>
          <a:bodyPr/>
          <a:lstStyle>
            <a:lvl1pPr marL="9425" indent="0" algn="ctr">
              <a:spcAft>
                <a:spcPts val="200"/>
              </a:spcAft>
              <a:buClr>
                <a:schemeClr val="tx2"/>
              </a:buClr>
              <a:buNone/>
              <a:tabLst/>
              <a:defRPr sz="1600"/>
            </a:lvl1pPr>
            <a:lvl2pPr marL="534988" indent="-215900">
              <a:spcBef>
                <a:spcPts val="0"/>
              </a:spcBef>
              <a:spcAft>
                <a:spcPts val="200"/>
              </a:spcAft>
              <a:buClr>
                <a:schemeClr val="tx2"/>
              </a:buClr>
              <a:tabLst/>
              <a:defRPr sz="1400"/>
            </a:lvl2pPr>
            <a:lvl3pPr marL="808038" indent="-215900">
              <a:spcBef>
                <a:spcPts val="200"/>
              </a:spcBef>
              <a:spcAft>
                <a:spcPts val="200"/>
              </a:spcAft>
              <a:buClr>
                <a:schemeClr val="tx2"/>
              </a:buClr>
              <a:tabLst/>
              <a:defRPr sz="1200"/>
            </a:lvl3pPr>
            <a:lvl4pPr marL="1071563" indent="-215900">
              <a:spcBef>
                <a:spcPts val="200"/>
              </a:spcBef>
              <a:spcAft>
                <a:spcPts val="200"/>
              </a:spcAft>
              <a:buClr>
                <a:schemeClr val="tx2"/>
              </a:buClr>
              <a:tabLst/>
              <a:defRPr sz="1100"/>
            </a:lvl4pPr>
            <a:lvl5pPr marL="1335088" indent="-215900">
              <a:spcBef>
                <a:spcPts val="200"/>
              </a:spcBef>
              <a:spcAft>
                <a:spcPts val="200"/>
              </a:spcAft>
              <a:buClr>
                <a:schemeClr val="tx2"/>
              </a:buClr>
              <a:tabLst/>
              <a:defRPr sz="1050"/>
            </a:lvl5pPr>
          </a:lstStyle>
          <a:p>
            <a:pPr lvl="0"/>
            <a:r>
              <a:rPr lang="en-GB"/>
              <a:t>Click to edit Master text styles</a:t>
            </a:r>
          </a:p>
        </p:txBody>
      </p:sp>
      <p:sp>
        <p:nvSpPr>
          <p:cNvPr id="29" name="Picture Placeholder 6">
            <a:extLst>
              <a:ext uri="{FF2B5EF4-FFF2-40B4-BE49-F238E27FC236}">
                <a16:creationId xmlns:a16="http://schemas.microsoft.com/office/drawing/2014/main" id="{752944DE-4A22-4E1B-8D95-500094EA00B3}"/>
              </a:ext>
            </a:extLst>
          </p:cNvPr>
          <p:cNvSpPr>
            <a:spLocks noGrp="1" noRot="1" noMove="1" noResize="1" noEditPoints="1" noAdjustHandles="1" noChangeArrowheads="1" noChangeShapeType="1"/>
          </p:cNvSpPr>
          <p:nvPr>
            <p:ph type="pic" sz="quarter" idx="28"/>
          </p:nvPr>
        </p:nvSpPr>
        <p:spPr>
          <a:xfrm>
            <a:off x="9537661" y="2318376"/>
            <a:ext cx="1877778" cy="1877778"/>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20000" bIns="0" anchor="ctr" anchorCtr="0">
            <a:noAutofit/>
          </a:bodyPr>
          <a:lstStyle>
            <a:lvl1pPr marL="0" indent="0" algn="ctr">
              <a:buNone/>
              <a:defRPr sz="1600"/>
            </a:lvl1pPr>
          </a:lstStyle>
          <a:p>
            <a:r>
              <a:rPr lang="en-GB" sz="1800"/>
              <a:t>Click icon to add picture</a:t>
            </a:r>
            <a:endParaRPr lang="en-BE" sz="1800"/>
          </a:p>
        </p:txBody>
      </p:sp>
      <p:sp>
        <p:nvSpPr>
          <p:cNvPr id="8" name="Text Placeholder 5">
            <a:extLst>
              <a:ext uri="{FF2B5EF4-FFF2-40B4-BE49-F238E27FC236}">
                <a16:creationId xmlns:a16="http://schemas.microsoft.com/office/drawing/2014/main" id="{B6D0781D-8884-4989-E707-645C9D2F1EE7}"/>
              </a:ext>
            </a:extLst>
          </p:cNvPr>
          <p:cNvSpPr>
            <a:spLocks noGrp="1" noRot="1" noMove="1" noResize="1" noEditPoints="1" noAdjustHandles="1" noChangeArrowheads="1" noChangeShapeType="1"/>
          </p:cNvSpPr>
          <p:nvPr>
            <p:ph type="body" sz="quarter" idx="39"/>
          </p:nvPr>
        </p:nvSpPr>
        <p:spPr>
          <a:xfrm>
            <a:off x="7939488" y="4549488"/>
            <a:ext cx="1589485" cy="1360665"/>
          </a:xfrm>
          <a:prstGeom prst="rect">
            <a:avLst/>
          </a:prstGeom>
        </p:spPr>
        <p:txBody>
          <a:bodyPr/>
          <a:lstStyle>
            <a:lvl1pPr marL="9425" indent="0" algn="ctr">
              <a:spcAft>
                <a:spcPts val="200"/>
              </a:spcAft>
              <a:buClr>
                <a:schemeClr val="tx2"/>
              </a:buClr>
              <a:buNone/>
              <a:tabLst/>
              <a:defRPr sz="1600"/>
            </a:lvl1pPr>
            <a:lvl2pPr marL="534988" indent="-215900">
              <a:spcBef>
                <a:spcPts val="0"/>
              </a:spcBef>
              <a:spcAft>
                <a:spcPts val="200"/>
              </a:spcAft>
              <a:buClr>
                <a:schemeClr val="tx2"/>
              </a:buClr>
              <a:tabLst/>
              <a:defRPr sz="1400"/>
            </a:lvl2pPr>
            <a:lvl3pPr marL="808038" indent="-215900">
              <a:spcBef>
                <a:spcPts val="200"/>
              </a:spcBef>
              <a:spcAft>
                <a:spcPts val="200"/>
              </a:spcAft>
              <a:buClr>
                <a:schemeClr val="tx2"/>
              </a:buClr>
              <a:tabLst/>
              <a:defRPr sz="1200"/>
            </a:lvl3pPr>
            <a:lvl4pPr marL="1071563" indent="-215900">
              <a:spcBef>
                <a:spcPts val="200"/>
              </a:spcBef>
              <a:spcAft>
                <a:spcPts val="200"/>
              </a:spcAft>
              <a:buClr>
                <a:schemeClr val="tx2"/>
              </a:buClr>
              <a:tabLst/>
              <a:defRPr sz="1100"/>
            </a:lvl4pPr>
            <a:lvl5pPr marL="1335088" indent="-215900">
              <a:spcBef>
                <a:spcPts val="200"/>
              </a:spcBef>
              <a:spcAft>
                <a:spcPts val="200"/>
              </a:spcAft>
              <a:buClr>
                <a:schemeClr val="tx2"/>
              </a:buClr>
              <a:tabLst/>
              <a:defRPr sz="1050"/>
            </a:lvl5pPr>
          </a:lstStyle>
          <a:p>
            <a:pPr lvl="0"/>
            <a:r>
              <a:rPr lang="en-GB"/>
              <a:t>Click to edit Master text styles</a:t>
            </a:r>
          </a:p>
        </p:txBody>
      </p:sp>
      <p:sp>
        <p:nvSpPr>
          <p:cNvPr id="28" name="Picture Placeholder 5">
            <a:extLst>
              <a:ext uri="{FF2B5EF4-FFF2-40B4-BE49-F238E27FC236}">
                <a16:creationId xmlns:a16="http://schemas.microsoft.com/office/drawing/2014/main" id="{1F18D641-7E0D-7828-FE13-4B8D189B8898}"/>
              </a:ext>
            </a:extLst>
          </p:cNvPr>
          <p:cNvSpPr>
            <a:spLocks noGrp="1" noRot="1" noMove="1" noResize="1" noEditPoints="1" noAdjustHandles="1" noChangeArrowheads="1" noChangeShapeType="1"/>
          </p:cNvSpPr>
          <p:nvPr>
            <p:ph type="pic" sz="quarter" idx="27"/>
          </p:nvPr>
        </p:nvSpPr>
        <p:spPr>
          <a:xfrm>
            <a:off x="7788244" y="2318376"/>
            <a:ext cx="1877778" cy="1877778"/>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20000" bIns="0" anchor="ctr" anchorCtr="0">
            <a:noAutofit/>
          </a:bodyPr>
          <a:lstStyle>
            <a:lvl1pPr marL="0" indent="0" algn="ctr">
              <a:buNone/>
              <a:defRPr sz="1600"/>
            </a:lvl1pPr>
          </a:lstStyle>
          <a:p>
            <a:r>
              <a:rPr lang="en-GB" sz="1800"/>
              <a:t>Click icon to add picture</a:t>
            </a:r>
            <a:endParaRPr lang="en-BE" sz="1800"/>
          </a:p>
        </p:txBody>
      </p:sp>
      <p:sp>
        <p:nvSpPr>
          <p:cNvPr id="7" name="Text Placeholder 4">
            <a:extLst>
              <a:ext uri="{FF2B5EF4-FFF2-40B4-BE49-F238E27FC236}">
                <a16:creationId xmlns:a16="http://schemas.microsoft.com/office/drawing/2014/main" id="{861A54BA-26D1-D4FB-C6EC-0A1E584A3913}"/>
              </a:ext>
            </a:extLst>
          </p:cNvPr>
          <p:cNvSpPr>
            <a:spLocks noGrp="1" noRot="1" noMove="1" noResize="1" noEditPoints="1" noAdjustHandles="1" noChangeArrowheads="1" noChangeShapeType="1"/>
          </p:cNvSpPr>
          <p:nvPr>
            <p:ph type="body" sz="quarter" idx="38"/>
          </p:nvPr>
        </p:nvSpPr>
        <p:spPr>
          <a:xfrm>
            <a:off x="6192243" y="4549488"/>
            <a:ext cx="1589485" cy="1360665"/>
          </a:xfrm>
          <a:prstGeom prst="rect">
            <a:avLst/>
          </a:prstGeom>
        </p:spPr>
        <p:txBody>
          <a:bodyPr/>
          <a:lstStyle>
            <a:lvl1pPr marL="9425" indent="0" algn="ctr">
              <a:spcAft>
                <a:spcPts val="200"/>
              </a:spcAft>
              <a:buClr>
                <a:schemeClr val="tx2"/>
              </a:buClr>
              <a:buNone/>
              <a:tabLst/>
              <a:defRPr sz="1600"/>
            </a:lvl1pPr>
            <a:lvl2pPr marL="534988" indent="-215900">
              <a:spcBef>
                <a:spcPts val="0"/>
              </a:spcBef>
              <a:spcAft>
                <a:spcPts val="200"/>
              </a:spcAft>
              <a:buClr>
                <a:schemeClr val="tx2"/>
              </a:buClr>
              <a:tabLst/>
              <a:defRPr sz="1400"/>
            </a:lvl2pPr>
            <a:lvl3pPr marL="808038" indent="-215900">
              <a:spcBef>
                <a:spcPts val="200"/>
              </a:spcBef>
              <a:spcAft>
                <a:spcPts val="200"/>
              </a:spcAft>
              <a:buClr>
                <a:schemeClr val="tx2"/>
              </a:buClr>
              <a:tabLst/>
              <a:defRPr sz="1200"/>
            </a:lvl3pPr>
            <a:lvl4pPr marL="1071563" indent="-215900">
              <a:spcBef>
                <a:spcPts val="200"/>
              </a:spcBef>
              <a:spcAft>
                <a:spcPts val="200"/>
              </a:spcAft>
              <a:buClr>
                <a:schemeClr val="tx2"/>
              </a:buClr>
              <a:tabLst/>
              <a:defRPr sz="1100"/>
            </a:lvl4pPr>
            <a:lvl5pPr marL="1335088" indent="-215900">
              <a:spcBef>
                <a:spcPts val="200"/>
              </a:spcBef>
              <a:spcAft>
                <a:spcPts val="200"/>
              </a:spcAft>
              <a:buClr>
                <a:schemeClr val="tx2"/>
              </a:buClr>
              <a:tabLst/>
              <a:defRPr sz="1050"/>
            </a:lvl5pPr>
          </a:lstStyle>
          <a:p>
            <a:pPr lvl="0"/>
            <a:r>
              <a:rPr lang="en-GB"/>
              <a:t>Click to edit Master text styles</a:t>
            </a:r>
          </a:p>
        </p:txBody>
      </p:sp>
      <p:sp>
        <p:nvSpPr>
          <p:cNvPr id="27" name="Picture Placeholder 4">
            <a:extLst>
              <a:ext uri="{FF2B5EF4-FFF2-40B4-BE49-F238E27FC236}">
                <a16:creationId xmlns:a16="http://schemas.microsoft.com/office/drawing/2014/main" id="{FC5CCB63-D943-8F2D-5F92-7CD281A2D2C8}"/>
              </a:ext>
            </a:extLst>
          </p:cNvPr>
          <p:cNvSpPr>
            <a:spLocks noGrp="1" noRot="1" noMove="1" noResize="1" noEditPoints="1" noAdjustHandles="1" noChangeArrowheads="1" noChangeShapeType="1"/>
          </p:cNvSpPr>
          <p:nvPr>
            <p:ph type="pic" sz="quarter" idx="26"/>
          </p:nvPr>
        </p:nvSpPr>
        <p:spPr>
          <a:xfrm>
            <a:off x="6038827" y="2318376"/>
            <a:ext cx="1877778" cy="1877778"/>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20000" bIns="0" anchor="ctr" anchorCtr="0">
            <a:noAutofit/>
          </a:bodyPr>
          <a:lstStyle>
            <a:lvl1pPr marL="0" indent="0" algn="ctr">
              <a:buNone/>
              <a:defRPr sz="1600"/>
            </a:lvl1pPr>
          </a:lstStyle>
          <a:p>
            <a:r>
              <a:rPr lang="en-GB" sz="1800"/>
              <a:t>Click icon to add picture</a:t>
            </a:r>
            <a:endParaRPr lang="en-BE" sz="1800"/>
          </a:p>
        </p:txBody>
      </p:sp>
      <p:sp>
        <p:nvSpPr>
          <p:cNvPr id="6" name="Text Placeholder 3">
            <a:extLst>
              <a:ext uri="{FF2B5EF4-FFF2-40B4-BE49-F238E27FC236}">
                <a16:creationId xmlns:a16="http://schemas.microsoft.com/office/drawing/2014/main" id="{4DE28EF6-61AC-D5F0-55FA-E930C35AE568}"/>
              </a:ext>
            </a:extLst>
          </p:cNvPr>
          <p:cNvSpPr>
            <a:spLocks noGrp="1" noRot="1" noMove="1" noResize="1" noEditPoints="1" noAdjustHandles="1" noChangeArrowheads="1" noChangeShapeType="1"/>
          </p:cNvSpPr>
          <p:nvPr>
            <p:ph type="body" sz="quarter" idx="37"/>
          </p:nvPr>
        </p:nvSpPr>
        <p:spPr>
          <a:xfrm>
            <a:off x="4444998" y="4549488"/>
            <a:ext cx="1589485" cy="1360665"/>
          </a:xfrm>
          <a:prstGeom prst="rect">
            <a:avLst/>
          </a:prstGeom>
        </p:spPr>
        <p:txBody>
          <a:bodyPr/>
          <a:lstStyle>
            <a:lvl1pPr marL="9425" indent="0" algn="ctr">
              <a:spcAft>
                <a:spcPts val="200"/>
              </a:spcAft>
              <a:buClr>
                <a:schemeClr val="tx2"/>
              </a:buClr>
              <a:buNone/>
              <a:tabLst/>
              <a:defRPr sz="1600"/>
            </a:lvl1pPr>
            <a:lvl2pPr marL="534988" indent="-215900">
              <a:spcBef>
                <a:spcPts val="0"/>
              </a:spcBef>
              <a:spcAft>
                <a:spcPts val="200"/>
              </a:spcAft>
              <a:buClr>
                <a:schemeClr val="tx2"/>
              </a:buClr>
              <a:tabLst/>
              <a:defRPr sz="1400"/>
            </a:lvl2pPr>
            <a:lvl3pPr marL="808038" indent="-215900">
              <a:spcBef>
                <a:spcPts val="200"/>
              </a:spcBef>
              <a:spcAft>
                <a:spcPts val="200"/>
              </a:spcAft>
              <a:buClr>
                <a:schemeClr val="tx2"/>
              </a:buClr>
              <a:tabLst/>
              <a:defRPr sz="1200"/>
            </a:lvl3pPr>
            <a:lvl4pPr marL="1071563" indent="-215900">
              <a:spcBef>
                <a:spcPts val="200"/>
              </a:spcBef>
              <a:spcAft>
                <a:spcPts val="200"/>
              </a:spcAft>
              <a:buClr>
                <a:schemeClr val="tx2"/>
              </a:buClr>
              <a:tabLst/>
              <a:defRPr sz="1100"/>
            </a:lvl4pPr>
            <a:lvl5pPr marL="1335088" indent="-215900">
              <a:spcBef>
                <a:spcPts val="200"/>
              </a:spcBef>
              <a:spcAft>
                <a:spcPts val="200"/>
              </a:spcAft>
              <a:buClr>
                <a:schemeClr val="tx2"/>
              </a:buClr>
              <a:tabLst/>
              <a:defRPr sz="1050"/>
            </a:lvl5pPr>
          </a:lstStyle>
          <a:p>
            <a:pPr lvl="0"/>
            <a:r>
              <a:rPr lang="en-GB"/>
              <a:t>Click to edit Master text styles</a:t>
            </a:r>
          </a:p>
        </p:txBody>
      </p:sp>
      <p:sp>
        <p:nvSpPr>
          <p:cNvPr id="26" name="Picture Placeholder 3">
            <a:extLst>
              <a:ext uri="{FF2B5EF4-FFF2-40B4-BE49-F238E27FC236}">
                <a16:creationId xmlns:a16="http://schemas.microsoft.com/office/drawing/2014/main" id="{0237F1D1-C412-2166-7A8B-F6B3B0383EE5}"/>
              </a:ext>
            </a:extLst>
          </p:cNvPr>
          <p:cNvSpPr>
            <a:spLocks noGrp="1" noRot="1" noMove="1" noResize="1" noEditPoints="1" noAdjustHandles="1" noChangeArrowheads="1" noChangeShapeType="1"/>
          </p:cNvSpPr>
          <p:nvPr>
            <p:ph type="pic" sz="quarter" idx="25"/>
          </p:nvPr>
        </p:nvSpPr>
        <p:spPr>
          <a:xfrm>
            <a:off x="4289410" y="2318376"/>
            <a:ext cx="1877778" cy="1877778"/>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20000" bIns="0" anchor="ctr" anchorCtr="0">
            <a:noAutofit/>
          </a:bodyPr>
          <a:lstStyle>
            <a:lvl1pPr marL="0" indent="0" algn="ctr">
              <a:buNone/>
              <a:defRPr sz="1600"/>
            </a:lvl1pPr>
          </a:lstStyle>
          <a:p>
            <a:r>
              <a:rPr lang="en-GB" sz="1800"/>
              <a:t>Click icon to add picture</a:t>
            </a:r>
            <a:endParaRPr lang="en-BE" sz="1800"/>
          </a:p>
        </p:txBody>
      </p:sp>
      <p:sp>
        <p:nvSpPr>
          <p:cNvPr id="5" name="Text Placeholder 2">
            <a:extLst>
              <a:ext uri="{FF2B5EF4-FFF2-40B4-BE49-F238E27FC236}">
                <a16:creationId xmlns:a16="http://schemas.microsoft.com/office/drawing/2014/main" id="{AD3D9197-6DDA-F7EC-814F-35598A03CB25}"/>
              </a:ext>
            </a:extLst>
          </p:cNvPr>
          <p:cNvSpPr>
            <a:spLocks noGrp="1" noRot="1" noMove="1" noResize="1" noEditPoints="1" noAdjustHandles="1" noChangeArrowheads="1" noChangeShapeType="1"/>
          </p:cNvSpPr>
          <p:nvPr>
            <p:ph type="body" sz="quarter" idx="36"/>
          </p:nvPr>
        </p:nvSpPr>
        <p:spPr>
          <a:xfrm>
            <a:off x="2697753" y="4549488"/>
            <a:ext cx="1589485" cy="1360665"/>
          </a:xfrm>
          <a:prstGeom prst="rect">
            <a:avLst/>
          </a:prstGeom>
        </p:spPr>
        <p:txBody>
          <a:bodyPr/>
          <a:lstStyle>
            <a:lvl1pPr marL="9425" indent="0" algn="ctr">
              <a:spcAft>
                <a:spcPts val="200"/>
              </a:spcAft>
              <a:buClr>
                <a:schemeClr val="tx2"/>
              </a:buClr>
              <a:buNone/>
              <a:tabLst/>
              <a:defRPr sz="1600"/>
            </a:lvl1pPr>
            <a:lvl2pPr marL="534988" indent="-215900">
              <a:spcBef>
                <a:spcPts val="0"/>
              </a:spcBef>
              <a:spcAft>
                <a:spcPts val="200"/>
              </a:spcAft>
              <a:buClr>
                <a:schemeClr val="tx2"/>
              </a:buClr>
              <a:tabLst/>
              <a:defRPr sz="1400"/>
            </a:lvl2pPr>
            <a:lvl3pPr marL="808038" indent="-215900">
              <a:spcBef>
                <a:spcPts val="200"/>
              </a:spcBef>
              <a:spcAft>
                <a:spcPts val="200"/>
              </a:spcAft>
              <a:buClr>
                <a:schemeClr val="tx2"/>
              </a:buClr>
              <a:tabLst/>
              <a:defRPr sz="1200"/>
            </a:lvl3pPr>
            <a:lvl4pPr marL="1071563" indent="-215900">
              <a:spcBef>
                <a:spcPts val="200"/>
              </a:spcBef>
              <a:spcAft>
                <a:spcPts val="200"/>
              </a:spcAft>
              <a:buClr>
                <a:schemeClr val="tx2"/>
              </a:buClr>
              <a:tabLst/>
              <a:defRPr sz="1100"/>
            </a:lvl4pPr>
            <a:lvl5pPr marL="1335088" indent="-215900">
              <a:spcBef>
                <a:spcPts val="200"/>
              </a:spcBef>
              <a:spcAft>
                <a:spcPts val="200"/>
              </a:spcAft>
              <a:buClr>
                <a:schemeClr val="tx2"/>
              </a:buClr>
              <a:tabLst/>
              <a:defRPr sz="1050"/>
            </a:lvl5pPr>
          </a:lstStyle>
          <a:p>
            <a:pPr lvl="0"/>
            <a:r>
              <a:rPr lang="en-GB"/>
              <a:t>Click to edit Master text styles</a:t>
            </a:r>
          </a:p>
        </p:txBody>
      </p:sp>
      <p:sp>
        <p:nvSpPr>
          <p:cNvPr id="25" name="Picture Placeholder 2">
            <a:extLst>
              <a:ext uri="{FF2B5EF4-FFF2-40B4-BE49-F238E27FC236}">
                <a16:creationId xmlns:a16="http://schemas.microsoft.com/office/drawing/2014/main" id="{349C422D-57BE-2C0E-C883-FFEA802AA6CD}"/>
              </a:ext>
            </a:extLst>
          </p:cNvPr>
          <p:cNvSpPr>
            <a:spLocks noGrp="1" noRot="1" noMove="1" noResize="1" noEditPoints="1" noAdjustHandles="1" noChangeArrowheads="1" noChangeShapeType="1"/>
          </p:cNvSpPr>
          <p:nvPr>
            <p:ph type="pic" sz="quarter" idx="24"/>
          </p:nvPr>
        </p:nvSpPr>
        <p:spPr>
          <a:xfrm>
            <a:off x="2539993" y="2318376"/>
            <a:ext cx="1877778" cy="1877778"/>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20000" bIns="0" anchor="ctr" anchorCtr="0">
            <a:noAutofit/>
          </a:bodyPr>
          <a:lstStyle>
            <a:lvl1pPr marL="0" indent="0" algn="ctr">
              <a:buNone/>
              <a:defRPr sz="1600"/>
            </a:lvl1pPr>
          </a:lstStyle>
          <a:p>
            <a:r>
              <a:rPr lang="en-GB" sz="1800"/>
              <a:t>Click icon to add picture</a:t>
            </a:r>
            <a:endParaRPr lang="en-BE" sz="1800"/>
          </a:p>
        </p:txBody>
      </p:sp>
      <p:sp>
        <p:nvSpPr>
          <p:cNvPr id="3" name="Text Placeholder 1">
            <a:extLst>
              <a:ext uri="{FF2B5EF4-FFF2-40B4-BE49-F238E27FC236}">
                <a16:creationId xmlns:a16="http://schemas.microsoft.com/office/drawing/2014/main" id="{6BC64151-F3F5-CEEC-6E61-C0D124D6AEC6}"/>
              </a:ext>
            </a:extLst>
          </p:cNvPr>
          <p:cNvSpPr>
            <a:spLocks noGrp="1" noRot="1" noMove="1" noResize="1" noEditPoints="1" noAdjustHandles="1" noChangeArrowheads="1" noChangeShapeType="1"/>
          </p:cNvSpPr>
          <p:nvPr>
            <p:ph type="body" sz="quarter" idx="35"/>
          </p:nvPr>
        </p:nvSpPr>
        <p:spPr>
          <a:xfrm>
            <a:off x="950508" y="4549488"/>
            <a:ext cx="1589485" cy="1360665"/>
          </a:xfrm>
          <a:prstGeom prst="rect">
            <a:avLst/>
          </a:prstGeom>
        </p:spPr>
        <p:txBody>
          <a:bodyPr/>
          <a:lstStyle>
            <a:lvl1pPr marL="9425" indent="0" algn="ctr">
              <a:spcAft>
                <a:spcPts val="200"/>
              </a:spcAft>
              <a:buClr>
                <a:schemeClr val="tx2"/>
              </a:buClr>
              <a:buNone/>
              <a:tabLst/>
              <a:defRPr sz="1600"/>
            </a:lvl1pPr>
            <a:lvl2pPr marL="534988" indent="-215900">
              <a:spcBef>
                <a:spcPts val="0"/>
              </a:spcBef>
              <a:spcAft>
                <a:spcPts val="200"/>
              </a:spcAft>
              <a:buClr>
                <a:schemeClr val="tx2"/>
              </a:buClr>
              <a:tabLst/>
              <a:defRPr sz="1400"/>
            </a:lvl2pPr>
            <a:lvl3pPr marL="808038" indent="-215900">
              <a:spcBef>
                <a:spcPts val="200"/>
              </a:spcBef>
              <a:spcAft>
                <a:spcPts val="200"/>
              </a:spcAft>
              <a:buClr>
                <a:schemeClr val="tx2"/>
              </a:buClr>
              <a:tabLst/>
              <a:defRPr sz="1200"/>
            </a:lvl3pPr>
            <a:lvl4pPr marL="1071563" indent="-215900">
              <a:spcBef>
                <a:spcPts val="200"/>
              </a:spcBef>
              <a:spcAft>
                <a:spcPts val="200"/>
              </a:spcAft>
              <a:buClr>
                <a:schemeClr val="tx2"/>
              </a:buClr>
              <a:tabLst/>
              <a:defRPr sz="1100"/>
            </a:lvl4pPr>
            <a:lvl5pPr marL="1335088" indent="-215900">
              <a:spcBef>
                <a:spcPts val="200"/>
              </a:spcBef>
              <a:spcAft>
                <a:spcPts val="200"/>
              </a:spcAft>
              <a:buClr>
                <a:schemeClr val="tx2"/>
              </a:buClr>
              <a:tabLst/>
              <a:defRPr sz="1050"/>
            </a:lvl5pPr>
          </a:lstStyle>
          <a:p>
            <a:pPr lvl="0"/>
            <a:r>
              <a:rPr lang="en-GB"/>
              <a:t>Click to edit Master text styles</a:t>
            </a:r>
          </a:p>
        </p:txBody>
      </p:sp>
      <p:sp>
        <p:nvSpPr>
          <p:cNvPr id="24" name="Picture Placeholder 1">
            <a:extLst>
              <a:ext uri="{FF2B5EF4-FFF2-40B4-BE49-F238E27FC236}">
                <a16:creationId xmlns:a16="http://schemas.microsoft.com/office/drawing/2014/main" id="{FD2B75CA-4BDF-14CB-BA7F-6E6541C9CA27}"/>
              </a:ext>
            </a:extLst>
          </p:cNvPr>
          <p:cNvSpPr>
            <a:spLocks noGrp="1" noRot="1" noMove="1" noResize="1" noEditPoints="1" noAdjustHandles="1" noChangeArrowheads="1" noChangeShapeType="1"/>
          </p:cNvSpPr>
          <p:nvPr>
            <p:ph type="pic" sz="quarter" idx="23"/>
          </p:nvPr>
        </p:nvSpPr>
        <p:spPr>
          <a:xfrm>
            <a:off x="790576" y="2318376"/>
            <a:ext cx="1877778" cy="1877778"/>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20000" bIns="0" anchor="ctr" anchorCtr="0">
            <a:noAutofit/>
          </a:bodyPr>
          <a:lstStyle>
            <a:lvl1pPr marL="0" indent="0" algn="ctr">
              <a:buNone/>
              <a:defRPr sz="1600"/>
            </a:lvl1pPr>
          </a:lstStyle>
          <a:p>
            <a:r>
              <a:rPr lang="en-GB" sz="1800"/>
              <a:t>Click icon to add picture</a:t>
            </a:r>
            <a:endParaRPr lang="en-BE" sz="1800"/>
          </a:p>
        </p:txBody>
      </p:sp>
      <p:sp>
        <p:nvSpPr>
          <p:cNvPr id="4" name="Title">
            <a:extLst>
              <a:ext uri="{FF2B5EF4-FFF2-40B4-BE49-F238E27FC236}">
                <a16:creationId xmlns:a16="http://schemas.microsoft.com/office/drawing/2014/main" id="{345EBBC4-7324-E0A4-7B1E-76B995F4C45C}"/>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10" name="Slide Number">
            <a:extLst>
              <a:ext uri="{FF2B5EF4-FFF2-40B4-BE49-F238E27FC236}">
                <a16:creationId xmlns:a16="http://schemas.microsoft.com/office/drawing/2014/main" id="{A3FE1678-6BBF-A285-8ACD-02F5267E890A}"/>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40050369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6 circle images text">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0980338D-1E37-2BB2-AB6D-1A0C06A50751}"/>
              </a:ext>
            </a:extLst>
          </p:cNvPr>
          <p:cNvSpPr>
            <a:spLocks noGrp="1" noRot="1" noMove="1" noResize="1" noEditPoints="1" noAdjustHandles="1" noChangeArrowheads="1" noChangeShapeType="1"/>
          </p:cNvSpPr>
          <p:nvPr>
            <p:ph type="pic" sz="quarter" idx="34"/>
          </p:nvPr>
        </p:nvSpPr>
        <p:spPr>
          <a:xfrm>
            <a:off x="7423583" y="4279826"/>
            <a:ext cx="1766962" cy="1766962"/>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92000" bIns="0" anchor="ctr" anchorCtr="0">
            <a:noAutofit/>
          </a:bodyPr>
          <a:lstStyle>
            <a:lvl1pPr marL="0" indent="0" algn="ctr">
              <a:buNone/>
              <a:defRPr sz="1600"/>
            </a:lvl1pPr>
          </a:lstStyle>
          <a:p>
            <a:r>
              <a:rPr lang="en-GB" sz="1800"/>
              <a:t>Click icon to add picture</a:t>
            </a:r>
            <a:endParaRPr lang="en-BE" sz="1800"/>
          </a:p>
        </p:txBody>
      </p:sp>
      <p:sp>
        <p:nvSpPr>
          <p:cNvPr id="2" name="Picture Placeholder 5">
            <a:extLst>
              <a:ext uri="{FF2B5EF4-FFF2-40B4-BE49-F238E27FC236}">
                <a16:creationId xmlns:a16="http://schemas.microsoft.com/office/drawing/2014/main" id="{582AB74E-A1FA-768E-B3C6-7D9CF8664464}"/>
              </a:ext>
            </a:extLst>
          </p:cNvPr>
          <p:cNvSpPr>
            <a:spLocks noGrp="1" noRot="1" noMove="1" noResize="1" noEditPoints="1" noAdjustHandles="1" noChangeArrowheads="1" noChangeShapeType="1"/>
          </p:cNvSpPr>
          <p:nvPr>
            <p:ph type="pic" sz="quarter" idx="37"/>
          </p:nvPr>
        </p:nvSpPr>
        <p:spPr>
          <a:xfrm>
            <a:off x="9190544" y="3039232"/>
            <a:ext cx="1766962" cy="1766962"/>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92000" bIns="0" anchor="ctr" anchorCtr="0">
            <a:noAutofit/>
          </a:bodyPr>
          <a:lstStyle>
            <a:lvl1pPr marL="0" indent="0" algn="ctr">
              <a:buNone/>
              <a:defRPr sz="1600"/>
            </a:lvl1pPr>
          </a:lstStyle>
          <a:p>
            <a:r>
              <a:rPr lang="en-GB" sz="1800"/>
              <a:t>Click icon to add picture</a:t>
            </a:r>
            <a:endParaRPr lang="en-BE" sz="1800"/>
          </a:p>
        </p:txBody>
      </p:sp>
      <p:sp>
        <p:nvSpPr>
          <p:cNvPr id="4" name="Picture Placeholder 4">
            <a:extLst>
              <a:ext uri="{FF2B5EF4-FFF2-40B4-BE49-F238E27FC236}">
                <a16:creationId xmlns:a16="http://schemas.microsoft.com/office/drawing/2014/main" id="{2CD33947-428F-F3BC-84EF-0CDD4882BE54}"/>
              </a:ext>
            </a:extLst>
          </p:cNvPr>
          <p:cNvSpPr>
            <a:spLocks noGrp="1" noRot="1" noMove="1" noResize="1" noEditPoints="1" noAdjustHandles="1" noChangeArrowheads="1" noChangeShapeType="1"/>
          </p:cNvSpPr>
          <p:nvPr>
            <p:ph type="pic" sz="quarter" idx="32"/>
          </p:nvPr>
        </p:nvSpPr>
        <p:spPr>
          <a:xfrm>
            <a:off x="7424555" y="1819962"/>
            <a:ext cx="1766962" cy="1766962"/>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92000" bIns="0" anchor="ctr" anchorCtr="0">
            <a:noAutofit/>
          </a:bodyPr>
          <a:lstStyle>
            <a:lvl1pPr marL="0" indent="0" algn="ctr">
              <a:buNone/>
              <a:defRPr sz="1600"/>
            </a:lvl1pPr>
          </a:lstStyle>
          <a:p>
            <a:r>
              <a:rPr lang="en-GB" sz="1800"/>
              <a:t>Click icon to add picture</a:t>
            </a:r>
            <a:endParaRPr lang="en-BE" sz="1800"/>
          </a:p>
        </p:txBody>
      </p:sp>
      <p:sp>
        <p:nvSpPr>
          <p:cNvPr id="5" name="Circle">
            <a:extLst>
              <a:ext uri="{FF2B5EF4-FFF2-40B4-BE49-F238E27FC236}">
                <a16:creationId xmlns:a16="http://schemas.microsoft.com/office/drawing/2014/main" id="{30111986-B22C-41D1-C71A-E467C6A5779E}"/>
              </a:ext>
            </a:extLst>
          </p:cNvPr>
          <p:cNvSpPr>
            <a:spLocks noGrp="1" noRot="1" noMove="1" noResize="1" noEditPoints="1" noAdjustHandles="1" noChangeArrowheads="1" noChangeShapeType="1"/>
          </p:cNvSpPr>
          <p:nvPr>
            <p:ph type="body" sz="quarter" idx="45"/>
          </p:nvPr>
        </p:nvSpPr>
        <p:spPr>
          <a:xfrm>
            <a:off x="4803155" y="2631811"/>
            <a:ext cx="2581200" cy="2581200"/>
          </a:xfrm>
          <a:prstGeom prst="ellipse">
            <a:avLst/>
          </a:prstGeom>
          <a:solidFill>
            <a:schemeClr val="bg1">
              <a:lumMod val="95000"/>
            </a:schemeClr>
          </a:solidFill>
        </p:spPr>
        <p:txBody>
          <a:bodyPr anchor="ctr" anchorCtr="0"/>
          <a:lstStyle>
            <a:lvl1pPr marL="9425" indent="0" algn="ctr">
              <a:spcAft>
                <a:spcPts val="200"/>
              </a:spcAft>
              <a:buClr>
                <a:schemeClr val="tx2"/>
              </a:buClr>
              <a:buNone/>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p:txBody>
      </p:sp>
      <p:sp>
        <p:nvSpPr>
          <p:cNvPr id="13" name="Picture Placeholder 3">
            <a:extLst>
              <a:ext uri="{FF2B5EF4-FFF2-40B4-BE49-F238E27FC236}">
                <a16:creationId xmlns:a16="http://schemas.microsoft.com/office/drawing/2014/main" id="{8C4855FD-FCBC-E295-BE64-49A00CF12142}"/>
              </a:ext>
            </a:extLst>
          </p:cNvPr>
          <p:cNvSpPr>
            <a:spLocks noGrp="1" noRot="1" noMove="1" noResize="1" noEditPoints="1" noAdjustHandles="1" noChangeArrowheads="1" noChangeShapeType="1"/>
          </p:cNvSpPr>
          <p:nvPr>
            <p:ph type="pic" sz="quarter" idx="39"/>
          </p:nvPr>
        </p:nvSpPr>
        <p:spPr>
          <a:xfrm>
            <a:off x="3024187" y="4279826"/>
            <a:ext cx="1766962" cy="1766962"/>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92000" bIns="0" anchor="ctr" anchorCtr="0">
            <a:noAutofit/>
          </a:bodyPr>
          <a:lstStyle>
            <a:lvl1pPr marL="0" indent="0" algn="ctr">
              <a:buNone/>
              <a:defRPr sz="1600"/>
            </a:lvl1pPr>
          </a:lstStyle>
          <a:p>
            <a:r>
              <a:rPr lang="en-GB" sz="1800"/>
              <a:t>Click icon to add picture</a:t>
            </a:r>
            <a:endParaRPr lang="en-BE" sz="1800"/>
          </a:p>
        </p:txBody>
      </p:sp>
      <p:sp>
        <p:nvSpPr>
          <p:cNvPr id="20" name="Picture Placeholder 2">
            <a:extLst>
              <a:ext uri="{FF2B5EF4-FFF2-40B4-BE49-F238E27FC236}">
                <a16:creationId xmlns:a16="http://schemas.microsoft.com/office/drawing/2014/main" id="{F56377B9-AA2B-1FAC-738F-58AEA61F1F05}"/>
              </a:ext>
            </a:extLst>
          </p:cNvPr>
          <p:cNvSpPr>
            <a:spLocks noGrp="1" noRot="1" noMove="1" noResize="1" noEditPoints="1" noAdjustHandles="1" noChangeArrowheads="1" noChangeShapeType="1"/>
          </p:cNvSpPr>
          <p:nvPr>
            <p:ph type="pic" sz="quarter" idx="40"/>
          </p:nvPr>
        </p:nvSpPr>
        <p:spPr>
          <a:xfrm>
            <a:off x="1238399" y="3039232"/>
            <a:ext cx="1766962" cy="1766962"/>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92000" bIns="0" anchor="ctr" anchorCtr="0">
            <a:noAutofit/>
          </a:bodyPr>
          <a:lstStyle>
            <a:lvl1pPr marL="0" indent="0" algn="ctr">
              <a:buNone/>
              <a:defRPr sz="1600"/>
            </a:lvl1pPr>
          </a:lstStyle>
          <a:p>
            <a:r>
              <a:rPr lang="en-GB" sz="1800"/>
              <a:t>Click icon to add picture</a:t>
            </a:r>
            <a:endParaRPr lang="en-BE" sz="1800"/>
          </a:p>
        </p:txBody>
      </p:sp>
      <p:sp>
        <p:nvSpPr>
          <p:cNvPr id="11" name="Picture Placeholder 1">
            <a:extLst>
              <a:ext uri="{FF2B5EF4-FFF2-40B4-BE49-F238E27FC236}">
                <a16:creationId xmlns:a16="http://schemas.microsoft.com/office/drawing/2014/main" id="{18F04D23-7466-3204-D663-73DCF67EA378}"/>
              </a:ext>
            </a:extLst>
          </p:cNvPr>
          <p:cNvSpPr>
            <a:spLocks noGrp="1" noRot="1" noMove="1" noResize="1" noEditPoints="1" noAdjustHandles="1" noChangeArrowheads="1" noChangeShapeType="1"/>
          </p:cNvSpPr>
          <p:nvPr>
            <p:ph type="pic" sz="quarter" idx="38"/>
          </p:nvPr>
        </p:nvSpPr>
        <p:spPr>
          <a:xfrm>
            <a:off x="3025159" y="1819962"/>
            <a:ext cx="1766962" cy="1766962"/>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92000" bIns="0" anchor="ctr" anchorCtr="0">
            <a:noAutofit/>
          </a:bodyPr>
          <a:lstStyle>
            <a:lvl1pPr marL="0" indent="0" algn="ctr">
              <a:buNone/>
              <a:defRPr sz="1600"/>
            </a:lvl1pPr>
          </a:lstStyle>
          <a:p>
            <a:r>
              <a:rPr lang="en-GB" sz="1800"/>
              <a:t>Click icon to add picture</a:t>
            </a:r>
            <a:endParaRPr lang="en-BE" sz="1800"/>
          </a:p>
        </p:txBody>
      </p:sp>
      <p:sp>
        <p:nvSpPr>
          <p:cNvPr id="8" name="Title">
            <a:extLst>
              <a:ext uri="{FF2B5EF4-FFF2-40B4-BE49-F238E27FC236}">
                <a16:creationId xmlns:a16="http://schemas.microsoft.com/office/drawing/2014/main" id="{D2DF1DDC-0402-55BC-A9AD-DCF1C83C30FC}"/>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7" name="Slide Number">
            <a:extLst>
              <a:ext uri="{FF2B5EF4-FFF2-40B4-BE49-F238E27FC236}">
                <a16:creationId xmlns:a16="http://schemas.microsoft.com/office/drawing/2014/main" id="{1B3DAD12-387C-F8E9-4B51-0F90D6A8F034}"/>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35127355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7 circle images">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0980338D-1E37-2BB2-AB6D-1A0C06A50751}"/>
              </a:ext>
            </a:extLst>
          </p:cNvPr>
          <p:cNvSpPr>
            <a:spLocks noGrp="1" noRot="1" noMove="1" noResize="1" noEditPoints="1" noAdjustHandles="1" noChangeArrowheads="1" noChangeShapeType="1"/>
          </p:cNvSpPr>
          <p:nvPr>
            <p:ph type="pic" sz="quarter" idx="34"/>
          </p:nvPr>
        </p:nvSpPr>
        <p:spPr>
          <a:xfrm>
            <a:off x="7423583" y="4279826"/>
            <a:ext cx="1766962" cy="1766962"/>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92000" bIns="0" anchor="ctr" anchorCtr="0">
            <a:noAutofit/>
          </a:bodyPr>
          <a:lstStyle>
            <a:lvl1pPr marL="0" indent="0" algn="ctr">
              <a:buNone/>
              <a:defRPr sz="1600"/>
            </a:lvl1pPr>
          </a:lstStyle>
          <a:p>
            <a:r>
              <a:rPr lang="en-GB" sz="1800"/>
              <a:t>Click icon to add picture</a:t>
            </a:r>
            <a:endParaRPr lang="en-BE" sz="1800"/>
          </a:p>
        </p:txBody>
      </p:sp>
      <p:sp>
        <p:nvSpPr>
          <p:cNvPr id="2" name="Picture Placeholder 6">
            <a:extLst>
              <a:ext uri="{FF2B5EF4-FFF2-40B4-BE49-F238E27FC236}">
                <a16:creationId xmlns:a16="http://schemas.microsoft.com/office/drawing/2014/main" id="{582AB74E-A1FA-768E-B3C6-7D9CF8664464}"/>
              </a:ext>
            </a:extLst>
          </p:cNvPr>
          <p:cNvSpPr>
            <a:spLocks noGrp="1" noRot="1" noMove="1" noResize="1" noEditPoints="1" noAdjustHandles="1" noChangeArrowheads="1" noChangeShapeType="1"/>
          </p:cNvSpPr>
          <p:nvPr>
            <p:ph type="pic" sz="quarter" idx="37"/>
          </p:nvPr>
        </p:nvSpPr>
        <p:spPr>
          <a:xfrm>
            <a:off x="9190544" y="3039232"/>
            <a:ext cx="1766962" cy="1766962"/>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92000" bIns="0" anchor="ctr" anchorCtr="0">
            <a:noAutofit/>
          </a:bodyPr>
          <a:lstStyle>
            <a:lvl1pPr marL="0" indent="0" algn="ctr">
              <a:buNone/>
              <a:defRPr sz="1600"/>
            </a:lvl1pPr>
          </a:lstStyle>
          <a:p>
            <a:r>
              <a:rPr lang="en-GB" sz="1800"/>
              <a:t>Click icon to add picture</a:t>
            </a:r>
            <a:endParaRPr lang="en-BE" sz="1800"/>
          </a:p>
        </p:txBody>
      </p:sp>
      <p:sp>
        <p:nvSpPr>
          <p:cNvPr id="4" name="Picture Placeholder 5">
            <a:extLst>
              <a:ext uri="{FF2B5EF4-FFF2-40B4-BE49-F238E27FC236}">
                <a16:creationId xmlns:a16="http://schemas.microsoft.com/office/drawing/2014/main" id="{2CD33947-428F-F3BC-84EF-0CDD4882BE54}"/>
              </a:ext>
            </a:extLst>
          </p:cNvPr>
          <p:cNvSpPr>
            <a:spLocks noGrp="1" noRot="1" noMove="1" noResize="1" noEditPoints="1" noAdjustHandles="1" noChangeArrowheads="1" noChangeShapeType="1"/>
          </p:cNvSpPr>
          <p:nvPr>
            <p:ph type="pic" sz="quarter" idx="32"/>
          </p:nvPr>
        </p:nvSpPr>
        <p:spPr>
          <a:xfrm>
            <a:off x="7424555" y="1819962"/>
            <a:ext cx="1766962" cy="1766962"/>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92000" bIns="0" anchor="ctr" anchorCtr="0">
            <a:noAutofit/>
          </a:bodyPr>
          <a:lstStyle>
            <a:lvl1pPr marL="0" indent="0" algn="ctr">
              <a:buNone/>
              <a:defRPr sz="1600"/>
            </a:lvl1pPr>
          </a:lstStyle>
          <a:p>
            <a:r>
              <a:rPr lang="en-GB" sz="1800"/>
              <a:t>Click icon to add picture</a:t>
            </a:r>
            <a:endParaRPr lang="en-BE" sz="1800"/>
          </a:p>
        </p:txBody>
      </p:sp>
      <p:sp>
        <p:nvSpPr>
          <p:cNvPr id="30" name="Picture Placeholder 4">
            <a:extLst>
              <a:ext uri="{FF2B5EF4-FFF2-40B4-BE49-F238E27FC236}">
                <a16:creationId xmlns:a16="http://schemas.microsoft.com/office/drawing/2014/main" id="{3D5C0CD4-E911-C6C7-88BD-62C712B011A1}"/>
              </a:ext>
            </a:extLst>
          </p:cNvPr>
          <p:cNvSpPr>
            <a:spLocks noGrp="1" noRot="1" noMove="1" noResize="1" noEditPoints="1" noAdjustHandles="1" noChangeArrowheads="1" noChangeShapeType="1"/>
          </p:cNvSpPr>
          <p:nvPr>
            <p:ph type="pic" sz="quarter" idx="42"/>
          </p:nvPr>
        </p:nvSpPr>
        <p:spPr>
          <a:xfrm>
            <a:off x="4803217" y="2627624"/>
            <a:ext cx="2596664" cy="2596664"/>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92000" bIns="0" anchor="ctr" anchorCtr="0">
            <a:noAutofit/>
          </a:bodyPr>
          <a:lstStyle>
            <a:lvl1pPr marL="0" indent="0" algn="ctr">
              <a:buNone/>
              <a:defRPr sz="1600"/>
            </a:lvl1pPr>
          </a:lstStyle>
          <a:p>
            <a:r>
              <a:rPr lang="en-GB" sz="1800"/>
              <a:t>Click icon to add picture</a:t>
            </a:r>
            <a:endParaRPr lang="en-BE" sz="1800"/>
          </a:p>
        </p:txBody>
      </p:sp>
      <p:sp>
        <p:nvSpPr>
          <p:cNvPr id="13" name="Picture Placeholder 3">
            <a:extLst>
              <a:ext uri="{FF2B5EF4-FFF2-40B4-BE49-F238E27FC236}">
                <a16:creationId xmlns:a16="http://schemas.microsoft.com/office/drawing/2014/main" id="{8C4855FD-FCBC-E295-BE64-49A00CF12142}"/>
              </a:ext>
            </a:extLst>
          </p:cNvPr>
          <p:cNvSpPr>
            <a:spLocks noGrp="1" noRot="1" noMove="1" noResize="1" noEditPoints="1" noAdjustHandles="1" noChangeArrowheads="1" noChangeShapeType="1"/>
          </p:cNvSpPr>
          <p:nvPr>
            <p:ph type="pic" sz="quarter" idx="39"/>
          </p:nvPr>
        </p:nvSpPr>
        <p:spPr>
          <a:xfrm>
            <a:off x="3024187" y="4279826"/>
            <a:ext cx="1766962" cy="1766962"/>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92000" bIns="0" anchor="ctr" anchorCtr="0">
            <a:noAutofit/>
          </a:bodyPr>
          <a:lstStyle>
            <a:lvl1pPr marL="0" indent="0" algn="ctr">
              <a:buNone/>
              <a:defRPr sz="1600"/>
            </a:lvl1pPr>
          </a:lstStyle>
          <a:p>
            <a:r>
              <a:rPr lang="en-GB" sz="1800"/>
              <a:t>Click icon to add picture</a:t>
            </a:r>
            <a:endParaRPr lang="en-BE" sz="1800"/>
          </a:p>
        </p:txBody>
      </p:sp>
      <p:sp>
        <p:nvSpPr>
          <p:cNvPr id="20" name="Picture Placeholder 2">
            <a:extLst>
              <a:ext uri="{FF2B5EF4-FFF2-40B4-BE49-F238E27FC236}">
                <a16:creationId xmlns:a16="http://schemas.microsoft.com/office/drawing/2014/main" id="{F56377B9-AA2B-1FAC-738F-58AEA61F1F05}"/>
              </a:ext>
            </a:extLst>
          </p:cNvPr>
          <p:cNvSpPr>
            <a:spLocks noGrp="1" noRot="1" noMove="1" noResize="1" noEditPoints="1" noAdjustHandles="1" noChangeArrowheads="1" noChangeShapeType="1"/>
          </p:cNvSpPr>
          <p:nvPr>
            <p:ph type="pic" sz="quarter" idx="40"/>
          </p:nvPr>
        </p:nvSpPr>
        <p:spPr>
          <a:xfrm>
            <a:off x="1238399" y="3039232"/>
            <a:ext cx="1766962" cy="1766962"/>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92000" bIns="0" anchor="ctr" anchorCtr="0">
            <a:noAutofit/>
          </a:bodyPr>
          <a:lstStyle>
            <a:lvl1pPr marL="0" indent="0" algn="ctr">
              <a:buNone/>
              <a:defRPr sz="1600"/>
            </a:lvl1pPr>
          </a:lstStyle>
          <a:p>
            <a:r>
              <a:rPr lang="en-GB" sz="1800"/>
              <a:t>Click icon to add picture</a:t>
            </a:r>
            <a:endParaRPr lang="en-BE" sz="1800"/>
          </a:p>
        </p:txBody>
      </p:sp>
      <p:sp>
        <p:nvSpPr>
          <p:cNvPr id="11" name="Picture Placeholder 1">
            <a:extLst>
              <a:ext uri="{FF2B5EF4-FFF2-40B4-BE49-F238E27FC236}">
                <a16:creationId xmlns:a16="http://schemas.microsoft.com/office/drawing/2014/main" id="{18F04D23-7466-3204-D663-73DCF67EA378}"/>
              </a:ext>
            </a:extLst>
          </p:cNvPr>
          <p:cNvSpPr>
            <a:spLocks noGrp="1" noRot="1" noMove="1" noResize="1" noEditPoints="1" noAdjustHandles="1" noChangeArrowheads="1" noChangeShapeType="1"/>
          </p:cNvSpPr>
          <p:nvPr>
            <p:ph type="pic" sz="quarter" idx="38"/>
          </p:nvPr>
        </p:nvSpPr>
        <p:spPr>
          <a:xfrm>
            <a:off x="3025159" y="1819962"/>
            <a:ext cx="1766962" cy="1766962"/>
          </a:xfrm>
          <a:custGeom>
            <a:avLst/>
            <a:gdLst>
              <a:gd name="connsiteX0" fmla="*/ 1032778 w 2065556"/>
              <a:gd name="connsiteY0" fmla="*/ 0 h 2065556"/>
              <a:gd name="connsiteX1" fmla="*/ 2065556 w 2065556"/>
              <a:gd name="connsiteY1" fmla="*/ 1032778 h 2065556"/>
              <a:gd name="connsiteX2" fmla="*/ 1032778 w 2065556"/>
              <a:gd name="connsiteY2" fmla="*/ 2065556 h 2065556"/>
              <a:gd name="connsiteX3" fmla="*/ 0 w 2065556"/>
              <a:gd name="connsiteY3" fmla="*/ 1032778 h 2065556"/>
              <a:gd name="connsiteX4" fmla="*/ 1032778 w 2065556"/>
              <a:gd name="connsiteY4" fmla="*/ 0 h 2065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556" h="2065556">
                <a:moveTo>
                  <a:pt x="1032778" y="0"/>
                </a:moveTo>
                <a:cubicBezTo>
                  <a:pt x="1603166" y="0"/>
                  <a:pt x="2065556" y="462390"/>
                  <a:pt x="2065556" y="1032778"/>
                </a:cubicBezTo>
                <a:cubicBezTo>
                  <a:pt x="2065556" y="1603166"/>
                  <a:pt x="1603166" y="2065556"/>
                  <a:pt x="1032778" y="2065556"/>
                </a:cubicBezTo>
                <a:cubicBezTo>
                  <a:pt x="462390" y="2065556"/>
                  <a:pt x="0" y="1603166"/>
                  <a:pt x="0" y="1032778"/>
                </a:cubicBezTo>
                <a:cubicBezTo>
                  <a:pt x="0" y="462390"/>
                  <a:pt x="462390" y="0"/>
                  <a:pt x="1032778" y="0"/>
                </a:cubicBezTo>
                <a:close/>
              </a:path>
            </a:pathLst>
          </a:custGeom>
          <a:solidFill>
            <a:srgbClr val="D6E0FF"/>
          </a:solidFill>
        </p:spPr>
        <p:txBody>
          <a:bodyPr wrap="square" tIns="792000" bIns="0" anchor="ctr" anchorCtr="0">
            <a:noAutofit/>
          </a:bodyPr>
          <a:lstStyle>
            <a:lvl1pPr marL="0" indent="0" algn="ctr">
              <a:buNone/>
              <a:defRPr sz="1600"/>
            </a:lvl1pPr>
          </a:lstStyle>
          <a:p>
            <a:r>
              <a:rPr lang="en-GB" sz="1800"/>
              <a:t>Click icon to add picture</a:t>
            </a:r>
            <a:endParaRPr lang="en-BE" sz="1800"/>
          </a:p>
        </p:txBody>
      </p:sp>
      <p:sp>
        <p:nvSpPr>
          <p:cNvPr id="8" name="Title">
            <a:extLst>
              <a:ext uri="{FF2B5EF4-FFF2-40B4-BE49-F238E27FC236}">
                <a16:creationId xmlns:a16="http://schemas.microsoft.com/office/drawing/2014/main" id="{D2DF1DDC-0402-55BC-A9AD-DCF1C83C30FC}"/>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5" name="Slide Number">
            <a:extLst>
              <a:ext uri="{FF2B5EF4-FFF2-40B4-BE49-F238E27FC236}">
                <a16:creationId xmlns:a16="http://schemas.microsoft.com/office/drawing/2014/main" id="{89907D88-6902-7261-E878-3000927BD7A4}"/>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31902503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ento gallery">
    <p:spTree>
      <p:nvGrpSpPr>
        <p:cNvPr id="1" name=""/>
        <p:cNvGrpSpPr/>
        <p:nvPr/>
      </p:nvGrpSpPr>
      <p:grpSpPr>
        <a:xfrm>
          <a:off x="0" y="0"/>
          <a:ext cx="0" cy="0"/>
          <a:chOff x="0" y="0"/>
          <a:chExt cx="0" cy="0"/>
        </a:xfrm>
      </p:grpSpPr>
      <p:sp>
        <p:nvSpPr>
          <p:cNvPr id="208" name="Picture Placeholder 8">
            <a:extLst>
              <a:ext uri="{FF2B5EF4-FFF2-40B4-BE49-F238E27FC236}">
                <a16:creationId xmlns:a16="http://schemas.microsoft.com/office/drawing/2014/main" id="{FB60CE53-9624-F058-2873-25F09A81AD0F}"/>
              </a:ext>
            </a:extLst>
          </p:cNvPr>
          <p:cNvSpPr>
            <a:spLocks noGrp="1" noRot="1" noMove="1" noResize="1" noEditPoints="1" noAdjustHandles="1" noChangeArrowheads="1" noChangeShapeType="1"/>
          </p:cNvSpPr>
          <p:nvPr>
            <p:ph type="pic" sz="quarter" idx="41"/>
          </p:nvPr>
        </p:nvSpPr>
        <p:spPr>
          <a:xfrm>
            <a:off x="7979324" y="4016870"/>
            <a:ext cx="3420513" cy="2016000"/>
          </a:xfrm>
          <a:prstGeom prst="roundRect">
            <a:avLst/>
          </a:prstGeom>
          <a:solidFill>
            <a:srgbClr val="D6E0FF"/>
          </a:solidFill>
        </p:spPr>
        <p:txBody>
          <a:bodyPr tIns="720000" bIns="0" anchor="ctr" anchorCtr="0"/>
          <a:lstStyle>
            <a:lvl1pPr marL="0" indent="0" algn="ctr">
              <a:buNone/>
              <a:defRPr sz="1600"/>
            </a:lvl1pPr>
          </a:lstStyle>
          <a:p>
            <a:r>
              <a:rPr lang="en-GB"/>
              <a:t>Click icon to add picture</a:t>
            </a:r>
            <a:endParaRPr lang="en-BE"/>
          </a:p>
        </p:txBody>
      </p:sp>
      <p:sp>
        <p:nvSpPr>
          <p:cNvPr id="207" name="Picture Placeholder 7">
            <a:extLst>
              <a:ext uri="{FF2B5EF4-FFF2-40B4-BE49-F238E27FC236}">
                <a16:creationId xmlns:a16="http://schemas.microsoft.com/office/drawing/2014/main" id="{E81757EF-A637-1B88-7CB2-5637FD2D5E64}"/>
              </a:ext>
            </a:extLst>
          </p:cNvPr>
          <p:cNvSpPr>
            <a:spLocks noGrp="1" noRot="1" noMove="1" noResize="1" noEditPoints="1" noAdjustHandles="1" noChangeArrowheads="1" noChangeShapeType="1"/>
          </p:cNvSpPr>
          <p:nvPr>
            <p:ph type="pic" sz="quarter" idx="40"/>
          </p:nvPr>
        </p:nvSpPr>
        <p:spPr>
          <a:xfrm>
            <a:off x="6185535" y="5114150"/>
            <a:ext cx="1616897" cy="913746"/>
          </a:xfrm>
          <a:prstGeom prst="roundRect">
            <a:avLst/>
          </a:prstGeom>
          <a:solidFill>
            <a:srgbClr val="D6E0FF"/>
          </a:solidFill>
        </p:spPr>
        <p:txBody>
          <a:bodyPr tIns="576000" bIns="0" anchor="ctr" anchorCtr="0"/>
          <a:lstStyle>
            <a:lvl1pPr marL="0" indent="0" algn="ctr">
              <a:buNone/>
              <a:defRPr sz="1600"/>
            </a:lvl1pPr>
          </a:lstStyle>
          <a:p>
            <a:r>
              <a:rPr lang="en-GB"/>
              <a:t>Click icon to add picture</a:t>
            </a:r>
            <a:endParaRPr lang="en-BE"/>
          </a:p>
        </p:txBody>
      </p:sp>
      <p:sp>
        <p:nvSpPr>
          <p:cNvPr id="206" name="Picture Placeholder 6">
            <a:extLst>
              <a:ext uri="{FF2B5EF4-FFF2-40B4-BE49-F238E27FC236}">
                <a16:creationId xmlns:a16="http://schemas.microsoft.com/office/drawing/2014/main" id="{B848D501-1E0B-FDEE-0B28-2F843AEE86FF}"/>
              </a:ext>
            </a:extLst>
          </p:cNvPr>
          <p:cNvSpPr>
            <a:spLocks noGrp="1" noRot="1" noMove="1" noResize="1" noEditPoints="1" noAdjustHandles="1" noChangeArrowheads="1" noChangeShapeType="1"/>
          </p:cNvSpPr>
          <p:nvPr>
            <p:ph type="pic" sz="quarter" idx="39"/>
          </p:nvPr>
        </p:nvSpPr>
        <p:spPr>
          <a:xfrm>
            <a:off x="6185535" y="4016870"/>
            <a:ext cx="1616897" cy="913746"/>
          </a:xfrm>
          <a:prstGeom prst="roundRect">
            <a:avLst/>
          </a:prstGeom>
          <a:solidFill>
            <a:srgbClr val="D6E0FF"/>
          </a:solidFill>
        </p:spPr>
        <p:txBody>
          <a:bodyPr tIns="576000" bIns="0" anchor="ctr" anchorCtr="0"/>
          <a:lstStyle>
            <a:lvl1pPr marL="0" indent="0" algn="ctr">
              <a:buNone/>
              <a:defRPr sz="1600"/>
            </a:lvl1pPr>
          </a:lstStyle>
          <a:p>
            <a:r>
              <a:rPr lang="en-GB"/>
              <a:t>Click icon to add picture</a:t>
            </a:r>
            <a:endParaRPr lang="en-BE"/>
          </a:p>
        </p:txBody>
      </p:sp>
      <p:sp>
        <p:nvSpPr>
          <p:cNvPr id="205" name="Picture Placeholder 5">
            <a:extLst>
              <a:ext uri="{FF2B5EF4-FFF2-40B4-BE49-F238E27FC236}">
                <a16:creationId xmlns:a16="http://schemas.microsoft.com/office/drawing/2014/main" id="{8E2B3FB2-8D21-A10B-3100-3C086D0D1C43}"/>
              </a:ext>
            </a:extLst>
          </p:cNvPr>
          <p:cNvSpPr>
            <a:spLocks noGrp="1" noRot="1" noMove="1" noResize="1" noEditPoints="1" noAdjustHandles="1" noChangeArrowheads="1" noChangeShapeType="1"/>
          </p:cNvSpPr>
          <p:nvPr>
            <p:ph type="pic" sz="quarter" idx="38"/>
          </p:nvPr>
        </p:nvSpPr>
        <p:spPr>
          <a:xfrm>
            <a:off x="4387215" y="5114150"/>
            <a:ext cx="1616897" cy="913746"/>
          </a:xfrm>
          <a:prstGeom prst="roundRect">
            <a:avLst/>
          </a:prstGeom>
          <a:solidFill>
            <a:srgbClr val="D6E0FF"/>
          </a:solidFill>
        </p:spPr>
        <p:txBody>
          <a:bodyPr tIns="576000" bIns="0" anchor="ctr" anchorCtr="0"/>
          <a:lstStyle>
            <a:lvl1pPr marL="0" indent="0" algn="ctr">
              <a:buNone/>
              <a:defRPr sz="1600"/>
            </a:lvl1pPr>
          </a:lstStyle>
          <a:p>
            <a:r>
              <a:rPr lang="en-GB"/>
              <a:t>Click icon to add picture</a:t>
            </a:r>
            <a:endParaRPr lang="en-BE"/>
          </a:p>
        </p:txBody>
      </p:sp>
      <p:sp>
        <p:nvSpPr>
          <p:cNvPr id="204" name="Picture Placeholder 4">
            <a:extLst>
              <a:ext uri="{FF2B5EF4-FFF2-40B4-BE49-F238E27FC236}">
                <a16:creationId xmlns:a16="http://schemas.microsoft.com/office/drawing/2014/main" id="{028A7DF6-5937-F8FC-DC27-52E2E059C7E3}"/>
              </a:ext>
            </a:extLst>
          </p:cNvPr>
          <p:cNvSpPr>
            <a:spLocks noGrp="1" noRot="1" noMove="1" noResize="1" noEditPoints="1" noAdjustHandles="1" noChangeArrowheads="1" noChangeShapeType="1"/>
          </p:cNvSpPr>
          <p:nvPr>
            <p:ph type="pic" sz="quarter" idx="37"/>
          </p:nvPr>
        </p:nvSpPr>
        <p:spPr>
          <a:xfrm>
            <a:off x="4387215" y="4016870"/>
            <a:ext cx="1616897" cy="913746"/>
          </a:xfrm>
          <a:prstGeom prst="roundRect">
            <a:avLst/>
          </a:prstGeom>
          <a:solidFill>
            <a:srgbClr val="D6E0FF"/>
          </a:solidFill>
        </p:spPr>
        <p:txBody>
          <a:bodyPr tIns="576000" bIns="0" anchor="ctr" anchorCtr="0"/>
          <a:lstStyle>
            <a:lvl1pPr marL="0" indent="0" algn="ctr">
              <a:buNone/>
              <a:defRPr sz="1600"/>
            </a:lvl1pPr>
          </a:lstStyle>
          <a:p>
            <a:r>
              <a:rPr lang="en-GB"/>
              <a:t>Click icon to add picture</a:t>
            </a:r>
            <a:endParaRPr lang="en-BE"/>
          </a:p>
        </p:txBody>
      </p:sp>
      <p:sp>
        <p:nvSpPr>
          <p:cNvPr id="144" name="Picture Placeholder 3">
            <a:extLst>
              <a:ext uri="{FF2B5EF4-FFF2-40B4-BE49-F238E27FC236}">
                <a16:creationId xmlns:a16="http://schemas.microsoft.com/office/drawing/2014/main" id="{7551FFA7-FC96-0C4E-7BAF-0AA9D2A5504C}"/>
              </a:ext>
            </a:extLst>
          </p:cNvPr>
          <p:cNvSpPr>
            <a:spLocks noGrp="1" noRot="1" noMove="1" noResize="1" noEditPoints="1" noAdjustHandles="1" noChangeArrowheads="1" noChangeShapeType="1"/>
          </p:cNvSpPr>
          <p:nvPr>
            <p:ph type="pic" sz="quarter" idx="36"/>
          </p:nvPr>
        </p:nvSpPr>
        <p:spPr>
          <a:xfrm>
            <a:off x="790575" y="4016870"/>
            <a:ext cx="3420513" cy="2016000"/>
          </a:xfrm>
          <a:prstGeom prst="roundRect">
            <a:avLst/>
          </a:prstGeom>
          <a:solidFill>
            <a:srgbClr val="D6E0FF"/>
          </a:solidFill>
        </p:spPr>
        <p:txBody>
          <a:bodyPr tIns="720000" bIns="0" anchor="ctr" anchorCtr="0"/>
          <a:lstStyle>
            <a:lvl1pPr>
              <a:defRPr lang="en-BE" sz="1600" dirty="0"/>
            </a:lvl1pPr>
          </a:lstStyle>
          <a:p>
            <a:pPr marL="0" lvl="0" indent="0" algn="ctr">
              <a:buNone/>
            </a:pPr>
            <a:r>
              <a:rPr lang="en-GB"/>
              <a:t>Click icon to add picture</a:t>
            </a:r>
            <a:endParaRPr lang="en-BE"/>
          </a:p>
        </p:txBody>
      </p:sp>
      <p:sp>
        <p:nvSpPr>
          <p:cNvPr id="142" name="Picture Placeholder 2">
            <a:extLst>
              <a:ext uri="{FF2B5EF4-FFF2-40B4-BE49-F238E27FC236}">
                <a16:creationId xmlns:a16="http://schemas.microsoft.com/office/drawing/2014/main" id="{901A4E63-35E0-4E22-7F0F-22B61061D5FA}"/>
              </a:ext>
            </a:extLst>
          </p:cNvPr>
          <p:cNvSpPr>
            <a:spLocks noGrp="1" noRot="1" noMove="1" noResize="1" noEditPoints="1" noAdjustHandles="1" noChangeArrowheads="1" noChangeShapeType="1"/>
          </p:cNvSpPr>
          <p:nvPr>
            <p:ph type="pic" sz="quarter" idx="33"/>
          </p:nvPr>
        </p:nvSpPr>
        <p:spPr>
          <a:xfrm>
            <a:off x="4392410" y="1822310"/>
            <a:ext cx="7007427" cy="2015999"/>
          </a:xfrm>
          <a:prstGeom prst="roundRect">
            <a:avLst/>
          </a:prstGeom>
          <a:solidFill>
            <a:srgbClr val="D6E0FF"/>
          </a:solidFill>
        </p:spPr>
        <p:txBody>
          <a:bodyPr tIns="720000" bIns="0" anchor="ctr" anchorCtr="0"/>
          <a:lstStyle>
            <a:lvl1pPr>
              <a:defRPr lang="en-BE" sz="1600" dirty="0"/>
            </a:lvl1pPr>
          </a:lstStyle>
          <a:p>
            <a:pPr marL="0" lvl="0" indent="0" algn="ctr">
              <a:buNone/>
            </a:pPr>
            <a:r>
              <a:rPr lang="en-GB"/>
              <a:t>Click icon to add picture</a:t>
            </a:r>
            <a:endParaRPr lang="en-BE"/>
          </a:p>
        </p:txBody>
      </p:sp>
      <p:sp>
        <p:nvSpPr>
          <p:cNvPr id="143" name="Picture Placeholder 1">
            <a:extLst>
              <a:ext uri="{FF2B5EF4-FFF2-40B4-BE49-F238E27FC236}">
                <a16:creationId xmlns:a16="http://schemas.microsoft.com/office/drawing/2014/main" id="{1672F6F7-B5C6-A5AC-1A63-FE1D6D65285B}"/>
              </a:ext>
            </a:extLst>
          </p:cNvPr>
          <p:cNvSpPr>
            <a:spLocks noGrp="1" noRot="1" noMove="1" noResize="1" noEditPoints="1" noAdjustHandles="1" noChangeArrowheads="1" noChangeShapeType="1"/>
          </p:cNvSpPr>
          <p:nvPr>
            <p:ph type="pic" sz="quarter" idx="24"/>
          </p:nvPr>
        </p:nvSpPr>
        <p:spPr>
          <a:xfrm>
            <a:off x="790575" y="1822310"/>
            <a:ext cx="3420513" cy="2016000"/>
          </a:xfrm>
          <a:prstGeom prst="roundRect">
            <a:avLst/>
          </a:prstGeom>
          <a:solidFill>
            <a:srgbClr val="D6E0FF"/>
          </a:solidFill>
        </p:spPr>
        <p:txBody>
          <a:bodyPr tIns="720000" bIns="0" anchor="ctr" anchorCtr="0"/>
          <a:lstStyle>
            <a:lvl1pPr>
              <a:defRPr lang="en-BE" sz="1600" dirty="0"/>
            </a:lvl1pPr>
          </a:lstStyle>
          <a:p>
            <a:pPr marL="0" lvl="0" indent="0" algn="ctr">
              <a:buNone/>
            </a:pPr>
            <a:r>
              <a:rPr lang="en-GB"/>
              <a:t>Click icon to add picture</a:t>
            </a:r>
            <a:endParaRPr lang="en-BE"/>
          </a:p>
        </p:txBody>
      </p:sp>
      <p:sp>
        <p:nvSpPr>
          <p:cNvPr id="4" name="Title">
            <a:extLst>
              <a:ext uri="{FF2B5EF4-FFF2-40B4-BE49-F238E27FC236}">
                <a16:creationId xmlns:a16="http://schemas.microsoft.com/office/drawing/2014/main" id="{734CDD21-B44A-79F5-89A6-085C800363ED}"/>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3" name="Slide Number">
            <a:extLst>
              <a:ext uri="{FF2B5EF4-FFF2-40B4-BE49-F238E27FC236}">
                <a16:creationId xmlns:a16="http://schemas.microsoft.com/office/drawing/2014/main" id="{91A508F8-CD2E-4C61-CFCC-BEE1CD04986E}"/>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2474609770"/>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Bento mix">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1B986473-9296-C548-A3D6-DAB8AE4D1BE1}"/>
              </a:ext>
            </a:extLst>
          </p:cNvPr>
          <p:cNvSpPr>
            <a:spLocks noGrp="1"/>
          </p:cNvSpPr>
          <p:nvPr>
            <p:ph type="body" sz="quarter" idx="43"/>
          </p:nvPr>
        </p:nvSpPr>
        <p:spPr>
          <a:xfrm>
            <a:off x="7968570" y="4016586"/>
            <a:ext cx="3430605" cy="2030202"/>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1" name="Text Placeholder 1">
            <a:extLst>
              <a:ext uri="{FF2B5EF4-FFF2-40B4-BE49-F238E27FC236}">
                <a16:creationId xmlns:a16="http://schemas.microsoft.com/office/drawing/2014/main" id="{51A8639A-3B9F-5EC6-4C8C-FFAD60243C6C}"/>
              </a:ext>
            </a:extLst>
          </p:cNvPr>
          <p:cNvSpPr>
            <a:spLocks noGrp="1"/>
          </p:cNvSpPr>
          <p:nvPr>
            <p:ph type="body" sz="quarter" idx="42"/>
          </p:nvPr>
        </p:nvSpPr>
        <p:spPr>
          <a:xfrm>
            <a:off x="4380698" y="4016586"/>
            <a:ext cx="3430605" cy="2030202"/>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2" name="Picture Placeholder 1">
            <a:extLst>
              <a:ext uri="{FF2B5EF4-FFF2-40B4-BE49-F238E27FC236}">
                <a16:creationId xmlns:a16="http://schemas.microsoft.com/office/drawing/2014/main" id="{CA769A42-B0B0-CFD4-5032-90AE3663AF5E}"/>
              </a:ext>
            </a:extLst>
          </p:cNvPr>
          <p:cNvSpPr>
            <a:spLocks noGrp="1"/>
          </p:cNvSpPr>
          <p:nvPr>
            <p:ph type="pic" sz="quarter" idx="24"/>
          </p:nvPr>
        </p:nvSpPr>
        <p:spPr>
          <a:xfrm>
            <a:off x="800667" y="4030788"/>
            <a:ext cx="3420513" cy="2016000"/>
          </a:xfrm>
          <a:prstGeom prst="roundRect">
            <a:avLst/>
          </a:prstGeom>
          <a:solidFill>
            <a:srgbClr val="D6E0FF"/>
          </a:solidFill>
        </p:spPr>
        <p:txBody>
          <a:bodyPr tIns="720000" bIns="0" anchor="ctr" anchorCtr="0"/>
          <a:lstStyle>
            <a:lvl1pPr marL="0" indent="0" algn="ctr">
              <a:buNone/>
              <a:defRPr sz="1600"/>
            </a:lvl1pPr>
          </a:lstStyle>
          <a:p>
            <a:r>
              <a:rPr lang="en-GB"/>
              <a:t>Click icon to add picture</a:t>
            </a:r>
            <a:endParaRPr lang="en-BE"/>
          </a:p>
        </p:txBody>
      </p:sp>
      <p:sp>
        <p:nvSpPr>
          <p:cNvPr id="8" name="Picture Placeholder 1">
            <a:extLst>
              <a:ext uri="{FF2B5EF4-FFF2-40B4-BE49-F238E27FC236}">
                <a16:creationId xmlns:a16="http://schemas.microsoft.com/office/drawing/2014/main" id="{5EADED87-D09E-B437-2EFF-E27E952293B8}"/>
              </a:ext>
            </a:extLst>
          </p:cNvPr>
          <p:cNvSpPr>
            <a:spLocks noGrp="1"/>
          </p:cNvSpPr>
          <p:nvPr>
            <p:ph type="pic" sz="quarter" idx="46"/>
          </p:nvPr>
        </p:nvSpPr>
        <p:spPr>
          <a:xfrm>
            <a:off x="4377623" y="1812882"/>
            <a:ext cx="7021552" cy="2016000"/>
          </a:xfrm>
          <a:prstGeom prst="roundRect">
            <a:avLst/>
          </a:prstGeom>
          <a:solidFill>
            <a:srgbClr val="D6E0FF"/>
          </a:solidFill>
        </p:spPr>
        <p:txBody>
          <a:bodyPr tIns="720000" bIns="0" anchor="ctr" anchorCtr="0"/>
          <a:lstStyle>
            <a:lvl1pPr marL="0" indent="0" algn="ctr">
              <a:buNone/>
              <a:defRPr sz="1600"/>
            </a:lvl1pPr>
          </a:lstStyle>
          <a:p>
            <a:r>
              <a:rPr lang="en-GB"/>
              <a:t>Click icon to add picture</a:t>
            </a:r>
            <a:endParaRPr lang="en-BE"/>
          </a:p>
        </p:txBody>
      </p:sp>
      <p:sp>
        <p:nvSpPr>
          <p:cNvPr id="9" name="Text Placeholder 1">
            <a:extLst>
              <a:ext uri="{FF2B5EF4-FFF2-40B4-BE49-F238E27FC236}">
                <a16:creationId xmlns:a16="http://schemas.microsoft.com/office/drawing/2014/main" id="{12CF8E89-1F21-F6E0-C134-CF1F700BDD4A}"/>
              </a:ext>
            </a:extLst>
          </p:cNvPr>
          <p:cNvSpPr>
            <a:spLocks noGrp="1"/>
          </p:cNvSpPr>
          <p:nvPr>
            <p:ph type="body" sz="quarter" idx="47"/>
          </p:nvPr>
        </p:nvSpPr>
        <p:spPr>
          <a:xfrm>
            <a:off x="800667" y="1812882"/>
            <a:ext cx="3430605" cy="2016000"/>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itle">
            <a:extLst>
              <a:ext uri="{FF2B5EF4-FFF2-40B4-BE49-F238E27FC236}">
                <a16:creationId xmlns:a16="http://schemas.microsoft.com/office/drawing/2014/main" id="{B991D6BE-CBB6-D9DE-F8EA-8F201C763E7E}"/>
              </a:ext>
            </a:extLst>
          </p:cNvPr>
          <p:cNvSpPr>
            <a:spLocks noGrp="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3" name="Slide Number">
            <a:extLst>
              <a:ext uri="{FF2B5EF4-FFF2-40B4-BE49-F238E27FC236}">
                <a16:creationId xmlns:a16="http://schemas.microsoft.com/office/drawing/2014/main" id="{C1B9AF2D-1A0A-F5D5-2AD3-12146A3D5798}"/>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165083800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ento mix">
    <p:spTree>
      <p:nvGrpSpPr>
        <p:cNvPr id="1" name=""/>
        <p:cNvGrpSpPr/>
        <p:nvPr/>
      </p:nvGrpSpPr>
      <p:grpSpPr>
        <a:xfrm>
          <a:off x="0" y="0"/>
          <a:ext cx="0" cy="0"/>
          <a:chOff x="0" y="0"/>
          <a:chExt cx="0" cy="0"/>
        </a:xfrm>
      </p:grpSpPr>
      <p:sp>
        <p:nvSpPr>
          <p:cNvPr id="27" name="Picture Placeholder 2">
            <a:extLst>
              <a:ext uri="{FF2B5EF4-FFF2-40B4-BE49-F238E27FC236}">
                <a16:creationId xmlns:a16="http://schemas.microsoft.com/office/drawing/2014/main" id="{13BC340A-F58E-4116-6CE2-C20DEA63798A}"/>
              </a:ext>
            </a:extLst>
          </p:cNvPr>
          <p:cNvSpPr>
            <a:spLocks noGrp="1" noRot="1" noMove="1" noResize="1" noEditPoints="1" noAdjustHandles="1" noChangeArrowheads="1" noChangeShapeType="1"/>
          </p:cNvSpPr>
          <p:nvPr>
            <p:ph type="pic" sz="quarter" idx="41"/>
          </p:nvPr>
        </p:nvSpPr>
        <p:spPr>
          <a:xfrm>
            <a:off x="4377623" y="4030788"/>
            <a:ext cx="7021552" cy="2016000"/>
          </a:xfrm>
          <a:prstGeom prst="roundRect">
            <a:avLst/>
          </a:prstGeom>
          <a:solidFill>
            <a:srgbClr val="D6E0FF"/>
          </a:solidFill>
        </p:spPr>
        <p:txBody>
          <a:bodyPr tIns="720000" bIns="0" anchor="ctr" anchorCtr="0"/>
          <a:lstStyle>
            <a:lvl1pPr marL="0" indent="0" algn="ctr">
              <a:buNone/>
              <a:defRPr sz="1600"/>
            </a:lvl1pPr>
          </a:lstStyle>
          <a:p>
            <a:r>
              <a:rPr lang="en-GB"/>
              <a:t>Click icon to add picture</a:t>
            </a:r>
            <a:endParaRPr lang="en-BE"/>
          </a:p>
        </p:txBody>
      </p:sp>
      <p:sp>
        <p:nvSpPr>
          <p:cNvPr id="7" name="Text Placeholder 3">
            <a:extLst>
              <a:ext uri="{FF2B5EF4-FFF2-40B4-BE49-F238E27FC236}">
                <a16:creationId xmlns:a16="http://schemas.microsoft.com/office/drawing/2014/main" id="{C91E5177-7E3E-0CA7-3764-BFD362BB5091}"/>
              </a:ext>
            </a:extLst>
          </p:cNvPr>
          <p:cNvSpPr>
            <a:spLocks noGrp="1" noRot="1" noMove="1" noResize="1" noEditPoints="1" noAdjustHandles="1" noChangeArrowheads="1" noChangeShapeType="1"/>
          </p:cNvSpPr>
          <p:nvPr>
            <p:ph type="body" sz="quarter" idx="44"/>
          </p:nvPr>
        </p:nvSpPr>
        <p:spPr>
          <a:xfrm>
            <a:off x="800667" y="4030788"/>
            <a:ext cx="3430605" cy="2016000"/>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2">
            <a:extLst>
              <a:ext uri="{FF2B5EF4-FFF2-40B4-BE49-F238E27FC236}">
                <a16:creationId xmlns:a16="http://schemas.microsoft.com/office/drawing/2014/main" id="{FD849283-C19A-8178-0641-051FCC212455}"/>
              </a:ext>
            </a:extLst>
          </p:cNvPr>
          <p:cNvSpPr>
            <a:spLocks noGrp="1" noRot="1" noMove="1" noResize="1" noEditPoints="1" noAdjustHandles="1" noChangeArrowheads="1" noChangeShapeType="1"/>
          </p:cNvSpPr>
          <p:nvPr>
            <p:ph type="body" sz="quarter" idx="43"/>
          </p:nvPr>
        </p:nvSpPr>
        <p:spPr>
          <a:xfrm>
            <a:off x="7968570" y="1818928"/>
            <a:ext cx="3430605" cy="2030202"/>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3" name="Text Placeholder 1">
            <a:extLst>
              <a:ext uri="{FF2B5EF4-FFF2-40B4-BE49-F238E27FC236}">
                <a16:creationId xmlns:a16="http://schemas.microsoft.com/office/drawing/2014/main" id="{28EF6AD2-832B-3CFA-47AE-7819BB8C0C89}"/>
              </a:ext>
            </a:extLst>
          </p:cNvPr>
          <p:cNvSpPr>
            <a:spLocks noGrp="1" noRot="1" noMove="1" noResize="1" noEditPoints="1" noAdjustHandles="1" noChangeArrowheads="1" noChangeShapeType="1"/>
          </p:cNvSpPr>
          <p:nvPr>
            <p:ph type="body" sz="quarter" idx="42"/>
          </p:nvPr>
        </p:nvSpPr>
        <p:spPr>
          <a:xfrm>
            <a:off x="4380698" y="1818928"/>
            <a:ext cx="3430605" cy="2030202"/>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7" name="Picture Placeholder 1">
            <a:extLst>
              <a:ext uri="{FF2B5EF4-FFF2-40B4-BE49-F238E27FC236}">
                <a16:creationId xmlns:a16="http://schemas.microsoft.com/office/drawing/2014/main" id="{3E585325-7B22-0598-C4E6-2E6C4EE39F2D}"/>
              </a:ext>
            </a:extLst>
          </p:cNvPr>
          <p:cNvSpPr>
            <a:spLocks noGrp="1" noRot="1" noMove="1" noResize="1" noEditPoints="1" noAdjustHandles="1" noChangeArrowheads="1" noChangeShapeType="1"/>
          </p:cNvSpPr>
          <p:nvPr>
            <p:ph type="pic" sz="quarter" idx="24"/>
          </p:nvPr>
        </p:nvSpPr>
        <p:spPr>
          <a:xfrm>
            <a:off x="800667" y="1833130"/>
            <a:ext cx="3420513" cy="2016000"/>
          </a:xfrm>
          <a:prstGeom prst="roundRect">
            <a:avLst/>
          </a:prstGeom>
          <a:solidFill>
            <a:srgbClr val="D6E0FF"/>
          </a:solidFill>
        </p:spPr>
        <p:txBody>
          <a:bodyPr tIns="720000" bIns="0" anchor="ctr" anchorCtr="0"/>
          <a:lstStyle>
            <a:lvl1pPr marL="0" indent="0" algn="ctr">
              <a:buNone/>
              <a:defRPr sz="1600"/>
            </a:lvl1pPr>
          </a:lstStyle>
          <a:p>
            <a:r>
              <a:rPr lang="en-GB"/>
              <a:t>Click icon to add picture</a:t>
            </a:r>
            <a:endParaRPr lang="en-BE"/>
          </a:p>
        </p:txBody>
      </p:sp>
      <p:sp>
        <p:nvSpPr>
          <p:cNvPr id="4" name="Title">
            <a:extLst>
              <a:ext uri="{FF2B5EF4-FFF2-40B4-BE49-F238E27FC236}">
                <a16:creationId xmlns:a16="http://schemas.microsoft.com/office/drawing/2014/main" id="{B991D6BE-CBB6-D9DE-F8EA-8F201C763E7E}"/>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6" name="Slide Number">
            <a:extLst>
              <a:ext uri="{FF2B5EF4-FFF2-40B4-BE49-F238E27FC236}">
                <a16:creationId xmlns:a16="http://schemas.microsoft.com/office/drawing/2014/main" id="{552E62C0-1C25-FE7B-2816-06D04DEEC42A}"/>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4270785930"/>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ento text">
    <p:spTree>
      <p:nvGrpSpPr>
        <p:cNvPr id="1" name=""/>
        <p:cNvGrpSpPr/>
        <p:nvPr/>
      </p:nvGrpSpPr>
      <p:grpSpPr>
        <a:xfrm>
          <a:off x="0" y="0"/>
          <a:ext cx="0" cy="0"/>
          <a:chOff x="0" y="0"/>
          <a:chExt cx="0" cy="0"/>
        </a:xfrm>
      </p:grpSpPr>
      <p:sp>
        <p:nvSpPr>
          <p:cNvPr id="10" name="Text Placeholder 5">
            <a:extLst>
              <a:ext uri="{FF2B5EF4-FFF2-40B4-BE49-F238E27FC236}">
                <a16:creationId xmlns:a16="http://schemas.microsoft.com/office/drawing/2014/main" id="{EC50206F-1D7C-2FB1-A0D3-5DA2924E30AF}"/>
              </a:ext>
            </a:extLst>
          </p:cNvPr>
          <p:cNvSpPr>
            <a:spLocks noGrp="1" noRot="1" noMove="1" noResize="1" noEditPoints="1" noAdjustHandles="1" noChangeArrowheads="1" noChangeShapeType="1"/>
          </p:cNvSpPr>
          <p:nvPr>
            <p:ph type="body" sz="quarter" idx="46"/>
          </p:nvPr>
        </p:nvSpPr>
        <p:spPr>
          <a:xfrm>
            <a:off x="7956532" y="4030788"/>
            <a:ext cx="3430605" cy="2016000"/>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9" name="Text Placeholder 4">
            <a:extLst>
              <a:ext uri="{FF2B5EF4-FFF2-40B4-BE49-F238E27FC236}">
                <a16:creationId xmlns:a16="http://schemas.microsoft.com/office/drawing/2014/main" id="{095F5A97-589A-1BA8-A55C-E5B699799334}"/>
              </a:ext>
            </a:extLst>
          </p:cNvPr>
          <p:cNvSpPr>
            <a:spLocks noGrp="1" noRot="1" noMove="1" noResize="1" noEditPoints="1" noAdjustHandles="1" noChangeArrowheads="1" noChangeShapeType="1"/>
          </p:cNvSpPr>
          <p:nvPr>
            <p:ph type="body" sz="quarter" idx="45"/>
          </p:nvPr>
        </p:nvSpPr>
        <p:spPr>
          <a:xfrm>
            <a:off x="4376777" y="4030788"/>
            <a:ext cx="3430605" cy="2016000"/>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8" name="Text Placeholder 3">
            <a:extLst>
              <a:ext uri="{FF2B5EF4-FFF2-40B4-BE49-F238E27FC236}">
                <a16:creationId xmlns:a16="http://schemas.microsoft.com/office/drawing/2014/main" id="{60D9E2B3-A6C0-6479-3793-AD1614E09B98}"/>
              </a:ext>
            </a:extLst>
          </p:cNvPr>
          <p:cNvSpPr>
            <a:spLocks noGrp="1" noRot="1" noMove="1" noResize="1" noEditPoints="1" noAdjustHandles="1" noChangeArrowheads="1" noChangeShapeType="1"/>
          </p:cNvSpPr>
          <p:nvPr>
            <p:ph type="body" sz="quarter" idx="44"/>
          </p:nvPr>
        </p:nvSpPr>
        <p:spPr>
          <a:xfrm>
            <a:off x="797022" y="4030788"/>
            <a:ext cx="3430605" cy="2016000"/>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4" name="Text Placeholder 2">
            <a:extLst>
              <a:ext uri="{FF2B5EF4-FFF2-40B4-BE49-F238E27FC236}">
                <a16:creationId xmlns:a16="http://schemas.microsoft.com/office/drawing/2014/main" id="{E2AC9806-4F38-D448-3B25-40EB5327655D}"/>
              </a:ext>
            </a:extLst>
          </p:cNvPr>
          <p:cNvSpPr>
            <a:spLocks noGrp="1" noRot="1" noMove="1" noResize="1" noEditPoints="1" noAdjustHandles="1" noChangeArrowheads="1" noChangeShapeType="1"/>
          </p:cNvSpPr>
          <p:nvPr>
            <p:ph type="body" sz="quarter" idx="48"/>
          </p:nvPr>
        </p:nvSpPr>
        <p:spPr>
          <a:xfrm>
            <a:off x="6181822" y="1820988"/>
            <a:ext cx="5197984" cy="2016000"/>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13" name="Text Placeholder 1">
            <a:extLst>
              <a:ext uri="{FF2B5EF4-FFF2-40B4-BE49-F238E27FC236}">
                <a16:creationId xmlns:a16="http://schemas.microsoft.com/office/drawing/2014/main" id="{BECECE09-1D5A-F633-ECF5-08C4B8BDE947}"/>
              </a:ext>
            </a:extLst>
          </p:cNvPr>
          <p:cNvSpPr>
            <a:spLocks noGrp="1" noRot="1" noMove="1" noResize="1" noEditPoints="1" noAdjustHandles="1" noChangeArrowheads="1" noChangeShapeType="1"/>
          </p:cNvSpPr>
          <p:nvPr>
            <p:ph type="body" sz="quarter" idx="47"/>
          </p:nvPr>
        </p:nvSpPr>
        <p:spPr>
          <a:xfrm>
            <a:off x="797022" y="1820988"/>
            <a:ext cx="5197984" cy="2016000"/>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itle">
            <a:extLst>
              <a:ext uri="{FF2B5EF4-FFF2-40B4-BE49-F238E27FC236}">
                <a16:creationId xmlns:a16="http://schemas.microsoft.com/office/drawing/2014/main" id="{38F6820F-64CB-AE71-E9F8-40898D8BF48B}"/>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3" name="Slide Number">
            <a:extLst>
              <a:ext uri="{FF2B5EF4-FFF2-40B4-BE49-F238E27FC236}">
                <a16:creationId xmlns:a16="http://schemas.microsoft.com/office/drawing/2014/main" id="{2D1588CB-C99E-7CA1-D7CC-3F0822458D5F}"/>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377324833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Bento text">
    <p:spTree>
      <p:nvGrpSpPr>
        <p:cNvPr id="1" name=""/>
        <p:cNvGrpSpPr/>
        <p:nvPr/>
      </p:nvGrpSpPr>
      <p:grpSpPr>
        <a:xfrm>
          <a:off x="0" y="0"/>
          <a:ext cx="0" cy="0"/>
          <a:chOff x="0" y="0"/>
          <a:chExt cx="0" cy="0"/>
        </a:xfrm>
      </p:grpSpPr>
      <p:sp>
        <p:nvSpPr>
          <p:cNvPr id="3" name="box background">
            <a:extLst>
              <a:ext uri="{FF2B5EF4-FFF2-40B4-BE49-F238E27FC236}">
                <a16:creationId xmlns:a16="http://schemas.microsoft.com/office/drawing/2014/main" id="{EF318BA3-19A6-FC19-BF4F-AFF5E62EAF8B}"/>
              </a:ext>
            </a:extLst>
          </p:cNvPr>
          <p:cNvSpPr/>
          <p:nvPr userDrawn="1"/>
        </p:nvSpPr>
        <p:spPr>
          <a:xfrm>
            <a:off x="4712491" y="2085293"/>
            <a:ext cx="4208188" cy="2174882"/>
          </a:xfrm>
          <a:prstGeom prst="roundRect">
            <a:avLst>
              <a:gd name="adj" fmla="val 8768"/>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b"/>
          <a:lstStyle/>
          <a:p>
            <a:endParaRPr lang="en-US">
              <a:solidFill>
                <a:schemeClr val="tx1"/>
              </a:solidFill>
              <a:latin typeface="+mj-lt"/>
            </a:endParaRPr>
          </a:p>
        </p:txBody>
      </p:sp>
      <p:sp>
        <p:nvSpPr>
          <p:cNvPr id="5" name="Picture Placeholder 12">
            <a:extLst>
              <a:ext uri="{FF2B5EF4-FFF2-40B4-BE49-F238E27FC236}">
                <a16:creationId xmlns:a16="http://schemas.microsoft.com/office/drawing/2014/main" id="{4C21DFD8-0832-38AF-2CA8-ABF8057A8A62}"/>
              </a:ext>
            </a:extLst>
          </p:cNvPr>
          <p:cNvSpPr>
            <a:spLocks noGrp="1"/>
          </p:cNvSpPr>
          <p:nvPr>
            <p:ph type="pic" sz="quarter" idx="29" hasCustomPrompt="1"/>
          </p:nvPr>
        </p:nvSpPr>
        <p:spPr>
          <a:xfrm>
            <a:off x="1030263" y="2103186"/>
            <a:ext cx="3484890" cy="2156988"/>
          </a:xfrm>
          <a:prstGeom prst="roundRect">
            <a:avLst>
              <a:gd name="adj" fmla="val 5491"/>
            </a:avLst>
          </a:prstGeom>
          <a:solidFill>
            <a:schemeClr val="bg1">
              <a:lumMod val="95000"/>
            </a:schemeClr>
          </a:solidFill>
        </p:spPr>
        <p:txBody>
          <a:bodyPr tIns="720000" bIns="0" anchor="ctr" anchorCtr="0"/>
          <a:lstStyle>
            <a:lvl1pPr marL="0" indent="0" algn="ctr">
              <a:buNone/>
              <a:defRPr sz="1600"/>
            </a:lvl1pPr>
          </a:lstStyle>
          <a:p>
            <a:r>
              <a:rPr lang="en-BE"/>
              <a:t>picture</a:t>
            </a:r>
          </a:p>
        </p:txBody>
      </p:sp>
      <p:sp>
        <p:nvSpPr>
          <p:cNvPr id="32" name="Text Placeholder 1">
            <a:extLst>
              <a:ext uri="{FF2B5EF4-FFF2-40B4-BE49-F238E27FC236}">
                <a16:creationId xmlns:a16="http://schemas.microsoft.com/office/drawing/2014/main" id="{34C09383-50E0-39CC-6F29-523832012E69}"/>
              </a:ext>
            </a:extLst>
          </p:cNvPr>
          <p:cNvSpPr>
            <a:spLocks noGrp="1"/>
          </p:cNvSpPr>
          <p:nvPr>
            <p:ph type="body" sz="quarter" idx="52"/>
          </p:nvPr>
        </p:nvSpPr>
        <p:spPr>
          <a:xfrm>
            <a:off x="9118017" y="2103186"/>
            <a:ext cx="2090119" cy="1372960"/>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p:txBody>
      </p:sp>
      <p:sp>
        <p:nvSpPr>
          <p:cNvPr id="39" name="box background">
            <a:extLst>
              <a:ext uri="{FF2B5EF4-FFF2-40B4-BE49-F238E27FC236}">
                <a16:creationId xmlns:a16="http://schemas.microsoft.com/office/drawing/2014/main" id="{BBF8B340-4A17-43D7-BC95-A298D63B9CB8}"/>
              </a:ext>
            </a:extLst>
          </p:cNvPr>
          <p:cNvSpPr/>
          <p:nvPr userDrawn="1"/>
        </p:nvSpPr>
        <p:spPr>
          <a:xfrm>
            <a:off x="9118018" y="3593148"/>
            <a:ext cx="2101727" cy="2453640"/>
          </a:xfrm>
          <a:prstGeom prst="roundRect">
            <a:avLst>
              <a:gd name="adj" fmla="val 1064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251999" rtlCol="0" anchor="b"/>
          <a:lstStyle/>
          <a:p>
            <a:pPr algn="ctr"/>
            <a:r>
              <a:rPr lang="en-US">
                <a:solidFill>
                  <a:schemeClr val="tx1"/>
                </a:solidFill>
              </a:rPr>
              <a:t>Lorem ipsum</a:t>
            </a:r>
            <a:endParaRPr lang="en-US" sz="700">
              <a:solidFill>
                <a:schemeClr val="tx1"/>
              </a:solidFill>
            </a:endParaRPr>
          </a:p>
        </p:txBody>
      </p:sp>
      <p:sp>
        <p:nvSpPr>
          <p:cNvPr id="40" name="Text Placeholder 1">
            <a:extLst>
              <a:ext uri="{FF2B5EF4-FFF2-40B4-BE49-F238E27FC236}">
                <a16:creationId xmlns:a16="http://schemas.microsoft.com/office/drawing/2014/main" id="{C615DE24-197D-61C8-FFD4-4F714A9600AF}"/>
              </a:ext>
            </a:extLst>
          </p:cNvPr>
          <p:cNvSpPr>
            <a:spLocks noGrp="1"/>
          </p:cNvSpPr>
          <p:nvPr>
            <p:ph type="body" sz="quarter" idx="53"/>
          </p:nvPr>
        </p:nvSpPr>
        <p:spPr>
          <a:xfrm>
            <a:off x="9118017" y="3590610"/>
            <a:ext cx="2090119" cy="2453640"/>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p:txBody>
      </p:sp>
      <p:sp>
        <p:nvSpPr>
          <p:cNvPr id="42" name="Text Placeholder 1">
            <a:extLst>
              <a:ext uri="{FF2B5EF4-FFF2-40B4-BE49-F238E27FC236}">
                <a16:creationId xmlns:a16="http://schemas.microsoft.com/office/drawing/2014/main" id="{6144CC3F-70BE-C3CE-20A9-F2D2005EFC31}"/>
              </a:ext>
            </a:extLst>
          </p:cNvPr>
          <p:cNvSpPr>
            <a:spLocks noGrp="1"/>
          </p:cNvSpPr>
          <p:nvPr>
            <p:ph type="body" sz="quarter" idx="47"/>
          </p:nvPr>
        </p:nvSpPr>
        <p:spPr>
          <a:xfrm>
            <a:off x="1030263" y="757172"/>
            <a:ext cx="1656000" cy="1152000"/>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p:txBody>
      </p:sp>
      <p:sp>
        <p:nvSpPr>
          <p:cNvPr id="43" name="Text Placeholder 1">
            <a:extLst>
              <a:ext uri="{FF2B5EF4-FFF2-40B4-BE49-F238E27FC236}">
                <a16:creationId xmlns:a16="http://schemas.microsoft.com/office/drawing/2014/main" id="{40353809-100A-E9EB-B4D3-4CBA8874311D}"/>
              </a:ext>
            </a:extLst>
          </p:cNvPr>
          <p:cNvSpPr>
            <a:spLocks noGrp="1"/>
          </p:cNvSpPr>
          <p:nvPr>
            <p:ph type="body" sz="quarter" idx="50"/>
          </p:nvPr>
        </p:nvSpPr>
        <p:spPr>
          <a:xfrm>
            <a:off x="2871944" y="757172"/>
            <a:ext cx="1656000" cy="1152000"/>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p:txBody>
      </p:sp>
      <p:sp>
        <p:nvSpPr>
          <p:cNvPr id="44" name="Text Placeholder 1">
            <a:extLst>
              <a:ext uri="{FF2B5EF4-FFF2-40B4-BE49-F238E27FC236}">
                <a16:creationId xmlns:a16="http://schemas.microsoft.com/office/drawing/2014/main" id="{06AC82F5-8D4E-A415-07AB-34E041FE592F}"/>
              </a:ext>
            </a:extLst>
          </p:cNvPr>
          <p:cNvSpPr>
            <a:spLocks noGrp="1"/>
          </p:cNvSpPr>
          <p:nvPr>
            <p:ph type="body" sz="quarter" idx="51"/>
          </p:nvPr>
        </p:nvSpPr>
        <p:spPr>
          <a:xfrm>
            <a:off x="4712935" y="757172"/>
            <a:ext cx="3167555" cy="1152000"/>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p:txBody>
      </p:sp>
      <p:sp>
        <p:nvSpPr>
          <p:cNvPr id="45" name="Text Placeholder 1">
            <a:extLst>
              <a:ext uri="{FF2B5EF4-FFF2-40B4-BE49-F238E27FC236}">
                <a16:creationId xmlns:a16="http://schemas.microsoft.com/office/drawing/2014/main" id="{A906A151-7B41-0638-0E40-CDF085809A31}"/>
              </a:ext>
            </a:extLst>
          </p:cNvPr>
          <p:cNvSpPr>
            <a:spLocks noGrp="1"/>
          </p:cNvSpPr>
          <p:nvPr>
            <p:ph type="body" sz="quarter" idx="54"/>
          </p:nvPr>
        </p:nvSpPr>
        <p:spPr>
          <a:xfrm>
            <a:off x="8053543" y="757172"/>
            <a:ext cx="3167555" cy="1152000"/>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p:txBody>
      </p:sp>
      <p:sp>
        <p:nvSpPr>
          <p:cNvPr id="50" name="Text Placeholder 1">
            <a:extLst>
              <a:ext uri="{FF2B5EF4-FFF2-40B4-BE49-F238E27FC236}">
                <a16:creationId xmlns:a16="http://schemas.microsoft.com/office/drawing/2014/main" id="{B46A0D9A-DFC9-35DA-B3EB-EE6E0B380A2D}"/>
              </a:ext>
            </a:extLst>
          </p:cNvPr>
          <p:cNvSpPr>
            <a:spLocks noGrp="1"/>
          </p:cNvSpPr>
          <p:nvPr>
            <p:ph type="body" sz="quarter" idx="55"/>
          </p:nvPr>
        </p:nvSpPr>
        <p:spPr>
          <a:xfrm>
            <a:off x="1030263" y="4436784"/>
            <a:ext cx="2130266" cy="1606590"/>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p:txBody>
      </p:sp>
      <p:sp>
        <p:nvSpPr>
          <p:cNvPr id="51" name="Text Placeholder 1">
            <a:extLst>
              <a:ext uri="{FF2B5EF4-FFF2-40B4-BE49-F238E27FC236}">
                <a16:creationId xmlns:a16="http://schemas.microsoft.com/office/drawing/2014/main" id="{203C0C30-AFDA-7709-193B-E251C93988F1}"/>
              </a:ext>
            </a:extLst>
          </p:cNvPr>
          <p:cNvSpPr>
            <a:spLocks noGrp="1"/>
          </p:cNvSpPr>
          <p:nvPr>
            <p:ph type="body" sz="quarter" idx="56"/>
          </p:nvPr>
        </p:nvSpPr>
        <p:spPr>
          <a:xfrm>
            <a:off x="3361352" y="4436784"/>
            <a:ext cx="1153800" cy="1606590"/>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p:txBody>
      </p:sp>
      <p:sp>
        <p:nvSpPr>
          <p:cNvPr id="52" name="Text Placeholder 1">
            <a:extLst>
              <a:ext uri="{FF2B5EF4-FFF2-40B4-BE49-F238E27FC236}">
                <a16:creationId xmlns:a16="http://schemas.microsoft.com/office/drawing/2014/main" id="{0607F714-E8B5-3869-031B-3A7E2AEFCC6F}"/>
              </a:ext>
            </a:extLst>
          </p:cNvPr>
          <p:cNvSpPr>
            <a:spLocks noGrp="1"/>
          </p:cNvSpPr>
          <p:nvPr>
            <p:ph type="body" sz="quarter" idx="57"/>
          </p:nvPr>
        </p:nvSpPr>
        <p:spPr>
          <a:xfrm>
            <a:off x="4722415" y="4436784"/>
            <a:ext cx="2006521" cy="1606590"/>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p:txBody>
      </p:sp>
      <p:sp>
        <p:nvSpPr>
          <p:cNvPr id="53" name="Text Placeholder 1">
            <a:extLst>
              <a:ext uri="{FF2B5EF4-FFF2-40B4-BE49-F238E27FC236}">
                <a16:creationId xmlns:a16="http://schemas.microsoft.com/office/drawing/2014/main" id="{D6946E3F-F9EA-50A5-513A-A5164DEF43A0}"/>
              </a:ext>
            </a:extLst>
          </p:cNvPr>
          <p:cNvSpPr>
            <a:spLocks noGrp="1"/>
          </p:cNvSpPr>
          <p:nvPr>
            <p:ph type="body" sz="quarter" idx="58"/>
          </p:nvPr>
        </p:nvSpPr>
        <p:spPr>
          <a:xfrm>
            <a:off x="6901195" y="4436784"/>
            <a:ext cx="2015999" cy="1606590"/>
          </a:xfrm>
          <a:prstGeom prst="roundRect">
            <a:avLst/>
          </a:prstGeom>
          <a:solidFill>
            <a:schemeClr val="bg1">
              <a:lumMod val="95000"/>
            </a:schemeClr>
          </a:solidFill>
        </p:spPr>
        <p:txBody>
          <a:bodyPr anchor="ctr" anchorCtr="0"/>
          <a:lstStyle>
            <a:lvl1pPr marL="225425" indent="-216000" algn="ctr">
              <a:spcAft>
                <a:spcPts val="200"/>
              </a:spcAft>
              <a:buClr>
                <a:schemeClr val="tx2"/>
              </a:buClr>
              <a:tabLst/>
              <a:defRPr sz="1600"/>
            </a:lvl1pPr>
            <a:lvl2pPr marL="534988" indent="-215900" algn="ctr">
              <a:spcBef>
                <a:spcPts val="0"/>
              </a:spcBef>
              <a:spcAft>
                <a:spcPts val="200"/>
              </a:spcAft>
              <a:buClr>
                <a:schemeClr val="tx2"/>
              </a:buClr>
              <a:tabLst/>
              <a:defRPr sz="1400"/>
            </a:lvl2pPr>
            <a:lvl3pPr marL="808038" indent="-215900" algn="ctr">
              <a:spcBef>
                <a:spcPts val="200"/>
              </a:spcBef>
              <a:spcAft>
                <a:spcPts val="200"/>
              </a:spcAft>
              <a:buClr>
                <a:schemeClr val="tx2"/>
              </a:buClr>
              <a:tabLst/>
              <a:defRPr sz="1200"/>
            </a:lvl3pPr>
            <a:lvl4pPr marL="1071563" indent="-215900" algn="ctr">
              <a:spcBef>
                <a:spcPts val="200"/>
              </a:spcBef>
              <a:spcAft>
                <a:spcPts val="200"/>
              </a:spcAft>
              <a:buClr>
                <a:schemeClr val="tx2"/>
              </a:buClr>
              <a:tabLst/>
              <a:defRPr sz="1100"/>
            </a:lvl4pPr>
            <a:lvl5pPr marL="1335088" indent="-215900" algn="ctr">
              <a:spcBef>
                <a:spcPts val="200"/>
              </a:spcBef>
              <a:spcAft>
                <a:spcPts val="200"/>
              </a:spcAft>
              <a:buClr>
                <a:schemeClr val="tx2"/>
              </a:buClr>
              <a:tabLst/>
              <a:defRPr sz="1050"/>
            </a:lvl5pPr>
          </a:lstStyle>
          <a:p>
            <a:pPr lvl="0"/>
            <a:r>
              <a:rPr lang="en-GB"/>
              <a:t>Click to edit Master text styles</a:t>
            </a:r>
          </a:p>
        </p:txBody>
      </p:sp>
      <p:sp>
        <p:nvSpPr>
          <p:cNvPr id="56" name="Slide Number">
            <a:extLst>
              <a:ext uri="{FF2B5EF4-FFF2-40B4-BE49-F238E27FC236}">
                <a16:creationId xmlns:a16="http://schemas.microsoft.com/office/drawing/2014/main" id="{4B8F5750-EFAA-CB17-D1E6-FE59CF6D743A}"/>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Tree>
    <p:extLst>
      <p:ext uri="{BB962C8B-B14F-4D97-AF65-F5344CB8AC3E}">
        <p14:creationId xmlns:p14="http://schemas.microsoft.com/office/powerpoint/2010/main" val="300467100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rey background">
    <p:bg>
      <p:bgPr>
        <a:solidFill>
          <a:schemeClr val="bg1">
            <a:lumMod val="95000"/>
          </a:schemeClr>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EA5953C1-CDD4-D150-3A79-366ACD550B82}"/>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lvl1pPr>
          </a:lstStyle>
          <a:p>
            <a:r>
              <a:rPr lang="en-GB" noProof="0"/>
              <a:t>Click to edit Master title style</a:t>
            </a:r>
          </a:p>
        </p:txBody>
      </p:sp>
      <p:sp>
        <p:nvSpPr>
          <p:cNvPr id="3" name="Slide Number">
            <a:extLst>
              <a:ext uri="{FF2B5EF4-FFF2-40B4-BE49-F238E27FC236}">
                <a16:creationId xmlns:a16="http://schemas.microsoft.com/office/drawing/2014/main" id="{5D105BF3-FC31-9DD0-66AC-C7FEFDBF22B0}"/>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pPr/>
              <a:t>‹#›</a:t>
            </a:fld>
            <a:endParaRPr lang="en-BE" sz="1050"/>
          </a:p>
        </p:txBody>
      </p:sp>
      <p:sp>
        <p:nvSpPr>
          <p:cNvPr id="2" name="Content Placeholder">
            <a:extLst>
              <a:ext uri="{FF2B5EF4-FFF2-40B4-BE49-F238E27FC236}">
                <a16:creationId xmlns:a16="http://schemas.microsoft.com/office/drawing/2014/main" id="{5AA4EA8A-8A2A-2F32-FE46-2D0AB7C1CC1F}"/>
              </a:ext>
            </a:extLst>
          </p:cNvPr>
          <p:cNvSpPr>
            <a:spLocks noGrp="1"/>
          </p:cNvSpPr>
          <p:nvPr>
            <p:ph sz="quarter" idx="10"/>
          </p:nvPr>
        </p:nvSpPr>
        <p:spPr>
          <a:xfrm>
            <a:off x="790574" y="1798638"/>
            <a:ext cx="10609261" cy="4248150"/>
          </a:xfrm>
          <a:prstGeom prst="rect">
            <a:avLst/>
          </a:prstGeom>
        </p:spPr>
        <p:txBody>
          <a:bodyPr/>
          <a:lstStyle>
            <a:lvl1pPr indent="-216000">
              <a:spcAft>
                <a:spcPts val="200"/>
              </a:spcAft>
              <a:buClr>
                <a:schemeClr val="tx2"/>
              </a:buClr>
              <a:defRPr sz="1600"/>
            </a:lvl1pPr>
            <a:lvl2pPr marL="488950" indent="-219075">
              <a:spcBef>
                <a:spcPts val="200"/>
              </a:spcBef>
              <a:spcAft>
                <a:spcPts val="200"/>
              </a:spcAft>
              <a:buClr>
                <a:schemeClr val="tx2"/>
              </a:buClr>
              <a:tabLst/>
              <a:defRPr sz="1400"/>
            </a:lvl2pPr>
            <a:lvl3pPr marL="758825" indent="-219075">
              <a:spcBef>
                <a:spcPts val="200"/>
              </a:spcBef>
              <a:spcAft>
                <a:spcPts val="200"/>
              </a:spcAft>
              <a:buClr>
                <a:schemeClr val="tx2"/>
              </a:buClr>
              <a:tabLst/>
              <a:defRPr sz="1200"/>
            </a:lvl3pPr>
            <a:lvl4pPr marL="1028700" indent="-219075">
              <a:spcBef>
                <a:spcPts val="200"/>
              </a:spcBef>
              <a:spcAft>
                <a:spcPts val="200"/>
              </a:spcAft>
              <a:buClr>
                <a:schemeClr val="tx2"/>
              </a:buClr>
              <a:tabLst/>
              <a:defRPr sz="1100"/>
            </a:lvl4pPr>
            <a:lvl5pPr marL="1249363" indent="-209550">
              <a:spcBef>
                <a:spcPts val="200"/>
              </a:spcBef>
              <a:spcAft>
                <a:spcPts val="200"/>
              </a:spcAft>
              <a:buClr>
                <a:schemeClr val="tx2"/>
              </a:buClr>
              <a:tabLst/>
              <a:defRPr sz="1050"/>
            </a:lvl5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Tree>
    <p:extLst>
      <p:ext uri="{BB962C8B-B14F-4D97-AF65-F5344CB8AC3E}">
        <p14:creationId xmlns:p14="http://schemas.microsoft.com/office/powerpoint/2010/main" val="2354093723"/>
      </p:ext>
    </p:extLst>
  </p:cSld>
  <p:clrMapOvr>
    <a:masterClrMapping/>
  </p:clrMapOvr>
  <p:extLst>
    <p:ext uri="{DCECCB84-F9BA-43D5-87BE-67443E8EF086}">
      <p15:sldGuideLst xmlns:p15="http://schemas.microsoft.com/office/powerpoint/2012/main">
        <p15:guide id="1">
          <p15:clr>
            <a:srgbClr val="FBAE40"/>
          </p15:clr>
        </p15:guide>
        <p15:guide id="2" pos="7680">
          <p15:clr>
            <a:srgbClr val="FBAE40"/>
          </p15:clr>
        </p15:guide>
        <p15:guide id="3" pos="498">
          <p15:clr>
            <a:srgbClr val="FBAE40"/>
          </p15:clr>
        </p15:guide>
        <p15:guide id="6" pos="7181">
          <p15:clr>
            <a:srgbClr val="FBAE40"/>
          </p15:clr>
        </p15:guide>
        <p15:guide id="7" orient="horz">
          <p15:clr>
            <a:srgbClr val="FBAE40"/>
          </p15:clr>
        </p15:guide>
        <p15:guide id="8" orient="horz" pos="4320">
          <p15:clr>
            <a:srgbClr val="FBAE40"/>
          </p15:clr>
        </p15:guide>
        <p15:guide id="9" orient="horz" pos="1133">
          <p15:clr>
            <a:srgbClr val="FBAE40"/>
          </p15:clr>
        </p15:guide>
        <p15:guide id="10" orient="horz" pos="2471">
          <p15:clr>
            <a:srgbClr val="FBAE40"/>
          </p15:clr>
        </p15:guide>
        <p15:guide id="11" orient="horz" pos="3809">
          <p15:clr>
            <a:srgbClr val="FBAE40"/>
          </p15:clr>
        </p15:guide>
        <p15:guide id="1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ark background">
    <p:bg>
      <p:bgPr>
        <a:solidFill>
          <a:srgbClr val="4E52A6"/>
        </a:solidFill>
        <a:effectLst/>
      </p:bgPr>
    </p:bg>
    <p:spTree>
      <p:nvGrpSpPr>
        <p:cNvPr id="1" name=""/>
        <p:cNvGrpSpPr/>
        <p:nvPr/>
      </p:nvGrpSpPr>
      <p:grpSpPr>
        <a:xfrm>
          <a:off x="0" y="0"/>
          <a:ext cx="0" cy="0"/>
          <a:chOff x="0" y="0"/>
          <a:chExt cx="0" cy="0"/>
        </a:xfrm>
      </p:grpSpPr>
      <p:pic>
        <p:nvPicPr>
          <p:cNvPr id="2" name="EC logo" descr="European Commission">
            <a:extLst>
              <a:ext uri="{FF2B5EF4-FFF2-40B4-BE49-F238E27FC236}">
                <a16:creationId xmlns:a16="http://schemas.microsoft.com/office/drawing/2014/main" id="{1ABFEDB5-36D3-593E-1D1D-1C012A6CD962}"/>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userDrawn="1"/>
        </p:nvPicPr>
        <p:blipFill>
          <a:blip r:embed="rId2"/>
          <a:srcRect r="45043"/>
          <a:stretch/>
        </p:blipFill>
        <p:spPr>
          <a:xfrm>
            <a:off x="10729044" y="5893948"/>
            <a:ext cx="1158155" cy="779504"/>
          </a:xfrm>
          <a:prstGeom prst="rect">
            <a:avLst/>
          </a:prstGeom>
          <a:noFill/>
        </p:spPr>
      </p:pic>
      <p:sp>
        <p:nvSpPr>
          <p:cNvPr id="5" name="Title">
            <a:extLst>
              <a:ext uri="{FF2B5EF4-FFF2-40B4-BE49-F238E27FC236}">
                <a16:creationId xmlns:a16="http://schemas.microsoft.com/office/drawing/2014/main" id="{EA5953C1-CDD4-D150-3A79-366ACD550B82}"/>
              </a:ext>
            </a:extLst>
          </p:cNvPr>
          <p:cNvSpPr>
            <a:spLocks noGrp="1" noRot="1" noMove="1" noResize="1" noEditPoints="1" noAdjustHandles="1" noChangeArrowheads="1" noChangeShapeType="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solidFill>
                  <a:schemeClr val="bg1"/>
                </a:solidFill>
              </a:defRPr>
            </a:lvl1pPr>
          </a:lstStyle>
          <a:p>
            <a:r>
              <a:rPr lang="en-GB" noProof="0"/>
              <a:t>Click to edit Master title style</a:t>
            </a:r>
          </a:p>
        </p:txBody>
      </p:sp>
      <p:sp>
        <p:nvSpPr>
          <p:cNvPr id="3" name="Slide Number">
            <a:extLst>
              <a:ext uri="{FF2B5EF4-FFF2-40B4-BE49-F238E27FC236}">
                <a16:creationId xmlns:a16="http://schemas.microsoft.com/office/drawing/2014/main" id="{5554DF69-DD6E-7A41-66CF-700CF476AC2F}"/>
              </a:ext>
            </a:extLst>
          </p:cNvPr>
          <p:cNvSpPr txBox="1">
            <a:spLocks/>
          </p:cNvSpPr>
          <p:nvPr userDrawn="1"/>
        </p:nvSpPr>
        <p:spPr>
          <a:xfrm>
            <a:off x="678430" y="6282780"/>
            <a:ext cx="415926" cy="24184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A86C49-B7E3-104F-B035-865A47D3B65A}" type="slidenum">
              <a:rPr lang="en-BE" sz="1050" smtClean="0">
                <a:solidFill>
                  <a:schemeClr val="bg1"/>
                </a:solidFill>
              </a:rPr>
              <a:pPr/>
              <a:t>‹#›</a:t>
            </a:fld>
            <a:endParaRPr lang="en-BE" sz="1050">
              <a:solidFill>
                <a:schemeClr val="bg1"/>
              </a:solidFill>
            </a:endParaRPr>
          </a:p>
        </p:txBody>
      </p:sp>
      <p:sp>
        <p:nvSpPr>
          <p:cNvPr id="4" name="Content Placeholder">
            <a:extLst>
              <a:ext uri="{FF2B5EF4-FFF2-40B4-BE49-F238E27FC236}">
                <a16:creationId xmlns:a16="http://schemas.microsoft.com/office/drawing/2014/main" id="{F8E4E19A-C642-83E5-C0DC-91EE83400A1C}"/>
              </a:ext>
            </a:extLst>
          </p:cNvPr>
          <p:cNvSpPr>
            <a:spLocks noGrp="1"/>
          </p:cNvSpPr>
          <p:nvPr>
            <p:ph sz="quarter" idx="10"/>
          </p:nvPr>
        </p:nvSpPr>
        <p:spPr>
          <a:xfrm>
            <a:off x="790574" y="1798638"/>
            <a:ext cx="10609261" cy="4248150"/>
          </a:xfrm>
          <a:prstGeom prst="rect">
            <a:avLst/>
          </a:prstGeom>
        </p:spPr>
        <p:txBody>
          <a:bodyPr/>
          <a:lstStyle>
            <a:lvl1pPr indent="-216000">
              <a:spcAft>
                <a:spcPts val="200"/>
              </a:spcAft>
              <a:buClr>
                <a:schemeClr val="bg1"/>
              </a:buClr>
              <a:defRPr sz="1600">
                <a:solidFill>
                  <a:schemeClr val="bg1"/>
                </a:solidFill>
              </a:defRPr>
            </a:lvl1pPr>
            <a:lvl2pPr marL="488950" indent="-219075">
              <a:spcBef>
                <a:spcPts val="200"/>
              </a:spcBef>
              <a:spcAft>
                <a:spcPts val="200"/>
              </a:spcAft>
              <a:buClr>
                <a:schemeClr val="bg1"/>
              </a:buClr>
              <a:tabLst/>
              <a:defRPr sz="1400">
                <a:solidFill>
                  <a:schemeClr val="bg1"/>
                </a:solidFill>
              </a:defRPr>
            </a:lvl2pPr>
            <a:lvl3pPr marL="758825" indent="-219075">
              <a:spcBef>
                <a:spcPts val="200"/>
              </a:spcBef>
              <a:spcAft>
                <a:spcPts val="200"/>
              </a:spcAft>
              <a:buClr>
                <a:schemeClr val="bg1"/>
              </a:buClr>
              <a:tabLst/>
              <a:defRPr sz="1200">
                <a:solidFill>
                  <a:schemeClr val="bg1"/>
                </a:solidFill>
              </a:defRPr>
            </a:lvl3pPr>
            <a:lvl4pPr marL="1028700" indent="-219075">
              <a:spcBef>
                <a:spcPts val="200"/>
              </a:spcBef>
              <a:spcAft>
                <a:spcPts val="200"/>
              </a:spcAft>
              <a:buClr>
                <a:schemeClr val="bg1"/>
              </a:buClr>
              <a:tabLst/>
              <a:defRPr sz="1100">
                <a:solidFill>
                  <a:schemeClr val="bg1"/>
                </a:solidFill>
              </a:defRPr>
            </a:lvl4pPr>
            <a:lvl5pPr marL="1249363" indent="-209550">
              <a:spcBef>
                <a:spcPts val="200"/>
              </a:spcBef>
              <a:spcAft>
                <a:spcPts val="200"/>
              </a:spcAft>
              <a:buClr>
                <a:schemeClr val="bg1"/>
              </a:buClr>
              <a:tabLst/>
              <a:defRPr sz="1050">
                <a:solidFill>
                  <a:schemeClr val="bg1"/>
                </a:solidFill>
              </a:defRPr>
            </a:lvl5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Tree>
    <p:extLst>
      <p:ext uri="{BB962C8B-B14F-4D97-AF65-F5344CB8AC3E}">
        <p14:creationId xmlns:p14="http://schemas.microsoft.com/office/powerpoint/2010/main" val="2389934818"/>
      </p:ext>
    </p:extLst>
  </p:cSld>
  <p:clrMapOvr>
    <a:masterClrMapping/>
  </p:clrMapOvr>
  <p:extLst>
    <p:ext uri="{DCECCB84-F9BA-43D5-87BE-67443E8EF086}">
      <p15:sldGuideLst xmlns:p15="http://schemas.microsoft.com/office/powerpoint/2012/main">
        <p15:guide id="1">
          <p15:clr>
            <a:srgbClr val="FBAE40"/>
          </p15:clr>
        </p15:guide>
        <p15:guide id="2" pos="7680">
          <p15:clr>
            <a:srgbClr val="FBAE40"/>
          </p15:clr>
        </p15:guide>
        <p15:guide id="3" pos="498">
          <p15:clr>
            <a:srgbClr val="FBAE40"/>
          </p15:clr>
        </p15:guide>
        <p15:guide id="6" pos="7181">
          <p15:clr>
            <a:srgbClr val="FBAE40"/>
          </p15:clr>
        </p15:guide>
        <p15:guide id="7" orient="horz">
          <p15:clr>
            <a:srgbClr val="FBAE40"/>
          </p15:clr>
        </p15:guide>
        <p15:guide id="8" orient="horz" pos="4320">
          <p15:clr>
            <a:srgbClr val="FBAE40"/>
          </p15:clr>
        </p15:guide>
        <p15:guide id="9" orient="horz" pos="1133">
          <p15:clr>
            <a:srgbClr val="FBAE40"/>
          </p15:clr>
        </p15:guide>
        <p15:guide id="10" orient="horz" pos="2471">
          <p15:clr>
            <a:srgbClr val="FBAE40"/>
          </p15:clr>
        </p15:guide>
        <p15:guide id="11" orient="horz" pos="3809">
          <p15:clr>
            <a:srgbClr val="FBAE40"/>
          </p15:clr>
        </p15:guide>
        <p15:guide id="1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Gradient background">
    <p:bg>
      <p:bgPr>
        <a:gradFill>
          <a:gsLst>
            <a:gs pos="75000">
              <a:srgbClr val="5DA6C5"/>
            </a:gs>
            <a:gs pos="47000">
              <a:srgbClr val="5781B8"/>
            </a:gs>
            <a:gs pos="4000">
              <a:srgbClr val="4E51A7"/>
            </a:gs>
            <a:gs pos="100000">
              <a:srgbClr val="65D4D5"/>
            </a:gs>
          </a:gsLst>
          <a:lin ang="18600000" scaled="0"/>
        </a:gradFill>
        <a:effectLst/>
      </p:bgPr>
    </p:bg>
    <p:spTree>
      <p:nvGrpSpPr>
        <p:cNvPr id="1" name=""/>
        <p:cNvGrpSpPr/>
        <p:nvPr/>
      </p:nvGrpSpPr>
      <p:grpSpPr>
        <a:xfrm>
          <a:off x="0" y="0"/>
          <a:ext cx="0" cy="0"/>
          <a:chOff x="0" y="0"/>
          <a:chExt cx="0" cy="0"/>
        </a:xfrm>
      </p:grpSpPr>
      <p:pic>
        <p:nvPicPr>
          <p:cNvPr id="3" name="EC logo" descr="European Commission">
            <a:extLst>
              <a:ext uri="{FF2B5EF4-FFF2-40B4-BE49-F238E27FC236}">
                <a16:creationId xmlns:a16="http://schemas.microsoft.com/office/drawing/2014/main" id="{3AECCEB1-4DE4-8CB1-B84E-809D63160097}"/>
              </a:ext>
              <a:ext uri="{C183D7F6-B498-43B3-948B-1728B52AA6E4}">
                <adec:decorative xmlns:adec="http://schemas.microsoft.com/office/drawing/2017/decorative" val="0"/>
              </a:ext>
            </a:extLst>
          </p:cNvPr>
          <p:cNvPicPr>
            <a:picLocks noGrp="1" noRot="1" noMove="1" noResize="1" noEditPoints="1" noAdjustHandles="1" noChangeArrowheads="1" noChangeShapeType="1" noCrop="1"/>
          </p:cNvPicPr>
          <p:nvPr userDrawn="1"/>
        </p:nvPicPr>
        <p:blipFill>
          <a:blip r:embed="rId2"/>
          <a:srcRect r="45043"/>
          <a:stretch/>
        </p:blipFill>
        <p:spPr>
          <a:xfrm>
            <a:off x="10729044" y="5893948"/>
            <a:ext cx="1158155" cy="779504"/>
          </a:xfrm>
          <a:prstGeom prst="rect">
            <a:avLst/>
          </a:prstGeom>
          <a:noFill/>
        </p:spPr>
      </p:pic>
      <p:sp>
        <p:nvSpPr>
          <p:cNvPr id="2" name="Title">
            <a:extLst>
              <a:ext uri="{FF2B5EF4-FFF2-40B4-BE49-F238E27FC236}">
                <a16:creationId xmlns:a16="http://schemas.microsoft.com/office/drawing/2014/main" id="{46A4E48D-F82F-5519-9A8D-2142484675F1}"/>
              </a:ext>
            </a:extLst>
          </p:cNvPr>
          <p:cNvSpPr>
            <a:spLocks noGrp="1"/>
          </p:cNvSpPr>
          <p:nvPr>
            <p:ph type="title"/>
          </p:nvPr>
        </p:nvSpPr>
        <p:spPr>
          <a:xfrm>
            <a:off x="790576" y="575220"/>
            <a:ext cx="10609262" cy="782357"/>
          </a:xfrm>
          <a:prstGeom prst="rect">
            <a:avLst/>
          </a:prstGeom>
        </p:spPr>
        <p:txBody>
          <a:bodyPr vert="horz" lIns="0" tIns="45720" rIns="0" bIns="0" rtlCol="0" anchor="ctr" anchorCtr="0">
            <a:noAutofit/>
          </a:bodyPr>
          <a:lstStyle>
            <a:lvl1pPr>
              <a:defRPr sz="3800">
                <a:solidFill>
                  <a:schemeClr val="bg1"/>
                </a:solidFill>
              </a:defRPr>
            </a:lvl1pPr>
          </a:lstStyle>
          <a:p>
            <a:r>
              <a:rPr lang="en-GB" noProof="0" dirty="0"/>
              <a:t>Click to edit Master title style</a:t>
            </a:r>
          </a:p>
        </p:txBody>
      </p:sp>
      <p:sp>
        <p:nvSpPr>
          <p:cNvPr id="4" name="Content Placeholder">
            <a:extLst>
              <a:ext uri="{FF2B5EF4-FFF2-40B4-BE49-F238E27FC236}">
                <a16:creationId xmlns:a16="http://schemas.microsoft.com/office/drawing/2014/main" id="{F8D7F2CC-ED9E-9864-EBE5-E3D3C8C59BEF}"/>
              </a:ext>
            </a:extLst>
          </p:cNvPr>
          <p:cNvSpPr>
            <a:spLocks noGrp="1"/>
          </p:cNvSpPr>
          <p:nvPr>
            <p:ph sz="quarter" idx="10"/>
          </p:nvPr>
        </p:nvSpPr>
        <p:spPr>
          <a:xfrm>
            <a:off x="790574" y="1798638"/>
            <a:ext cx="10609261" cy="4248150"/>
          </a:xfrm>
          <a:prstGeom prst="rect">
            <a:avLst/>
          </a:prstGeom>
        </p:spPr>
        <p:txBody>
          <a:bodyPr/>
          <a:lstStyle>
            <a:lvl1pPr indent="-216000">
              <a:spcAft>
                <a:spcPts val="200"/>
              </a:spcAft>
              <a:buClr>
                <a:schemeClr val="bg1"/>
              </a:buClr>
              <a:defRPr sz="1600">
                <a:solidFill>
                  <a:schemeClr val="bg1"/>
                </a:solidFill>
              </a:defRPr>
            </a:lvl1pPr>
            <a:lvl2pPr marL="488950" indent="-219075">
              <a:spcBef>
                <a:spcPts val="200"/>
              </a:spcBef>
              <a:spcAft>
                <a:spcPts val="200"/>
              </a:spcAft>
              <a:buClr>
                <a:schemeClr val="bg1"/>
              </a:buClr>
              <a:tabLst/>
              <a:defRPr sz="1400">
                <a:solidFill>
                  <a:schemeClr val="bg1"/>
                </a:solidFill>
              </a:defRPr>
            </a:lvl2pPr>
            <a:lvl3pPr marL="758825" indent="-219075">
              <a:spcBef>
                <a:spcPts val="200"/>
              </a:spcBef>
              <a:spcAft>
                <a:spcPts val="200"/>
              </a:spcAft>
              <a:buClr>
                <a:schemeClr val="bg1"/>
              </a:buClr>
              <a:tabLst/>
              <a:defRPr sz="1200">
                <a:solidFill>
                  <a:schemeClr val="bg1"/>
                </a:solidFill>
              </a:defRPr>
            </a:lvl3pPr>
            <a:lvl4pPr marL="1028700" indent="-219075">
              <a:spcBef>
                <a:spcPts val="200"/>
              </a:spcBef>
              <a:spcAft>
                <a:spcPts val="200"/>
              </a:spcAft>
              <a:buClr>
                <a:schemeClr val="bg1"/>
              </a:buClr>
              <a:tabLst/>
              <a:defRPr sz="1100">
                <a:solidFill>
                  <a:schemeClr val="bg1"/>
                </a:solidFill>
              </a:defRPr>
            </a:lvl4pPr>
            <a:lvl5pPr marL="1249363" indent="-209550">
              <a:spcBef>
                <a:spcPts val="200"/>
              </a:spcBef>
              <a:spcAft>
                <a:spcPts val="200"/>
              </a:spcAft>
              <a:buClr>
                <a:schemeClr val="bg1"/>
              </a:buClr>
              <a:tabLst/>
              <a:defRPr sz="1050">
                <a:solidFill>
                  <a:schemeClr val="bg1"/>
                </a:solidFill>
              </a:defRPr>
            </a:lvl5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Tree>
    <p:extLst>
      <p:ext uri="{BB962C8B-B14F-4D97-AF65-F5344CB8AC3E}">
        <p14:creationId xmlns:p14="http://schemas.microsoft.com/office/powerpoint/2010/main" val="39452449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utro_1">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CAD29EBB-D18E-1467-ED43-AED25FD23CFF}"/>
              </a:ext>
            </a:extLst>
          </p:cNvPr>
          <p:cNvSpPr>
            <a:spLocks noGrp="1" noRot="1" noMove="1" noResize="1" noEditPoints="1" noAdjustHandles="1" noChangeArrowheads="1" noChangeShapeType="1"/>
          </p:cNvSpPr>
          <p:nvPr userDrawn="1"/>
        </p:nvSpPr>
        <p:spPr>
          <a:xfrm>
            <a:off x="0" y="0"/>
            <a:ext cx="12192000" cy="3429000"/>
          </a:xfrm>
          <a:prstGeom prst="rect">
            <a:avLst/>
          </a:prstGeom>
          <a:gradFill flip="none" rotWithShape="1">
            <a:gsLst>
              <a:gs pos="35000">
                <a:srgbClr val="5781B8"/>
              </a:gs>
              <a:gs pos="0">
                <a:srgbClr val="4E52A6"/>
              </a:gs>
              <a:gs pos="100000">
                <a:srgbClr val="63D2D4"/>
              </a:gs>
            </a:gsLst>
            <a:lin ang="1860000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0" rtlCol="0" anchor="t" anchorCtr="0"/>
          <a:lstStyle/>
          <a:p>
            <a:pPr indent="0" algn="l">
              <a:buNone/>
            </a:pPr>
            <a:endParaRPr lang="en-BE" sz="1400" spc="-30">
              <a:solidFill>
                <a:schemeClr val="tx1"/>
              </a:solidFill>
              <a:ea typeface="+mn-lt"/>
              <a:cs typeface="+mn-lt"/>
            </a:endParaRPr>
          </a:p>
        </p:txBody>
      </p:sp>
      <p:grpSp>
        <p:nvGrpSpPr>
          <p:cNvPr id="3" name="Disclaimer">
            <a:extLst>
              <a:ext uri="{FF2B5EF4-FFF2-40B4-BE49-F238E27FC236}">
                <a16:creationId xmlns:a16="http://schemas.microsoft.com/office/drawing/2014/main" id="{7D927E25-1711-442E-7B4B-0A2ED022FF5E}"/>
              </a:ext>
            </a:extLst>
          </p:cNvPr>
          <p:cNvGrpSpPr>
            <a:grpSpLocks/>
          </p:cNvGrpSpPr>
          <p:nvPr userDrawn="1"/>
        </p:nvGrpSpPr>
        <p:grpSpPr>
          <a:xfrm>
            <a:off x="803275" y="3719161"/>
            <a:ext cx="8941016" cy="1271439"/>
            <a:chOff x="803275" y="4257985"/>
            <a:chExt cx="8941016" cy="1271439"/>
          </a:xfrm>
        </p:grpSpPr>
        <p:sp>
          <p:nvSpPr>
            <p:cNvPr id="2" name="Disclaimer">
              <a:extLst>
                <a:ext uri="{FF2B5EF4-FFF2-40B4-BE49-F238E27FC236}">
                  <a16:creationId xmlns:a16="http://schemas.microsoft.com/office/drawing/2014/main" id="{48E87B2E-8ADA-D267-8D3F-9F22BD9D181B}"/>
                </a:ext>
              </a:extLst>
            </p:cNvPr>
            <p:cNvSpPr txBox="1">
              <a:spLocks/>
            </p:cNvSpPr>
            <p:nvPr userDrawn="1"/>
          </p:nvSpPr>
          <p:spPr>
            <a:xfrm>
              <a:off x="803275" y="4652301"/>
              <a:ext cx="8941016" cy="8771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b="1" dirty="0">
                  <a:solidFill>
                    <a:schemeClr val="tx1"/>
                  </a:solidFill>
                  <a:latin typeface="+mj-lt"/>
                  <a:ea typeface="Arial"/>
                  <a:cs typeface="Arial"/>
                  <a:sym typeface="Arial"/>
                </a:rPr>
                <a:t>© European Union 2026</a:t>
              </a:r>
              <a:endParaRPr sz="1200" dirty="0">
                <a:solidFill>
                  <a:schemeClr val="tx1"/>
                </a:solidFill>
                <a:latin typeface="+mj-lt"/>
              </a:endParaRPr>
            </a:p>
            <a:p>
              <a:pPr marL="0" marR="0" lvl="0" indent="0" algn="l" rtl="0">
                <a:spcBef>
                  <a:spcPts val="1800"/>
                </a:spcBef>
                <a:spcAft>
                  <a:spcPts val="0"/>
                </a:spcAft>
                <a:buNone/>
              </a:pPr>
              <a:r>
                <a:rPr lang="en-GB" sz="1200" dirty="0">
                  <a:solidFill>
                    <a:schemeClr val="tx1"/>
                  </a:solidFill>
                  <a:latin typeface="+mj-lt"/>
                  <a:ea typeface="Arial"/>
                  <a:cs typeface="Arial"/>
                  <a:sym typeface="Arial"/>
                </a:rPr>
                <a:t>Unless otherwise noted the reuse of this presentation is authorised under the </a:t>
              </a:r>
              <a:r>
                <a:rPr lang="en-GB" sz="1200" u="sng" dirty="0">
                  <a:solidFill>
                    <a:schemeClr val="tx1"/>
                  </a:solidFill>
                  <a:latin typeface="+mj-lt"/>
                  <a:ea typeface="Arial"/>
                  <a:cs typeface="Arial"/>
                  <a:sym typeface="Arial"/>
                  <a:hlinkClick r:id="rId2">
                    <a:extLst>
                      <a:ext uri="{A12FA001-AC4F-418D-AE19-62706E023703}">
                        <ahyp:hlinkClr xmlns:ahyp="http://schemas.microsoft.com/office/drawing/2018/hyperlinkcolor" val="tx"/>
                      </a:ext>
                    </a:extLst>
                  </a:hlinkClick>
                </a:rPr>
                <a:t>CC BY 4.0</a:t>
              </a:r>
              <a:r>
                <a:rPr lang="en-GB" sz="1200" dirty="0">
                  <a:solidFill>
                    <a:schemeClr val="tx1"/>
                  </a:solidFill>
                  <a:latin typeface="+mj-lt"/>
                  <a:ea typeface="Arial"/>
                  <a:cs typeface="Arial"/>
                  <a:sym typeface="Arial"/>
                </a:rPr>
                <a:t> license. For any use or reproduction of elements that are not owned by the EU, permission may need to be sought directly from the respective right holders.</a:t>
              </a:r>
              <a:endParaRPr sz="1200" dirty="0">
                <a:solidFill>
                  <a:schemeClr val="tx1"/>
                </a:solidFill>
                <a:latin typeface="+mj-lt"/>
              </a:endParaRPr>
            </a:p>
          </p:txBody>
        </p:sp>
        <p:pic>
          <p:nvPicPr>
            <p:cNvPr id="6" name="Creative Commons logo">
              <a:extLst>
                <a:ext uri="{FF2B5EF4-FFF2-40B4-BE49-F238E27FC236}">
                  <a16:creationId xmlns:a16="http://schemas.microsoft.com/office/drawing/2014/main" id="{8A984090-6A79-31E7-E62E-9ABC0722A657}"/>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82171" y="4257985"/>
              <a:ext cx="1023496" cy="358097"/>
            </a:xfrm>
            <a:prstGeom prst="rect">
              <a:avLst/>
            </a:prstGeom>
          </p:spPr>
        </p:pic>
      </p:grpSp>
      <p:sp>
        <p:nvSpPr>
          <p:cNvPr id="8" name="Title"/>
          <p:cNvSpPr>
            <a:spLocks noGrp="1"/>
          </p:cNvSpPr>
          <p:nvPr>
            <p:ph type="ctrTitle"/>
          </p:nvPr>
        </p:nvSpPr>
        <p:spPr>
          <a:xfrm>
            <a:off x="803275" y="1122363"/>
            <a:ext cx="10800760" cy="1240348"/>
          </a:xfrm>
          <a:prstGeom prst="rect">
            <a:avLst/>
          </a:prstGeom>
        </p:spPr>
        <p:txBody>
          <a:bodyPr anchor="b">
            <a:noAutofit/>
          </a:bodyPr>
          <a:lstStyle>
            <a:lvl1pPr algn="l">
              <a:defRPr sz="6000">
                <a:solidFill>
                  <a:schemeClr val="bg1"/>
                </a:solidFill>
              </a:defRPr>
            </a:lvl1pPr>
          </a:lstStyle>
          <a:p>
            <a:r>
              <a:rPr lang="en-GB" noProof="0"/>
              <a:t>Click to edit Master title style</a:t>
            </a:r>
          </a:p>
        </p:txBody>
      </p:sp>
      <p:pic>
        <p:nvPicPr>
          <p:cNvPr id="5" name="JRC symbol" descr="A black circle with dots&#10;&#10;AI-generated content may be incorrect.">
            <a:extLst>
              <a:ext uri="{FF2B5EF4-FFF2-40B4-BE49-F238E27FC236}">
                <a16:creationId xmlns:a16="http://schemas.microsoft.com/office/drawing/2014/main" id="{ECB7CE66-2815-30D0-D6DF-CC8A352ACCF6}"/>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t="2547" r="49243" b="51138"/>
          <a:stretch>
            <a:fillRect/>
          </a:stretch>
        </p:blipFill>
        <p:spPr>
          <a:xfrm>
            <a:off x="8401069" y="0"/>
            <a:ext cx="3790932" cy="3429000"/>
          </a:xfrm>
          <a:prstGeom prst="rect">
            <a:avLst/>
          </a:prstGeom>
        </p:spPr>
      </p:pic>
    </p:spTree>
    <p:extLst>
      <p:ext uri="{BB962C8B-B14F-4D97-AF65-F5344CB8AC3E}">
        <p14:creationId xmlns:p14="http://schemas.microsoft.com/office/powerpoint/2010/main" val="40672036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utro_2">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CAD29EBB-D18E-1467-ED43-AED25FD23CFF}"/>
              </a:ext>
            </a:extLst>
          </p:cNvPr>
          <p:cNvSpPr>
            <a:spLocks noGrp="1" noRot="1" noMove="1" noResize="1" noEditPoints="1" noAdjustHandles="1" noChangeArrowheads="1" noChangeShapeType="1"/>
          </p:cNvSpPr>
          <p:nvPr userDrawn="1"/>
        </p:nvSpPr>
        <p:spPr>
          <a:xfrm>
            <a:off x="0" y="0"/>
            <a:ext cx="12192000" cy="3429000"/>
          </a:xfrm>
          <a:prstGeom prst="rect">
            <a:avLst/>
          </a:prstGeom>
          <a:gradFill flip="none" rotWithShape="1">
            <a:gsLst>
              <a:gs pos="35000">
                <a:srgbClr val="5781B8"/>
              </a:gs>
              <a:gs pos="0">
                <a:srgbClr val="4E52A6"/>
              </a:gs>
              <a:gs pos="100000">
                <a:srgbClr val="63D2D4"/>
              </a:gs>
            </a:gsLst>
            <a:lin ang="1860000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0" rtlCol="0" anchor="t" anchorCtr="0"/>
          <a:lstStyle/>
          <a:p>
            <a:pPr indent="0" algn="l">
              <a:buNone/>
            </a:pPr>
            <a:endParaRPr lang="en-BE" sz="1400" spc="-30">
              <a:solidFill>
                <a:schemeClr val="tx1"/>
              </a:solidFill>
              <a:ea typeface="+mn-lt"/>
              <a:cs typeface="+mn-lt"/>
            </a:endParaRPr>
          </a:p>
        </p:txBody>
      </p:sp>
      <p:sp>
        <p:nvSpPr>
          <p:cNvPr id="8" name="Title"/>
          <p:cNvSpPr>
            <a:spLocks noGrp="1" noRot="1" noMove="1" noResize="1" noEditPoints="1" noAdjustHandles="1" noChangeArrowheads="1" noChangeShapeType="1"/>
          </p:cNvSpPr>
          <p:nvPr>
            <p:ph type="ctrTitle"/>
          </p:nvPr>
        </p:nvSpPr>
        <p:spPr>
          <a:xfrm>
            <a:off x="803275" y="1122363"/>
            <a:ext cx="10800760" cy="1240348"/>
          </a:xfrm>
          <a:prstGeom prst="rect">
            <a:avLst/>
          </a:prstGeom>
        </p:spPr>
        <p:txBody>
          <a:bodyPr anchor="b">
            <a:noAutofit/>
          </a:bodyPr>
          <a:lstStyle>
            <a:lvl1pPr algn="l">
              <a:defRPr sz="6000">
                <a:solidFill>
                  <a:schemeClr val="bg1"/>
                </a:solidFill>
              </a:defRPr>
            </a:lvl1pPr>
          </a:lstStyle>
          <a:p>
            <a:r>
              <a:rPr lang="en-GB" noProof="0"/>
              <a:t>Click to edit Master title style</a:t>
            </a:r>
          </a:p>
        </p:txBody>
      </p:sp>
      <p:pic>
        <p:nvPicPr>
          <p:cNvPr id="2" name="JRC symbol" descr="A black circle with dots&#10;&#10;AI-generated content may be incorrect.">
            <a:extLst>
              <a:ext uri="{FF2B5EF4-FFF2-40B4-BE49-F238E27FC236}">
                <a16:creationId xmlns:a16="http://schemas.microsoft.com/office/drawing/2014/main" id="{55E0EFE4-F2C2-D835-C82F-01D5F83AF94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t="2547" r="49243" b="51138"/>
          <a:stretch>
            <a:fillRect/>
          </a:stretch>
        </p:blipFill>
        <p:spPr>
          <a:xfrm>
            <a:off x="8401069" y="0"/>
            <a:ext cx="3790932" cy="3429000"/>
          </a:xfrm>
          <a:prstGeom prst="rect">
            <a:avLst/>
          </a:prstGeom>
        </p:spPr>
      </p:pic>
    </p:spTree>
    <p:extLst>
      <p:ext uri="{BB962C8B-B14F-4D97-AF65-F5344CB8AC3E}">
        <p14:creationId xmlns:p14="http://schemas.microsoft.com/office/powerpoint/2010/main" val="1802747659"/>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8" name="EC logo">
            <a:extLst>
              <a:ext uri="{FF2B5EF4-FFF2-40B4-BE49-F238E27FC236}">
                <a16:creationId xmlns:a16="http://schemas.microsoft.com/office/drawing/2014/main" id="{D325E9B3-95EA-068F-1BB1-991DF1221CE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40"/>
          <a:stretch>
            <a:fillRect/>
          </a:stretch>
        </p:blipFill>
        <p:spPr>
          <a:xfrm>
            <a:off x="10725768" y="5901016"/>
            <a:ext cx="1256063" cy="762106"/>
          </a:xfrm>
          <a:prstGeom prst="rect">
            <a:avLst/>
          </a:prstGeom>
        </p:spPr>
      </p:pic>
    </p:spTree>
    <p:extLst>
      <p:ext uri="{BB962C8B-B14F-4D97-AF65-F5344CB8AC3E}">
        <p14:creationId xmlns:p14="http://schemas.microsoft.com/office/powerpoint/2010/main" val="2833674567"/>
      </p:ext>
    </p:extLst>
  </p:cSld>
  <p:clrMap bg1="lt1" tx1="dk1" bg2="lt2" tx2="dk2" accent1="accent1" accent2="accent2" accent3="accent3" accent4="accent4" accent5="accent5" accent6="accent6" hlink="hlink" folHlink="folHlink"/>
  <p:sldLayoutIdLst>
    <p:sldLayoutId id="2147483710" r:id="rId1"/>
    <p:sldLayoutId id="2147483709" r:id="rId2"/>
    <p:sldLayoutId id="2147483680" r:id="rId3"/>
    <p:sldLayoutId id="2147483683" r:id="rId4"/>
    <p:sldLayoutId id="2147483718" r:id="rId5"/>
    <p:sldLayoutId id="2147483684" r:id="rId6"/>
    <p:sldLayoutId id="2147483686" r:id="rId7"/>
    <p:sldLayoutId id="2147483712" r:id="rId8"/>
    <p:sldLayoutId id="2147483733" r:id="rId9"/>
    <p:sldLayoutId id="2147483713" r:id="rId10"/>
    <p:sldLayoutId id="2147483730" r:id="rId11"/>
    <p:sldLayoutId id="2147483731" r:id="rId12"/>
    <p:sldLayoutId id="2147483691" r:id="rId13"/>
    <p:sldLayoutId id="2147483692" r:id="rId14"/>
    <p:sldLayoutId id="2147483698" r:id="rId15"/>
    <p:sldLayoutId id="2147483723" r:id="rId16"/>
    <p:sldLayoutId id="2147483734" r:id="rId17"/>
    <p:sldLayoutId id="2147483735" r:id="rId18"/>
    <p:sldLayoutId id="2147483688" r:id="rId19"/>
    <p:sldLayoutId id="2147483693" r:id="rId20"/>
    <p:sldLayoutId id="2147483697" r:id="rId21"/>
    <p:sldLayoutId id="2147483689" r:id="rId22"/>
    <p:sldLayoutId id="2147483690" r:id="rId23"/>
    <p:sldLayoutId id="2147483694" r:id="rId24"/>
    <p:sldLayoutId id="2147483695" r:id="rId25"/>
    <p:sldLayoutId id="2147483696" r:id="rId26"/>
    <p:sldLayoutId id="2147483719" r:id="rId27"/>
    <p:sldLayoutId id="2147483720" r:id="rId28"/>
    <p:sldLayoutId id="2147483699" r:id="rId29"/>
    <p:sldLayoutId id="2147483722" r:id="rId30"/>
    <p:sldLayoutId id="2147483700" r:id="rId31"/>
    <p:sldLayoutId id="2147483701" r:id="rId32"/>
    <p:sldLayoutId id="2147483729" r:id="rId33"/>
    <p:sldLayoutId id="2147483703" r:id="rId34"/>
    <p:sldLayoutId id="2147483717" r:id="rId35"/>
    <p:sldLayoutId id="2147483736" r:id="rId36"/>
    <p:sldLayoutId id="2147483705" r:id="rId37"/>
    <p:sldLayoutId id="2147483721" r:id="rId38"/>
  </p:sldLayoutIdLst>
  <p:hf hdr="0" ftr="0" dt="0"/>
  <p:txStyles>
    <p:titleStyle>
      <a:lvl1pPr algn="l" defTabSz="914400" rtl="0" eaLnBrk="1" latinLnBrk="0" hangingPunct="1">
        <a:lnSpc>
          <a:spcPct val="90000"/>
        </a:lnSpc>
        <a:spcBef>
          <a:spcPct val="0"/>
        </a:spcBef>
        <a:buNone/>
        <a:defRPr sz="40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800"/>
        </a:spcAft>
        <a:buClr>
          <a:srgbClr val="2B91C5"/>
        </a:buClr>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498">
          <p15:clr>
            <a:srgbClr val="F26B43"/>
          </p15:clr>
        </p15:guide>
        <p15:guide id="4" pos="7181">
          <p15:clr>
            <a:srgbClr val="F26B43"/>
          </p15:clr>
        </p15:guide>
        <p15:guide id="5" orient="horz">
          <p15:clr>
            <a:srgbClr val="F26B43"/>
          </p15:clr>
        </p15:guide>
        <p15:guide id="6" orient="horz" pos="4320">
          <p15:clr>
            <a:srgbClr val="F26B43"/>
          </p15:clr>
        </p15:guide>
        <p15:guide id="7" orient="horz" pos="1133">
          <p15:clr>
            <a:srgbClr val="F26B43"/>
          </p15:clr>
        </p15:guide>
        <p15:guide id="8" orient="horz" pos="380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16.png"/><Relationship Id="rId2" Type="http://schemas.openxmlformats.org/officeDocument/2006/relationships/notesSlide" Target="../notesSlides/notesSlide5.xml"/><Relationship Id="rId16" Type="http://schemas.openxmlformats.org/officeDocument/2006/relationships/image" Target="../media/image15.png"/><Relationship Id="rId1" Type="http://schemas.openxmlformats.org/officeDocument/2006/relationships/slideLayout" Target="../slideLayouts/slideLayout34.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14.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8.xml"/><Relationship Id="rId1" Type="http://schemas.openxmlformats.org/officeDocument/2006/relationships/slideLayout" Target="../slideLayouts/slideLayout38.xml"/><Relationship Id="rId4" Type="http://schemas.openxmlformats.org/officeDocument/2006/relationships/hyperlink" Target="https://phosphoricon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200AF360-E4FC-260C-009E-E9312CAF3A85}"/>
              </a:ext>
            </a:extLst>
          </p:cNvPr>
          <p:cNvSpPr>
            <a:spLocks noGrp="1"/>
          </p:cNvSpPr>
          <p:nvPr>
            <p:ph type="body" sz="quarter" idx="13"/>
          </p:nvPr>
        </p:nvSpPr>
        <p:spPr/>
        <p:txBody>
          <a:bodyPr/>
          <a:lstStyle/>
          <a:p>
            <a:r>
              <a:rPr lang="en-GB" noProof="1"/>
              <a:t>JRC Quantum Inter-directorate Working Group</a:t>
            </a:r>
            <a:br/>
            <a:r>
              <a:rPr lang="en-GB" noProof="1"/>
              <a:t>Indaco workshop</a:t>
            </a:r>
          </a:p>
        </p:txBody>
      </p:sp>
      <p:sp>
        <p:nvSpPr>
          <p:cNvPr id="9" name="Subtitle 8">
            <a:extLst>
              <a:ext uri="{FF2B5EF4-FFF2-40B4-BE49-F238E27FC236}">
                <a16:creationId xmlns:a16="http://schemas.microsoft.com/office/drawing/2014/main" id="{94F3D709-94C6-A13F-1906-39B40F28E86E}"/>
              </a:ext>
            </a:extLst>
          </p:cNvPr>
          <p:cNvSpPr>
            <a:spLocks noGrp="1"/>
          </p:cNvSpPr>
          <p:nvPr>
            <p:ph type="subTitle" idx="1"/>
          </p:nvPr>
        </p:nvSpPr>
        <p:spPr/>
        <p:txBody>
          <a:bodyPr/>
          <a:lstStyle/>
          <a:p>
            <a:r>
              <a:rPr lang="en-GB" noProof="1"/>
              <a:t>Research applications of quantum technologies and their relevance for European policy</a:t>
            </a:r>
          </a:p>
        </p:txBody>
      </p:sp>
      <p:sp>
        <p:nvSpPr>
          <p:cNvPr id="8" name="Title 7">
            <a:extLst>
              <a:ext uri="{FF2B5EF4-FFF2-40B4-BE49-F238E27FC236}">
                <a16:creationId xmlns:a16="http://schemas.microsoft.com/office/drawing/2014/main" id="{7D1D6E42-CC9E-B789-6F29-1D76E67DF7B7}"/>
              </a:ext>
            </a:extLst>
          </p:cNvPr>
          <p:cNvSpPr>
            <a:spLocks noGrp="1"/>
          </p:cNvSpPr>
          <p:nvPr>
            <p:ph type="ctrTitle"/>
          </p:nvPr>
        </p:nvSpPr>
        <p:spPr/>
        <p:txBody>
          <a:bodyPr/>
          <a:lstStyle/>
          <a:p>
            <a:r>
              <a:rPr lang="en-GB" noProof="1"/>
              <a:t>Quantum Outlook Report</a:t>
            </a:r>
          </a:p>
        </p:txBody>
      </p:sp>
    </p:spTree>
    <p:extLst>
      <p:ext uri="{BB962C8B-B14F-4D97-AF65-F5344CB8AC3E}">
        <p14:creationId xmlns:p14="http://schemas.microsoft.com/office/powerpoint/2010/main" val="359610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JRC Quantum Inter-directorate </a:t>
            </a:r>
            <a:r>
              <a:rPr i="1"/>
              <a:t>Working</a:t>
            </a:r>
            <a:r>
              <a:t> Group</a:t>
            </a:r>
          </a:p>
        </p:txBody>
      </p:sp>
      <p:sp>
        <p:nvSpPr>
          <p:cNvPr id="4" name="Rounded Rectangle 3"/>
          <p:cNvSpPr/>
          <p:nvPr/>
        </p:nvSpPr>
        <p:spPr>
          <a:xfrm>
            <a:off x="786384" y="1691640"/>
            <a:ext cx="5212080" cy="17373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60704" y="2011680"/>
            <a:ext cx="1463040" cy="731520"/>
          </a:xfrm>
          <a:prstGeom prst="rect">
            <a:avLst/>
          </a:prstGeom>
          <a:noFill/>
        </p:spPr>
        <p:txBody>
          <a:bodyPr wrap="square" lIns="0" tIns="0" rIns="0" bIns="0" anchor="b">
            <a:spAutoFit/>
          </a:bodyPr>
          <a:lstStyle/>
          <a:p>
            <a:pPr algn="l">
              <a:spcAft>
                <a:spcPts val="400"/>
              </a:spcAft>
            </a:pPr>
            <a:r>
              <a:rPr sz="4800" b="1" i="0">
                <a:solidFill>
                  <a:srgbClr val="4E51A5"/>
                </a:solidFill>
              </a:rPr>
              <a:t>16+</a:t>
            </a:r>
          </a:p>
        </p:txBody>
      </p:sp>
      <p:sp>
        <p:nvSpPr>
          <p:cNvPr id="6" name="TextBox 5"/>
          <p:cNvSpPr txBox="1"/>
          <p:nvPr/>
        </p:nvSpPr>
        <p:spPr>
          <a:xfrm>
            <a:off x="1097280" y="2761488"/>
            <a:ext cx="1463040" cy="365760"/>
          </a:xfrm>
          <a:prstGeom prst="rect">
            <a:avLst/>
          </a:prstGeom>
          <a:noFill/>
        </p:spPr>
        <p:txBody>
          <a:bodyPr wrap="square" lIns="0" tIns="0" rIns="0" bIns="0" anchor="t">
            <a:spAutoFit/>
          </a:bodyPr>
          <a:lstStyle/>
          <a:p>
            <a:pPr algn="l">
              <a:spcAft>
                <a:spcPts val="400"/>
              </a:spcAft>
            </a:pPr>
            <a:r>
              <a:rPr sz="1300" b="0" i="0">
                <a:solidFill>
                  <a:srgbClr val="595959"/>
                </a:solidFill>
              </a:rPr>
              <a:t>members</a:t>
            </a:r>
          </a:p>
        </p:txBody>
      </p:sp>
      <p:sp>
        <p:nvSpPr>
          <p:cNvPr id="7" name="TextBox 6"/>
          <p:cNvSpPr txBox="1"/>
          <p:nvPr/>
        </p:nvSpPr>
        <p:spPr>
          <a:xfrm>
            <a:off x="2651760" y="2119173"/>
            <a:ext cx="3154680" cy="882293"/>
          </a:xfrm>
          <a:prstGeom prst="rect">
            <a:avLst/>
          </a:prstGeom>
          <a:noFill/>
        </p:spPr>
        <p:txBody>
          <a:bodyPr wrap="square" lIns="0" tIns="0" rIns="0" bIns="0" anchor="ctr">
            <a:spAutoFit/>
          </a:bodyPr>
          <a:lstStyle/>
          <a:p>
            <a:pPr algn="l">
              <a:spcAft>
                <a:spcPts val="400"/>
              </a:spcAft>
            </a:pPr>
            <a:r>
              <a:rPr sz="1200" b="1" i="0" dirty="0">
                <a:solidFill>
                  <a:srgbClr val="4E51A5"/>
                </a:solidFill>
              </a:rPr>
              <a:t>Who we are</a:t>
            </a:r>
          </a:p>
          <a:p>
            <a:pPr algn="l">
              <a:spcAft>
                <a:spcPts val="400"/>
              </a:spcAft>
            </a:pPr>
            <a:r>
              <a:rPr sz="1400" b="0" i="0" dirty="0">
                <a:solidFill>
                  <a:srgbClr val="222222"/>
                </a:solidFill>
              </a:rPr>
              <a:t>Two representatives from each of the 8 JRC scientific directorates, led by Directorates E and T</a:t>
            </a:r>
          </a:p>
        </p:txBody>
      </p:sp>
      <p:sp>
        <p:nvSpPr>
          <p:cNvPr id="8" name="Rounded Rectangle 7"/>
          <p:cNvSpPr/>
          <p:nvPr/>
        </p:nvSpPr>
        <p:spPr>
          <a:xfrm>
            <a:off x="6181344" y="1691640"/>
            <a:ext cx="5212080" cy="17373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PiTreeStructure_4E51A5.png"/>
          <p:cNvPicPr>
            <a:picLocks noChangeAspect="1"/>
          </p:cNvPicPr>
          <p:nvPr/>
        </p:nvPicPr>
        <p:blipFill>
          <a:blip r:embed="rId3"/>
          <a:stretch>
            <a:fillRect/>
          </a:stretch>
        </p:blipFill>
        <p:spPr>
          <a:xfrm>
            <a:off x="6455664" y="2212848"/>
            <a:ext cx="685800" cy="685800"/>
          </a:xfrm>
          <a:prstGeom prst="rect">
            <a:avLst/>
          </a:prstGeom>
        </p:spPr>
      </p:pic>
      <p:sp>
        <p:nvSpPr>
          <p:cNvPr id="10" name="TextBox 9"/>
          <p:cNvSpPr txBox="1"/>
          <p:nvPr/>
        </p:nvSpPr>
        <p:spPr>
          <a:xfrm>
            <a:off x="7406640" y="2119173"/>
            <a:ext cx="3749039" cy="882293"/>
          </a:xfrm>
          <a:prstGeom prst="rect">
            <a:avLst/>
          </a:prstGeom>
          <a:noFill/>
        </p:spPr>
        <p:txBody>
          <a:bodyPr wrap="square" lIns="0" tIns="0" rIns="0" bIns="0" anchor="ctr">
            <a:spAutoFit/>
          </a:bodyPr>
          <a:lstStyle/>
          <a:p>
            <a:pPr algn="l">
              <a:spcAft>
                <a:spcPts val="400"/>
              </a:spcAft>
            </a:pPr>
            <a:r>
              <a:rPr sz="1200" b="1" i="0" dirty="0">
                <a:solidFill>
                  <a:srgbClr val="4E51A5"/>
                </a:solidFill>
              </a:rPr>
              <a:t>Cross-directorate perspective</a:t>
            </a:r>
          </a:p>
          <a:p>
            <a:pPr algn="l">
              <a:spcAft>
                <a:spcPts val="400"/>
              </a:spcAft>
            </a:pPr>
            <a:r>
              <a:rPr sz="1400" b="0" i="0" dirty="0">
                <a:solidFill>
                  <a:srgbClr val="222222"/>
                </a:solidFill>
              </a:rPr>
              <a:t>A multidisciplinary view on quantum science and technologies, written for research </a:t>
            </a:r>
            <a:r>
              <a:rPr sz="1400" b="0" i="0" dirty="0" err="1">
                <a:solidFill>
                  <a:srgbClr val="222222"/>
                </a:solidFill>
              </a:rPr>
              <a:t>organisations</a:t>
            </a:r>
            <a:r>
              <a:rPr sz="1400" b="0" i="0" dirty="0">
                <a:solidFill>
                  <a:srgbClr val="222222"/>
                </a:solidFill>
              </a:rPr>
              <a:t> at large, not only the JRC</a:t>
            </a:r>
          </a:p>
        </p:txBody>
      </p:sp>
      <p:sp>
        <p:nvSpPr>
          <p:cNvPr id="11" name="Rounded Rectangle 10"/>
          <p:cNvSpPr/>
          <p:nvPr/>
        </p:nvSpPr>
        <p:spPr>
          <a:xfrm>
            <a:off x="786384" y="3657600"/>
            <a:ext cx="3401568" cy="2240280"/>
          </a:xfrm>
          <a:prstGeom prst="roundRect">
            <a:avLst>
              <a:gd name="adj" fmla="val 8000"/>
            </a:avLst>
          </a:prstGeom>
          <a:solidFill>
            <a:srgbClr val="E6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PiBookOpenText_4E51A5.png"/>
          <p:cNvPicPr>
            <a:picLocks noChangeAspect="1"/>
          </p:cNvPicPr>
          <p:nvPr/>
        </p:nvPicPr>
        <p:blipFill>
          <a:blip r:embed="rId4"/>
          <a:stretch>
            <a:fillRect/>
          </a:stretch>
        </p:blipFill>
        <p:spPr>
          <a:xfrm>
            <a:off x="1060704" y="3931920"/>
            <a:ext cx="548640" cy="548640"/>
          </a:xfrm>
          <a:prstGeom prst="rect">
            <a:avLst/>
          </a:prstGeom>
        </p:spPr>
      </p:pic>
      <p:sp>
        <p:nvSpPr>
          <p:cNvPr id="13" name="Rounded Rectangle 12"/>
          <p:cNvSpPr/>
          <p:nvPr/>
        </p:nvSpPr>
        <p:spPr>
          <a:xfrm>
            <a:off x="2770632" y="4023360"/>
            <a:ext cx="1188720" cy="310896"/>
          </a:xfrm>
          <a:prstGeom prst="roundRect">
            <a:avLst>
              <a:gd name="adj" fmla="val 50000"/>
            </a:avLst>
          </a:prstGeom>
          <a:solidFill>
            <a:srgbClr val="4E51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Today's focus</a:t>
            </a:r>
          </a:p>
        </p:txBody>
      </p:sp>
      <p:sp>
        <p:nvSpPr>
          <p:cNvPr id="14" name="TextBox 13"/>
          <p:cNvSpPr txBox="1"/>
          <p:nvPr/>
        </p:nvSpPr>
        <p:spPr>
          <a:xfrm>
            <a:off x="1060704" y="4617720"/>
            <a:ext cx="2852928" cy="933589"/>
          </a:xfrm>
          <a:prstGeom prst="rect">
            <a:avLst/>
          </a:prstGeom>
          <a:noFill/>
        </p:spPr>
        <p:txBody>
          <a:bodyPr wrap="square" lIns="0" tIns="0" rIns="0" bIns="0" anchor="t">
            <a:spAutoFit/>
          </a:bodyPr>
          <a:lstStyle/>
          <a:p>
            <a:pPr algn="l">
              <a:spcAft>
                <a:spcPts val="400"/>
              </a:spcAft>
            </a:pPr>
            <a:r>
              <a:rPr sz="1200" b="1" i="0" dirty="0">
                <a:solidFill>
                  <a:srgbClr val="4E51A5"/>
                </a:solidFill>
              </a:rPr>
              <a:t>Deliverable 1</a:t>
            </a:r>
          </a:p>
          <a:p>
            <a:pPr algn="l">
              <a:spcAft>
                <a:spcPts val="400"/>
              </a:spcAft>
            </a:pPr>
            <a:r>
              <a:rPr sz="1600" b="1" i="0" dirty="0">
                <a:solidFill>
                  <a:srgbClr val="222222"/>
                </a:solidFill>
              </a:rPr>
              <a:t>Outlook Report on Quantum</a:t>
            </a:r>
          </a:p>
          <a:p>
            <a:pPr algn="l">
              <a:spcAft>
                <a:spcPts val="400"/>
              </a:spcAft>
            </a:pPr>
            <a:r>
              <a:rPr sz="1300" b="0" i="0" dirty="0">
                <a:solidFill>
                  <a:srgbClr val="595959"/>
                </a:solidFill>
              </a:rPr>
              <a:t>Research use cases of quantum technologies across JRC domains</a:t>
            </a:r>
          </a:p>
        </p:txBody>
      </p:sp>
      <p:sp>
        <p:nvSpPr>
          <p:cNvPr id="15" name="Rounded Rectangle 14"/>
          <p:cNvSpPr/>
          <p:nvPr/>
        </p:nvSpPr>
        <p:spPr>
          <a:xfrm>
            <a:off x="4389120" y="3657600"/>
            <a:ext cx="3401568" cy="22402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PiListChecks_4E51A5.png"/>
          <p:cNvPicPr>
            <a:picLocks noChangeAspect="1"/>
          </p:cNvPicPr>
          <p:nvPr/>
        </p:nvPicPr>
        <p:blipFill>
          <a:blip r:embed="rId5"/>
          <a:stretch>
            <a:fillRect/>
          </a:stretch>
        </p:blipFill>
        <p:spPr>
          <a:xfrm>
            <a:off x="4663440" y="3931920"/>
            <a:ext cx="548640" cy="548640"/>
          </a:xfrm>
          <a:prstGeom prst="rect">
            <a:avLst/>
          </a:prstGeom>
        </p:spPr>
      </p:pic>
      <p:sp>
        <p:nvSpPr>
          <p:cNvPr id="17" name="TextBox 16"/>
          <p:cNvSpPr txBox="1"/>
          <p:nvPr/>
        </p:nvSpPr>
        <p:spPr>
          <a:xfrm>
            <a:off x="4663440" y="4617720"/>
            <a:ext cx="2852928" cy="1143000"/>
          </a:xfrm>
          <a:prstGeom prst="rect">
            <a:avLst/>
          </a:prstGeom>
          <a:noFill/>
        </p:spPr>
        <p:txBody>
          <a:bodyPr wrap="square" lIns="0" tIns="0" rIns="0" bIns="0" anchor="t">
            <a:spAutoFit/>
          </a:bodyPr>
          <a:lstStyle/>
          <a:p>
            <a:pPr algn="l">
              <a:spcAft>
                <a:spcPts val="400"/>
              </a:spcAft>
            </a:pPr>
            <a:r>
              <a:rPr sz="1100" b="1" i="0">
                <a:solidFill>
                  <a:srgbClr val="4E51A5"/>
                </a:solidFill>
              </a:rPr>
              <a:t>Deliverable 2</a:t>
            </a:r>
          </a:p>
          <a:p>
            <a:pPr algn="l">
              <a:spcAft>
                <a:spcPts val="400"/>
              </a:spcAft>
            </a:pPr>
            <a:r>
              <a:rPr sz="1600" b="1" i="0">
                <a:solidFill>
                  <a:srgbClr val="222222"/>
                </a:solidFill>
              </a:rPr>
              <a:t>Detailed Implementation Plan</a:t>
            </a:r>
          </a:p>
          <a:p>
            <a:pPr algn="l">
              <a:spcAft>
                <a:spcPts val="400"/>
              </a:spcAft>
            </a:pPr>
            <a:r>
              <a:rPr sz="1300" b="0" i="0">
                <a:solidFill>
                  <a:srgbClr val="595959"/>
                </a:solidFill>
              </a:rPr>
              <a:t>From outlook to concrete actions and priorities</a:t>
            </a:r>
          </a:p>
        </p:txBody>
      </p:sp>
      <p:sp>
        <p:nvSpPr>
          <p:cNvPr id="18" name="Rounded Rectangle 17"/>
          <p:cNvSpPr/>
          <p:nvPr/>
        </p:nvSpPr>
        <p:spPr>
          <a:xfrm>
            <a:off x="7991856" y="3657600"/>
            <a:ext cx="3401568" cy="22402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PiAtom_4E51A5.png"/>
          <p:cNvPicPr>
            <a:picLocks noChangeAspect="1"/>
          </p:cNvPicPr>
          <p:nvPr/>
        </p:nvPicPr>
        <p:blipFill>
          <a:blip r:embed="rId6"/>
          <a:stretch>
            <a:fillRect/>
          </a:stretch>
        </p:blipFill>
        <p:spPr>
          <a:xfrm>
            <a:off x="8266176" y="3931920"/>
            <a:ext cx="548640" cy="548640"/>
          </a:xfrm>
          <a:prstGeom prst="rect">
            <a:avLst/>
          </a:prstGeom>
        </p:spPr>
      </p:pic>
      <p:sp>
        <p:nvSpPr>
          <p:cNvPr id="20" name="TextBox 19"/>
          <p:cNvSpPr txBox="1"/>
          <p:nvPr/>
        </p:nvSpPr>
        <p:spPr>
          <a:xfrm>
            <a:off x="8266176" y="4617720"/>
            <a:ext cx="2852928" cy="1143000"/>
          </a:xfrm>
          <a:prstGeom prst="rect">
            <a:avLst/>
          </a:prstGeom>
          <a:noFill/>
        </p:spPr>
        <p:txBody>
          <a:bodyPr wrap="square" lIns="0" tIns="0" rIns="0" bIns="0" anchor="t">
            <a:spAutoFit/>
          </a:bodyPr>
          <a:lstStyle/>
          <a:p>
            <a:pPr algn="l">
              <a:spcAft>
                <a:spcPts val="400"/>
              </a:spcAft>
            </a:pPr>
            <a:r>
              <a:rPr sz="1100" b="1" i="0">
                <a:solidFill>
                  <a:srgbClr val="4E51A5"/>
                </a:solidFill>
              </a:rPr>
              <a:t>Deliverable 3</a:t>
            </a:r>
          </a:p>
          <a:p>
            <a:pPr algn="l">
              <a:spcAft>
                <a:spcPts val="400"/>
              </a:spcAft>
            </a:pPr>
            <a:r>
              <a:rPr sz="1600" b="1" i="0">
                <a:solidFill>
                  <a:srgbClr val="222222"/>
                </a:solidFill>
              </a:rPr>
              <a:t>Federated Quantum Lab</a:t>
            </a:r>
          </a:p>
          <a:p>
            <a:pPr algn="l">
              <a:spcAft>
                <a:spcPts val="400"/>
              </a:spcAft>
            </a:pPr>
            <a:r>
              <a:rPr sz="1300" b="0" i="0">
                <a:solidFill>
                  <a:srgbClr val="595959"/>
                </a:solidFill>
              </a:rPr>
              <a:t>What a federated JRC quantum lab could look like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How we built the Outlook</a:t>
            </a:r>
          </a:p>
        </p:txBody>
      </p:sp>
      <p:sp>
        <p:nvSpPr>
          <p:cNvPr id="4" name="Rounded Rectangle 3"/>
          <p:cNvSpPr/>
          <p:nvPr/>
        </p:nvSpPr>
        <p:spPr>
          <a:xfrm>
            <a:off x="786384" y="2148840"/>
            <a:ext cx="2926080" cy="1691640"/>
          </a:xfrm>
          <a:prstGeom prst="roundRect">
            <a:avLst>
              <a:gd name="adj" fmla="val 8000"/>
            </a:avLst>
          </a:prstGeom>
          <a:solidFill>
            <a:srgbClr val="E6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PiSquaresFour_4E51A5.png"/>
          <p:cNvPicPr>
            <a:picLocks noChangeAspect="1"/>
          </p:cNvPicPr>
          <p:nvPr/>
        </p:nvPicPr>
        <p:blipFill>
          <a:blip r:embed="rId3"/>
          <a:stretch>
            <a:fillRect/>
          </a:stretch>
        </p:blipFill>
        <p:spPr>
          <a:xfrm>
            <a:off x="1014983" y="2377440"/>
            <a:ext cx="457200" cy="457200"/>
          </a:xfrm>
          <a:prstGeom prst="rect">
            <a:avLst/>
          </a:prstGeom>
        </p:spPr>
      </p:pic>
      <p:sp>
        <p:nvSpPr>
          <p:cNvPr id="6" name="TextBox 5"/>
          <p:cNvSpPr txBox="1"/>
          <p:nvPr/>
        </p:nvSpPr>
        <p:spPr>
          <a:xfrm>
            <a:off x="1609344" y="2423160"/>
            <a:ext cx="1920240" cy="411480"/>
          </a:xfrm>
          <a:prstGeom prst="rect">
            <a:avLst/>
          </a:prstGeom>
          <a:noFill/>
        </p:spPr>
        <p:txBody>
          <a:bodyPr wrap="square" lIns="0" tIns="0" rIns="0" bIns="0" anchor="t">
            <a:spAutoFit/>
          </a:bodyPr>
          <a:lstStyle/>
          <a:p>
            <a:pPr algn="l">
              <a:spcAft>
                <a:spcPts val="400"/>
              </a:spcAft>
            </a:pPr>
            <a:r>
              <a:rPr sz="1800" b="1" i="0">
                <a:solidFill>
                  <a:srgbClr val="4E51A5"/>
                </a:solidFill>
              </a:rPr>
              <a:t>Themes</a:t>
            </a:r>
          </a:p>
        </p:txBody>
      </p:sp>
      <p:sp>
        <p:nvSpPr>
          <p:cNvPr id="7" name="TextBox 6"/>
          <p:cNvSpPr txBox="1"/>
          <p:nvPr/>
        </p:nvSpPr>
        <p:spPr>
          <a:xfrm>
            <a:off x="1014983" y="2953512"/>
            <a:ext cx="2468880" cy="822960"/>
          </a:xfrm>
          <a:prstGeom prst="rect">
            <a:avLst/>
          </a:prstGeom>
          <a:noFill/>
        </p:spPr>
        <p:txBody>
          <a:bodyPr wrap="square" lIns="0" tIns="0" rIns="0" bIns="0" anchor="t">
            <a:spAutoFit/>
          </a:bodyPr>
          <a:lstStyle/>
          <a:p>
            <a:pPr algn="l">
              <a:spcAft>
                <a:spcPts val="400"/>
              </a:spcAft>
            </a:pPr>
            <a:r>
              <a:rPr sz="1300" b="0" i="0">
                <a:solidFill>
                  <a:srgbClr val="222222"/>
                </a:solidFill>
              </a:rPr>
              <a:t>12 research themes drawn from the scientific domains of all JRC directorates</a:t>
            </a:r>
          </a:p>
        </p:txBody>
      </p:sp>
      <p:sp>
        <p:nvSpPr>
          <p:cNvPr id="8" name="Rounded Rectangle 7"/>
          <p:cNvSpPr/>
          <p:nvPr/>
        </p:nvSpPr>
        <p:spPr>
          <a:xfrm>
            <a:off x="4626864" y="2148840"/>
            <a:ext cx="2926080" cy="1691640"/>
          </a:xfrm>
          <a:prstGeom prst="roundRect">
            <a:avLst>
              <a:gd name="adj" fmla="val 8000"/>
            </a:avLst>
          </a:prstGeom>
          <a:solidFill>
            <a:srgbClr val="E6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PiAtom_4E51A5.png"/>
          <p:cNvPicPr>
            <a:picLocks noChangeAspect="1"/>
          </p:cNvPicPr>
          <p:nvPr/>
        </p:nvPicPr>
        <p:blipFill>
          <a:blip r:embed="rId4"/>
          <a:stretch>
            <a:fillRect/>
          </a:stretch>
        </p:blipFill>
        <p:spPr>
          <a:xfrm>
            <a:off x="4855464" y="2377440"/>
            <a:ext cx="457200" cy="457200"/>
          </a:xfrm>
          <a:prstGeom prst="rect">
            <a:avLst/>
          </a:prstGeom>
        </p:spPr>
      </p:pic>
      <p:sp>
        <p:nvSpPr>
          <p:cNvPr id="10" name="TextBox 9"/>
          <p:cNvSpPr txBox="1"/>
          <p:nvPr/>
        </p:nvSpPr>
        <p:spPr>
          <a:xfrm>
            <a:off x="5449824" y="2423160"/>
            <a:ext cx="1920240" cy="411480"/>
          </a:xfrm>
          <a:prstGeom prst="rect">
            <a:avLst/>
          </a:prstGeom>
          <a:noFill/>
        </p:spPr>
        <p:txBody>
          <a:bodyPr wrap="square" lIns="0" tIns="0" rIns="0" bIns="0" anchor="t">
            <a:spAutoFit/>
          </a:bodyPr>
          <a:lstStyle/>
          <a:p>
            <a:pPr algn="l">
              <a:spcAft>
                <a:spcPts val="400"/>
              </a:spcAft>
            </a:pPr>
            <a:r>
              <a:rPr sz="1800" b="1" i="0">
                <a:solidFill>
                  <a:srgbClr val="4E51A5"/>
                </a:solidFill>
              </a:rPr>
              <a:t>Families</a:t>
            </a:r>
          </a:p>
        </p:txBody>
      </p:sp>
      <p:sp>
        <p:nvSpPr>
          <p:cNvPr id="11" name="TextBox 10"/>
          <p:cNvSpPr txBox="1"/>
          <p:nvPr/>
        </p:nvSpPr>
        <p:spPr>
          <a:xfrm>
            <a:off x="4855464" y="2953512"/>
            <a:ext cx="2468880" cy="822960"/>
          </a:xfrm>
          <a:prstGeom prst="rect">
            <a:avLst/>
          </a:prstGeom>
          <a:noFill/>
        </p:spPr>
        <p:txBody>
          <a:bodyPr wrap="square" lIns="0" tIns="0" rIns="0" bIns="0" anchor="t">
            <a:spAutoFit/>
          </a:bodyPr>
          <a:lstStyle/>
          <a:p>
            <a:pPr algn="l">
              <a:spcAft>
                <a:spcPts val="400"/>
              </a:spcAft>
            </a:pPr>
            <a:r>
              <a:rPr sz="1300" b="0" i="0">
                <a:solidFill>
                  <a:srgbClr val="222222"/>
                </a:solidFill>
              </a:rPr>
              <a:t>Each theme mapped onto three technology families: sensing, communication, computing</a:t>
            </a:r>
          </a:p>
        </p:txBody>
      </p:sp>
      <p:sp>
        <p:nvSpPr>
          <p:cNvPr id="12" name="Rounded Rectangle 11"/>
          <p:cNvSpPr/>
          <p:nvPr/>
        </p:nvSpPr>
        <p:spPr>
          <a:xfrm>
            <a:off x="8467344" y="2148840"/>
            <a:ext cx="2926080" cy="1691640"/>
          </a:xfrm>
          <a:prstGeom prst="roundRect">
            <a:avLst>
              <a:gd name="adj" fmla="val 8000"/>
            </a:avLst>
          </a:prstGeom>
          <a:solidFill>
            <a:srgbClr val="E6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PiTarget_4E51A5.png"/>
          <p:cNvPicPr>
            <a:picLocks noChangeAspect="1"/>
          </p:cNvPicPr>
          <p:nvPr/>
        </p:nvPicPr>
        <p:blipFill>
          <a:blip r:embed="rId5"/>
          <a:stretch>
            <a:fillRect/>
          </a:stretch>
        </p:blipFill>
        <p:spPr>
          <a:xfrm>
            <a:off x="8695944" y="2377440"/>
            <a:ext cx="457200" cy="457200"/>
          </a:xfrm>
          <a:prstGeom prst="rect">
            <a:avLst/>
          </a:prstGeom>
        </p:spPr>
      </p:pic>
      <p:sp>
        <p:nvSpPr>
          <p:cNvPr id="14" name="TextBox 13"/>
          <p:cNvSpPr txBox="1"/>
          <p:nvPr/>
        </p:nvSpPr>
        <p:spPr>
          <a:xfrm>
            <a:off x="9290304" y="2423160"/>
            <a:ext cx="1920240" cy="411480"/>
          </a:xfrm>
          <a:prstGeom prst="rect">
            <a:avLst/>
          </a:prstGeom>
          <a:noFill/>
        </p:spPr>
        <p:txBody>
          <a:bodyPr wrap="square" lIns="0" tIns="0" rIns="0" bIns="0" anchor="t">
            <a:spAutoFit/>
          </a:bodyPr>
          <a:lstStyle/>
          <a:p>
            <a:pPr algn="l">
              <a:spcAft>
                <a:spcPts val="400"/>
              </a:spcAft>
            </a:pPr>
            <a:r>
              <a:rPr sz="1800" b="1" i="0">
                <a:solidFill>
                  <a:srgbClr val="4E51A5"/>
                </a:solidFill>
              </a:rPr>
              <a:t>Impacts</a:t>
            </a:r>
          </a:p>
        </p:txBody>
      </p:sp>
      <p:sp>
        <p:nvSpPr>
          <p:cNvPr id="15" name="TextBox 14"/>
          <p:cNvSpPr txBox="1"/>
          <p:nvPr/>
        </p:nvSpPr>
        <p:spPr>
          <a:xfrm>
            <a:off x="8695944" y="2953512"/>
            <a:ext cx="2468880" cy="822960"/>
          </a:xfrm>
          <a:prstGeom prst="rect">
            <a:avLst/>
          </a:prstGeom>
          <a:noFill/>
        </p:spPr>
        <p:txBody>
          <a:bodyPr wrap="square" lIns="0" tIns="0" rIns="0" bIns="0" anchor="t">
            <a:spAutoFit/>
          </a:bodyPr>
          <a:lstStyle/>
          <a:p>
            <a:pPr algn="l">
              <a:spcAft>
                <a:spcPts val="400"/>
              </a:spcAft>
            </a:pPr>
            <a:r>
              <a:rPr sz="1300" b="0" i="0">
                <a:solidFill>
                  <a:srgbClr val="222222"/>
                </a:solidFill>
              </a:rPr>
              <a:t>Broader implications, including strategic autonomy and policy relevance</a:t>
            </a:r>
          </a:p>
        </p:txBody>
      </p:sp>
      <p:sp>
        <p:nvSpPr>
          <p:cNvPr id="16" name="Right Arrow 15"/>
          <p:cNvSpPr/>
          <p:nvPr/>
        </p:nvSpPr>
        <p:spPr>
          <a:xfrm>
            <a:off x="3941064" y="2793492"/>
            <a:ext cx="457200" cy="402336"/>
          </a:xfrm>
          <a:prstGeom prst="rightArrow">
            <a:avLst/>
          </a:prstGeom>
          <a:solidFill>
            <a:srgbClr val="4E5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ight Arrow 16"/>
          <p:cNvSpPr/>
          <p:nvPr/>
        </p:nvSpPr>
        <p:spPr>
          <a:xfrm>
            <a:off x="7781544" y="2793492"/>
            <a:ext cx="457200" cy="402336"/>
          </a:xfrm>
          <a:prstGeom prst="rightArrow">
            <a:avLst/>
          </a:prstGeom>
          <a:solidFill>
            <a:srgbClr val="4E5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Freeform 1"/>
          <p:cNvSpPr/>
          <p:nvPr/>
        </p:nvSpPr>
        <p:spPr>
          <a:xfrm>
            <a:off x="2249424" y="1874519"/>
            <a:ext cx="7680960" cy="274321"/>
          </a:xfrm>
          <a:custGeom>
            <a:avLst/>
            <a:gdLst/>
            <a:ahLst/>
            <a:cxnLst/>
            <a:rect l="l" t="t" r="r" b="b"/>
            <a:pathLst>
              <a:path w="7680960" h="274321">
                <a:moveTo>
                  <a:pt x="7680960" y="274321"/>
                </a:moveTo>
                <a:lnTo>
                  <a:pt x="7680960" y="0"/>
                </a:lnTo>
                <a:lnTo>
                  <a:pt x="0" y="0"/>
                </a:lnTo>
                <a:lnTo>
                  <a:pt x="0" y="256033"/>
                </a:lnTo>
              </a:path>
            </a:pathLst>
          </a:custGeom>
          <a:noFill/>
          <a:ln w="22225">
            <a:solidFill>
              <a:srgbClr val="4E51A5"/>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12080" y="1746503"/>
            <a:ext cx="1783080" cy="256032"/>
          </a:xfrm>
          <a:prstGeom prst="rect">
            <a:avLst/>
          </a:prstGeom>
          <a:solidFill>
            <a:srgbClr val="FFFFFF"/>
          </a:solidFill>
        </p:spPr>
        <p:txBody>
          <a:bodyPr wrap="square" lIns="0" tIns="0" rIns="0" bIns="0" anchor="ctr">
            <a:spAutoFit/>
          </a:bodyPr>
          <a:lstStyle/>
          <a:p>
            <a:pPr algn="ctr">
              <a:spcAft>
                <a:spcPts val="400"/>
              </a:spcAft>
            </a:pPr>
            <a:r>
              <a:rPr sz="1100" b="0" i="1">
                <a:solidFill>
                  <a:srgbClr val="4E51A5"/>
                </a:solidFill>
              </a:rPr>
              <a:t>iterative loop</a:t>
            </a:r>
          </a:p>
        </p:txBody>
      </p:sp>
      <p:sp>
        <p:nvSpPr>
          <p:cNvPr id="19" name="TextBox 18"/>
          <p:cNvSpPr txBox="1"/>
          <p:nvPr/>
        </p:nvSpPr>
        <p:spPr>
          <a:xfrm>
            <a:off x="786384" y="4206240"/>
            <a:ext cx="4572000" cy="274320"/>
          </a:xfrm>
          <a:prstGeom prst="rect">
            <a:avLst/>
          </a:prstGeom>
          <a:noFill/>
        </p:spPr>
        <p:txBody>
          <a:bodyPr wrap="square" lIns="0" tIns="0" rIns="0" bIns="0" anchor="t">
            <a:spAutoFit/>
          </a:bodyPr>
          <a:lstStyle/>
          <a:p>
            <a:pPr algn="l">
              <a:spcAft>
                <a:spcPts val="400"/>
              </a:spcAft>
            </a:pPr>
            <a:r>
              <a:rPr sz="1100" b="1" i="0">
                <a:solidFill>
                  <a:srgbClr val="4E51A5"/>
                </a:solidFill>
              </a:rPr>
              <a:t>HOW WE WORKED</a:t>
            </a:r>
          </a:p>
        </p:txBody>
      </p:sp>
      <p:sp>
        <p:nvSpPr>
          <p:cNvPr id="20" name="Rounded Rectangle 19"/>
          <p:cNvSpPr/>
          <p:nvPr/>
        </p:nvSpPr>
        <p:spPr>
          <a:xfrm>
            <a:off x="786384" y="4553712"/>
            <a:ext cx="3401568" cy="13258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Picture 20" descr="PiHandshake_4E51A5.png"/>
          <p:cNvPicPr>
            <a:picLocks noChangeAspect="1"/>
          </p:cNvPicPr>
          <p:nvPr/>
        </p:nvPicPr>
        <p:blipFill>
          <a:blip r:embed="rId6"/>
          <a:stretch>
            <a:fillRect/>
          </a:stretch>
        </p:blipFill>
        <p:spPr>
          <a:xfrm>
            <a:off x="1014983" y="4754880"/>
            <a:ext cx="502920" cy="502920"/>
          </a:xfrm>
          <a:prstGeom prst="rect">
            <a:avLst/>
          </a:prstGeom>
        </p:spPr>
      </p:pic>
      <p:sp>
        <p:nvSpPr>
          <p:cNvPr id="22" name="TextBox 21"/>
          <p:cNvSpPr txBox="1"/>
          <p:nvPr/>
        </p:nvSpPr>
        <p:spPr>
          <a:xfrm>
            <a:off x="1700784" y="4553712"/>
            <a:ext cx="2286000" cy="1325880"/>
          </a:xfrm>
          <a:prstGeom prst="rect">
            <a:avLst/>
          </a:prstGeom>
          <a:noFill/>
        </p:spPr>
        <p:txBody>
          <a:bodyPr wrap="square" lIns="0" tIns="0" rIns="0" bIns="0" anchor="ctr">
            <a:spAutoFit/>
          </a:bodyPr>
          <a:lstStyle/>
          <a:p>
            <a:pPr algn="l">
              <a:spcAft>
                <a:spcPts val="400"/>
              </a:spcAft>
            </a:pPr>
            <a:r>
              <a:rPr sz="1400" b="1" i="0">
                <a:solidFill>
                  <a:srgbClr val="222222"/>
                </a:solidFill>
              </a:rPr>
              <a:t>Collaborative and structured</a:t>
            </a:r>
          </a:p>
          <a:p>
            <a:pPr algn="l">
              <a:spcAft>
                <a:spcPts val="400"/>
              </a:spcAft>
            </a:pPr>
            <a:r>
              <a:rPr sz="1200" b="0" i="0">
                <a:solidFill>
                  <a:srgbClr val="595959"/>
                </a:solidFill>
              </a:rPr>
              <a:t>A cross-disciplinary inquiry carried out jointly within the JRC</a:t>
            </a:r>
          </a:p>
        </p:txBody>
      </p:sp>
      <p:sp>
        <p:nvSpPr>
          <p:cNvPr id="23" name="Rounded Rectangle 22"/>
          <p:cNvSpPr/>
          <p:nvPr/>
        </p:nvSpPr>
        <p:spPr>
          <a:xfrm>
            <a:off x="4389120" y="4553712"/>
            <a:ext cx="3401568" cy="13258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PiFlask_4E51A5.png"/>
          <p:cNvPicPr>
            <a:picLocks noChangeAspect="1"/>
          </p:cNvPicPr>
          <p:nvPr/>
        </p:nvPicPr>
        <p:blipFill>
          <a:blip r:embed="rId7"/>
          <a:stretch>
            <a:fillRect/>
          </a:stretch>
        </p:blipFill>
        <p:spPr>
          <a:xfrm>
            <a:off x="4617720" y="4754880"/>
            <a:ext cx="502920" cy="502920"/>
          </a:xfrm>
          <a:prstGeom prst="rect">
            <a:avLst/>
          </a:prstGeom>
        </p:spPr>
      </p:pic>
      <p:sp>
        <p:nvSpPr>
          <p:cNvPr id="25" name="TextBox 24"/>
          <p:cNvSpPr txBox="1"/>
          <p:nvPr/>
        </p:nvSpPr>
        <p:spPr>
          <a:xfrm>
            <a:off x="5303520" y="4553712"/>
            <a:ext cx="2286000" cy="1325880"/>
          </a:xfrm>
          <a:prstGeom prst="rect">
            <a:avLst/>
          </a:prstGeom>
          <a:noFill/>
        </p:spPr>
        <p:txBody>
          <a:bodyPr wrap="square" lIns="0" tIns="0" rIns="0" bIns="0" anchor="ctr">
            <a:spAutoFit/>
          </a:bodyPr>
          <a:lstStyle/>
          <a:p>
            <a:pPr algn="l">
              <a:spcAft>
                <a:spcPts val="400"/>
              </a:spcAft>
            </a:pPr>
            <a:r>
              <a:rPr sz="1400" b="1" i="0">
                <a:solidFill>
                  <a:srgbClr val="222222"/>
                </a:solidFill>
              </a:rPr>
              <a:t>Bottom-up use cases</a:t>
            </a:r>
          </a:p>
          <a:p>
            <a:pPr algn="l">
              <a:spcAft>
                <a:spcPts val="400"/>
              </a:spcAft>
            </a:pPr>
            <a:r>
              <a:rPr sz="1200" b="0" i="0">
                <a:solidFill>
                  <a:srgbClr val="595959"/>
                </a:solidFill>
              </a:rPr>
              <a:t>Each directorate identified potential quantum applications in its own field</a:t>
            </a:r>
          </a:p>
        </p:txBody>
      </p:sp>
      <p:sp>
        <p:nvSpPr>
          <p:cNvPr id="26" name="Rounded Rectangle 25"/>
          <p:cNvSpPr/>
          <p:nvPr/>
        </p:nvSpPr>
        <p:spPr>
          <a:xfrm>
            <a:off x="7991856" y="4553712"/>
            <a:ext cx="3401568" cy="13258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7" name="Picture 26" descr="PiBank_4E51A5.png"/>
          <p:cNvPicPr>
            <a:picLocks noChangeAspect="1"/>
          </p:cNvPicPr>
          <p:nvPr/>
        </p:nvPicPr>
        <p:blipFill>
          <a:blip r:embed="rId8"/>
          <a:stretch>
            <a:fillRect/>
          </a:stretch>
        </p:blipFill>
        <p:spPr>
          <a:xfrm>
            <a:off x="8220456" y="4754880"/>
            <a:ext cx="502920" cy="502920"/>
          </a:xfrm>
          <a:prstGeom prst="rect">
            <a:avLst/>
          </a:prstGeom>
        </p:spPr>
      </p:pic>
      <p:sp>
        <p:nvSpPr>
          <p:cNvPr id="28" name="TextBox 27"/>
          <p:cNvSpPr txBox="1"/>
          <p:nvPr/>
        </p:nvSpPr>
        <p:spPr>
          <a:xfrm>
            <a:off x="8906256" y="4553712"/>
            <a:ext cx="2286000" cy="1325880"/>
          </a:xfrm>
          <a:prstGeom prst="rect">
            <a:avLst/>
          </a:prstGeom>
          <a:noFill/>
        </p:spPr>
        <p:txBody>
          <a:bodyPr wrap="square" lIns="0" tIns="0" rIns="0" bIns="0" anchor="ctr">
            <a:spAutoFit/>
          </a:bodyPr>
          <a:lstStyle/>
          <a:p>
            <a:pPr algn="l">
              <a:spcAft>
                <a:spcPts val="400"/>
              </a:spcAft>
            </a:pPr>
            <a:r>
              <a:rPr sz="1400" b="1" i="0">
                <a:solidFill>
                  <a:srgbClr val="222222"/>
                </a:solidFill>
              </a:rPr>
              <a:t>Science for policy</a:t>
            </a:r>
          </a:p>
          <a:p>
            <a:pPr algn="l">
              <a:spcAft>
                <a:spcPts val="400"/>
              </a:spcAft>
            </a:pPr>
            <a:r>
              <a:rPr sz="1200" b="0" i="0">
                <a:solidFill>
                  <a:srgbClr val="595959"/>
                </a:solidFill>
              </a:rPr>
              <a:t>A distinctive policy lens on an emerging technology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What is inside the report</a:t>
            </a:r>
          </a:p>
        </p:txBody>
      </p:sp>
      <p:sp>
        <p:nvSpPr>
          <p:cNvPr id="4" name="Rounded Rectangle 3"/>
          <p:cNvSpPr/>
          <p:nvPr/>
        </p:nvSpPr>
        <p:spPr>
          <a:xfrm>
            <a:off x="786384" y="1737360"/>
            <a:ext cx="7680960" cy="566928"/>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969264" y="1828800"/>
            <a:ext cx="384048" cy="384048"/>
          </a:xfrm>
          <a:prstGeom prst="ellipse">
            <a:avLst/>
          </a:prstGeom>
          <a:solidFill>
            <a:srgbClr val="4E51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1</a:t>
            </a:r>
          </a:p>
        </p:txBody>
      </p:sp>
      <p:sp>
        <p:nvSpPr>
          <p:cNvPr id="6" name="TextBox 5"/>
          <p:cNvSpPr txBox="1"/>
          <p:nvPr/>
        </p:nvSpPr>
        <p:spPr>
          <a:xfrm>
            <a:off x="1563624" y="1737360"/>
            <a:ext cx="6675120" cy="566928"/>
          </a:xfrm>
          <a:prstGeom prst="rect">
            <a:avLst/>
          </a:prstGeom>
          <a:noFill/>
        </p:spPr>
        <p:txBody>
          <a:bodyPr wrap="square" lIns="0" tIns="0" rIns="0" bIns="0" anchor="ctr">
            <a:spAutoFit/>
          </a:bodyPr>
          <a:lstStyle/>
          <a:p>
            <a:pPr algn="l">
              <a:spcAft>
                <a:spcPts val="200"/>
              </a:spcAft>
            </a:pPr>
            <a:r>
              <a:rPr sz="1600" b="1" i="0">
                <a:solidFill>
                  <a:srgbClr val="222222"/>
                </a:solidFill>
              </a:rPr>
              <a:t>Introduction</a:t>
            </a:r>
          </a:p>
        </p:txBody>
      </p:sp>
      <p:sp>
        <p:nvSpPr>
          <p:cNvPr id="7" name="Rounded Rectangle 6"/>
          <p:cNvSpPr/>
          <p:nvPr/>
        </p:nvSpPr>
        <p:spPr>
          <a:xfrm>
            <a:off x="786384" y="2441448"/>
            <a:ext cx="7680960" cy="1874519"/>
          </a:xfrm>
          <a:prstGeom prst="roundRect">
            <a:avLst>
              <a:gd name="adj" fmla="val 8000"/>
            </a:avLst>
          </a:prstGeom>
          <a:solidFill>
            <a:srgbClr val="E6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969264" y="2532888"/>
            <a:ext cx="384048" cy="384048"/>
          </a:xfrm>
          <a:prstGeom prst="ellipse">
            <a:avLst/>
          </a:prstGeom>
          <a:solidFill>
            <a:srgbClr val="4E51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2</a:t>
            </a:r>
          </a:p>
        </p:txBody>
      </p:sp>
      <p:sp>
        <p:nvSpPr>
          <p:cNvPr id="9" name="TextBox 8"/>
          <p:cNvSpPr txBox="1"/>
          <p:nvPr/>
        </p:nvSpPr>
        <p:spPr>
          <a:xfrm>
            <a:off x="1563624" y="2551176"/>
            <a:ext cx="6675120" cy="640080"/>
          </a:xfrm>
          <a:prstGeom prst="rect">
            <a:avLst/>
          </a:prstGeom>
          <a:noFill/>
        </p:spPr>
        <p:txBody>
          <a:bodyPr wrap="square" lIns="0" tIns="0" rIns="0" bIns="0" anchor="t">
            <a:spAutoFit/>
          </a:bodyPr>
          <a:lstStyle/>
          <a:p>
            <a:pPr algn="l">
              <a:spcAft>
                <a:spcPts val="200"/>
              </a:spcAft>
            </a:pPr>
            <a:r>
              <a:rPr sz="1600" b="1" i="0">
                <a:solidFill>
                  <a:srgbClr val="222222"/>
                </a:solidFill>
              </a:rPr>
              <a:t>Research use cases of quantum technologies</a:t>
            </a:r>
          </a:p>
          <a:p>
            <a:pPr algn="l">
              <a:spcAft>
                <a:spcPts val="200"/>
              </a:spcAft>
            </a:pPr>
            <a:r>
              <a:rPr sz="1300" b="0" i="0">
                <a:solidFill>
                  <a:srgbClr val="595959"/>
                </a:solidFill>
              </a:rPr>
              <a:t>One chapter per theme, each organised by technology family</a:t>
            </a:r>
          </a:p>
        </p:txBody>
      </p:sp>
      <p:sp>
        <p:nvSpPr>
          <p:cNvPr id="10" name="Rounded Rectangle 9"/>
          <p:cNvSpPr/>
          <p:nvPr/>
        </p:nvSpPr>
        <p:spPr>
          <a:xfrm>
            <a:off x="1563624" y="3310128"/>
            <a:ext cx="1188720" cy="43891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PiPulse_4E51A5.png"/>
          <p:cNvPicPr>
            <a:picLocks noChangeAspect="1"/>
          </p:cNvPicPr>
          <p:nvPr/>
        </p:nvPicPr>
        <p:blipFill>
          <a:blip r:embed="rId3"/>
          <a:stretch>
            <a:fillRect/>
          </a:stretch>
        </p:blipFill>
        <p:spPr>
          <a:xfrm>
            <a:off x="1673352" y="3374136"/>
            <a:ext cx="310896" cy="310896"/>
          </a:xfrm>
          <a:prstGeom prst="rect">
            <a:avLst/>
          </a:prstGeom>
        </p:spPr>
      </p:pic>
      <p:sp>
        <p:nvSpPr>
          <p:cNvPr id="12" name="TextBox 11"/>
          <p:cNvSpPr txBox="1"/>
          <p:nvPr/>
        </p:nvSpPr>
        <p:spPr>
          <a:xfrm>
            <a:off x="2039112" y="3310128"/>
            <a:ext cx="676656" cy="438912"/>
          </a:xfrm>
          <a:prstGeom prst="rect">
            <a:avLst/>
          </a:prstGeom>
          <a:noFill/>
        </p:spPr>
        <p:txBody>
          <a:bodyPr wrap="square" lIns="0" tIns="0" rIns="0" bIns="0" anchor="ctr">
            <a:spAutoFit/>
          </a:bodyPr>
          <a:lstStyle/>
          <a:p>
            <a:pPr algn="l">
              <a:spcAft>
                <a:spcPts val="0"/>
              </a:spcAft>
            </a:pPr>
            <a:r>
              <a:rPr sz="1100" b="1" i="0">
                <a:solidFill>
                  <a:srgbClr val="4E51A5"/>
                </a:solidFill>
              </a:rPr>
              <a:t>Sensing</a:t>
            </a:r>
          </a:p>
        </p:txBody>
      </p:sp>
      <p:sp>
        <p:nvSpPr>
          <p:cNvPr id="13" name="Rounded Rectangle 12"/>
          <p:cNvSpPr/>
          <p:nvPr/>
        </p:nvSpPr>
        <p:spPr>
          <a:xfrm>
            <a:off x="2862072" y="3310128"/>
            <a:ext cx="1783080" cy="43891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PiBroadcast_4E51A5.png"/>
          <p:cNvPicPr>
            <a:picLocks noChangeAspect="1"/>
          </p:cNvPicPr>
          <p:nvPr/>
        </p:nvPicPr>
        <p:blipFill>
          <a:blip r:embed="rId4"/>
          <a:stretch>
            <a:fillRect/>
          </a:stretch>
        </p:blipFill>
        <p:spPr>
          <a:xfrm>
            <a:off x="2971800" y="3374136"/>
            <a:ext cx="310896" cy="310896"/>
          </a:xfrm>
          <a:prstGeom prst="rect">
            <a:avLst/>
          </a:prstGeom>
        </p:spPr>
      </p:pic>
      <p:sp>
        <p:nvSpPr>
          <p:cNvPr id="15" name="TextBox 14"/>
          <p:cNvSpPr txBox="1"/>
          <p:nvPr/>
        </p:nvSpPr>
        <p:spPr>
          <a:xfrm>
            <a:off x="3337560" y="3310128"/>
            <a:ext cx="1271016" cy="438912"/>
          </a:xfrm>
          <a:prstGeom prst="rect">
            <a:avLst/>
          </a:prstGeom>
          <a:noFill/>
        </p:spPr>
        <p:txBody>
          <a:bodyPr wrap="square" lIns="0" tIns="0" rIns="0" bIns="0" anchor="ctr">
            <a:spAutoFit/>
          </a:bodyPr>
          <a:lstStyle/>
          <a:p>
            <a:pPr algn="l">
              <a:spcAft>
                <a:spcPts val="0"/>
              </a:spcAft>
            </a:pPr>
            <a:r>
              <a:rPr sz="1100" b="1" i="0">
                <a:solidFill>
                  <a:srgbClr val="4E51A5"/>
                </a:solidFill>
              </a:rPr>
              <a:t>Communication</a:t>
            </a:r>
          </a:p>
        </p:txBody>
      </p:sp>
      <p:sp>
        <p:nvSpPr>
          <p:cNvPr id="16" name="Rounded Rectangle 15"/>
          <p:cNvSpPr/>
          <p:nvPr/>
        </p:nvSpPr>
        <p:spPr>
          <a:xfrm>
            <a:off x="4754879" y="3310128"/>
            <a:ext cx="1371600" cy="43891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PiCpu_4E51A5.png"/>
          <p:cNvPicPr>
            <a:picLocks noChangeAspect="1"/>
          </p:cNvPicPr>
          <p:nvPr/>
        </p:nvPicPr>
        <p:blipFill>
          <a:blip r:embed="rId5"/>
          <a:stretch>
            <a:fillRect/>
          </a:stretch>
        </p:blipFill>
        <p:spPr>
          <a:xfrm>
            <a:off x="4864607" y="3374136"/>
            <a:ext cx="310896" cy="310896"/>
          </a:xfrm>
          <a:prstGeom prst="rect">
            <a:avLst/>
          </a:prstGeom>
        </p:spPr>
      </p:pic>
      <p:sp>
        <p:nvSpPr>
          <p:cNvPr id="18" name="TextBox 17"/>
          <p:cNvSpPr txBox="1"/>
          <p:nvPr/>
        </p:nvSpPr>
        <p:spPr>
          <a:xfrm>
            <a:off x="5230367" y="3310128"/>
            <a:ext cx="859536" cy="438912"/>
          </a:xfrm>
          <a:prstGeom prst="rect">
            <a:avLst/>
          </a:prstGeom>
          <a:noFill/>
        </p:spPr>
        <p:txBody>
          <a:bodyPr wrap="square" lIns="0" tIns="0" rIns="0" bIns="0" anchor="ctr">
            <a:spAutoFit/>
          </a:bodyPr>
          <a:lstStyle/>
          <a:p>
            <a:pPr algn="l">
              <a:spcAft>
                <a:spcPts val="0"/>
              </a:spcAft>
            </a:pPr>
            <a:r>
              <a:rPr sz="1100" b="1" i="0">
                <a:solidFill>
                  <a:srgbClr val="4E51A5"/>
                </a:solidFill>
              </a:rPr>
              <a:t>Computing</a:t>
            </a:r>
          </a:p>
        </p:txBody>
      </p:sp>
      <p:sp>
        <p:nvSpPr>
          <p:cNvPr id="19" name="Rounded Rectangle 18"/>
          <p:cNvSpPr/>
          <p:nvPr/>
        </p:nvSpPr>
        <p:spPr>
          <a:xfrm>
            <a:off x="6236207" y="3310128"/>
            <a:ext cx="2057400" cy="43891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PiInfo_4E51A5.png"/>
          <p:cNvPicPr>
            <a:picLocks noChangeAspect="1"/>
          </p:cNvPicPr>
          <p:nvPr/>
        </p:nvPicPr>
        <p:blipFill>
          <a:blip r:embed="rId6"/>
          <a:stretch>
            <a:fillRect/>
          </a:stretch>
        </p:blipFill>
        <p:spPr>
          <a:xfrm>
            <a:off x="6345936" y="3374136"/>
            <a:ext cx="310896" cy="310896"/>
          </a:xfrm>
          <a:prstGeom prst="rect">
            <a:avLst/>
          </a:prstGeom>
        </p:spPr>
      </p:pic>
      <p:sp>
        <p:nvSpPr>
          <p:cNvPr id="21" name="TextBox 20"/>
          <p:cNvSpPr txBox="1"/>
          <p:nvPr/>
        </p:nvSpPr>
        <p:spPr>
          <a:xfrm>
            <a:off x="6711696" y="3310128"/>
            <a:ext cx="1545336" cy="438912"/>
          </a:xfrm>
          <a:prstGeom prst="rect">
            <a:avLst/>
          </a:prstGeom>
          <a:noFill/>
        </p:spPr>
        <p:txBody>
          <a:bodyPr wrap="square" lIns="0" tIns="0" rIns="0" bIns="0" anchor="ctr">
            <a:spAutoFit/>
          </a:bodyPr>
          <a:lstStyle/>
          <a:p>
            <a:pPr algn="l">
              <a:spcAft>
                <a:spcPts val="0"/>
              </a:spcAft>
            </a:pPr>
            <a:r>
              <a:rPr sz="1100" b="1" i="0">
                <a:solidFill>
                  <a:srgbClr val="4E51A5"/>
                </a:solidFill>
              </a:rPr>
              <a:t>Other considerations</a:t>
            </a:r>
          </a:p>
        </p:txBody>
      </p:sp>
      <p:sp>
        <p:nvSpPr>
          <p:cNvPr id="22" name="TextBox 21"/>
          <p:cNvSpPr txBox="1"/>
          <p:nvPr/>
        </p:nvSpPr>
        <p:spPr>
          <a:xfrm>
            <a:off x="1563624" y="3886200"/>
            <a:ext cx="6675120" cy="320040"/>
          </a:xfrm>
          <a:prstGeom prst="rect">
            <a:avLst/>
          </a:prstGeom>
          <a:noFill/>
        </p:spPr>
        <p:txBody>
          <a:bodyPr wrap="square" lIns="0" tIns="0" rIns="0" bIns="0" anchor="t">
            <a:spAutoFit/>
          </a:bodyPr>
          <a:lstStyle/>
          <a:p>
            <a:pPr algn="l">
              <a:spcAft>
                <a:spcPts val="400"/>
              </a:spcAft>
            </a:pPr>
            <a:r>
              <a:rPr sz="1200" b="0" i="1">
                <a:solidFill>
                  <a:srgbClr val="595959"/>
                </a:solidFill>
              </a:rPr>
              <a:t>Each theme includes a use-case table and explanatory boxes</a:t>
            </a:r>
          </a:p>
        </p:txBody>
      </p:sp>
      <p:sp>
        <p:nvSpPr>
          <p:cNvPr id="23" name="Rounded Rectangle 22"/>
          <p:cNvSpPr/>
          <p:nvPr/>
        </p:nvSpPr>
        <p:spPr>
          <a:xfrm>
            <a:off x="786384" y="4453127"/>
            <a:ext cx="7680960" cy="749808"/>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969264" y="4636007"/>
            <a:ext cx="384048" cy="384048"/>
          </a:xfrm>
          <a:prstGeom prst="ellipse">
            <a:avLst/>
          </a:prstGeom>
          <a:solidFill>
            <a:srgbClr val="4E51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3</a:t>
            </a:r>
          </a:p>
        </p:txBody>
      </p:sp>
      <p:sp>
        <p:nvSpPr>
          <p:cNvPr id="25" name="TextBox 24"/>
          <p:cNvSpPr txBox="1"/>
          <p:nvPr/>
        </p:nvSpPr>
        <p:spPr>
          <a:xfrm>
            <a:off x="1563624" y="4453127"/>
            <a:ext cx="6675120" cy="749808"/>
          </a:xfrm>
          <a:prstGeom prst="rect">
            <a:avLst/>
          </a:prstGeom>
          <a:noFill/>
        </p:spPr>
        <p:txBody>
          <a:bodyPr wrap="square" lIns="0" tIns="0" rIns="0" bIns="0" anchor="ctr">
            <a:spAutoFit/>
          </a:bodyPr>
          <a:lstStyle/>
          <a:p>
            <a:pPr algn="l">
              <a:spcAft>
                <a:spcPts val="200"/>
              </a:spcAft>
            </a:pPr>
            <a:r>
              <a:rPr sz="1600" b="1" i="0">
                <a:solidFill>
                  <a:srgbClr val="222222"/>
                </a:solidFill>
              </a:rPr>
              <a:t>Strategic positioning</a:t>
            </a:r>
          </a:p>
          <a:p>
            <a:pPr algn="l">
              <a:spcAft>
                <a:spcPts val="200"/>
              </a:spcAft>
            </a:pPr>
            <a:r>
              <a:rPr sz="1300" b="0" i="0">
                <a:solidFill>
                  <a:srgbClr val="595959"/>
                </a:solidFill>
              </a:rPr>
              <a:t>What the EU and research institutions should anticipate</a:t>
            </a:r>
          </a:p>
        </p:txBody>
      </p:sp>
      <p:sp>
        <p:nvSpPr>
          <p:cNvPr id="26" name="Rounded Rectangle 25"/>
          <p:cNvSpPr/>
          <p:nvPr/>
        </p:nvSpPr>
        <p:spPr>
          <a:xfrm>
            <a:off x="786384" y="5340095"/>
            <a:ext cx="7680960" cy="566928"/>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69264" y="5431535"/>
            <a:ext cx="384048" cy="384048"/>
          </a:xfrm>
          <a:prstGeom prst="ellipse">
            <a:avLst/>
          </a:prstGeom>
          <a:solidFill>
            <a:srgbClr val="4E51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rPr>
              <a:t>4</a:t>
            </a:r>
          </a:p>
        </p:txBody>
      </p:sp>
      <p:sp>
        <p:nvSpPr>
          <p:cNvPr id="28" name="TextBox 27"/>
          <p:cNvSpPr txBox="1"/>
          <p:nvPr/>
        </p:nvSpPr>
        <p:spPr>
          <a:xfrm>
            <a:off x="1563624" y="5340095"/>
            <a:ext cx="6675120" cy="566928"/>
          </a:xfrm>
          <a:prstGeom prst="rect">
            <a:avLst/>
          </a:prstGeom>
          <a:noFill/>
        </p:spPr>
        <p:txBody>
          <a:bodyPr wrap="square" lIns="0" tIns="0" rIns="0" bIns="0" anchor="ctr">
            <a:spAutoFit/>
          </a:bodyPr>
          <a:lstStyle/>
          <a:p>
            <a:pPr algn="l">
              <a:spcAft>
                <a:spcPts val="200"/>
              </a:spcAft>
            </a:pPr>
            <a:r>
              <a:rPr sz="1600" b="1" i="0">
                <a:solidFill>
                  <a:srgbClr val="222222"/>
                </a:solidFill>
              </a:rPr>
              <a:t>Conclusion</a:t>
            </a:r>
          </a:p>
        </p:txBody>
      </p:sp>
      <p:pic>
        <p:nvPicPr>
          <p:cNvPr id="29" name="Picture 28" descr="image7.png"/>
          <p:cNvPicPr>
            <a:picLocks noChangeAspect="1"/>
          </p:cNvPicPr>
          <p:nvPr/>
        </p:nvPicPr>
        <p:blipFill>
          <a:blip r:embed="rId7"/>
          <a:stretch>
            <a:fillRect/>
          </a:stretch>
        </p:blipFill>
        <p:spPr>
          <a:xfrm>
            <a:off x="9061704" y="1737360"/>
            <a:ext cx="2331720" cy="3521568"/>
          </a:xfrm>
          <a:prstGeom prst="roundRect">
            <a:avLst>
              <a:gd name="adj" fmla="val 6000"/>
            </a:avLst>
          </a:prstGeom>
        </p:spPr>
      </p:pic>
      <p:sp>
        <p:nvSpPr>
          <p:cNvPr id="30" name="TextBox 29"/>
          <p:cNvSpPr txBox="1"/>
          <p:nvPr/>
        </p:nvSpPr>
        <p:spPr>
          <a:xfrm>
            <a:off x="9061704" y="5350368"/>
            <a:ext cx="2331720" cy="548640"/>
          </a:xfrm>
          <a:prstGeom prst="rect">
            <a:avLst/>
          </a:prstGeom>
          <a:noFill/>
        </p:spPr>
        <p:txBody>
          <a:bodyPr wrap="square" lIns="0" tIns="0" rIns="0" bIns="0" anchor="t">
            <a:spAutoFit/>
          </a:bodyPr>
          <a:lstStyle/>
          <a:p>
            <a:pPr algn="l">
              <a:spcAft>
                <a:spcPts val="400"/>
              </a:spcAft>
            </a:pPr>
            <a:r>
              <a:rPr sz="1000" b="0" i="0">
                <a:solidFill>
                  <a:srgbClr val="595959"/>
                </a:solidFill>
              </a:rPr>
              <a:t>Libby Heaney, </a:t>
            </a:r>
            <a:r>
              <a:rPr sz="1000" b="0" i="1">
                <a:solidFill>
                  <a:srgbClr val="595959"/>
                </a:solidFill>
              </a:rPr>
              <a:t>Growler</a:t>
            </a:r>
            <a:r>
              <a:rPr sz="1000" b="0" i="0">
                <a:solidFill>
                  <a:srgbClr val="595959"/>
                </a:solidFill>
              </a:rPr>
              <a:t> (2024): glass that looks solid and liquid at once, an artist's take on superposition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12 research themes × 3 technology families</a:t>
            </a:r>
          </a:p>
        </p:txBody>
      </p:sp>
      <p:sp>
        <p:nvSpPr>
          <p:cNvPr id="3" name="Rounded Rectangle 2"/>
          <p:cNvSpPr/>
          <p:nvPr/>
        </p:nvSpPr>
        <p:spPr>
          <a:xfrm>
            <a:off x="786384" y="1737360"/>
            <a:ext cx="1691640"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PiBrain_4E51A5.png"/>
          <p:cNvPicPr>
            <a:picLocks noChangeAspect="1"/>
          </p:cNvPicPr>
          <p:nvPr/>
        </p:nvPicPr>
        <p:blipFill>
          <a:blip r:embed="rId3"/>
          <a:stretch>
            <a:fillRect/>
          </a:stretch>
        </p:blipFill>
        <p:spPr>
          <a:xfrm>
            <a:off x="1426464" y="1920240"/>
            <a:ext cx="411480" cy="411480"/>
          </a:xfrm>
          <a:prstGeom prst="rect">
            <a:avLst/>
          </a:prstGeom>
        </p:spPr>
      </p:pic>
      <p:sp>
        <p:nvSpPr>
          <p:cNvPr id="5" name="TextBox 4"/>
          <p:cNvSpPr txBox="1"/>
          <p:nvPr/>
        </p:nvSpPr>
        <p:spPr>
          <a:xfrm>
            <a:off x="877824" y="2423160"/>
            <a:ext cx="1508760" cy="502920"/>
          </a:xfrm>
          <a:prstGeom prst="rect">
            <a:avLst/>
          </a:prstGeom>
          <a:noFill/>
        </p:spPr>
        <p:txBody>
          <a:bodyPr wrap="square" lIns="0" tIns="0" rIns="0" bIns="0" anchor="ctr">
            <a:spAutoFit/>
          </a:bodyPr>
          <a:lstStyle/>
          <a:p>
            <a:pPr algn="ctr">
              <a:spcAft>
                <a:spcPts val="0"/>
              </a:spcAft>
            </a:pPr>
            <a:r>
              <a:rPr sz="1100" b="1" i="0">
                <a:solidFill>
                  <a:srgbClr val="222222"/>
                </a:solidFill>
              </a:rPr>
              <a:t>Artificial Intelligence</a:t>
            </a:r>
          </a:p>
        </p:txBody>
      </p:sp>
      <p:sp>
        <p:nvSpPr>
          <p:cNvPr id="6" name="Rounded Rectangle 5"/>
          <p:cNvSpPr/>
          <p:nvPr/>
        </p:nvSpPr>
        <p:spPr>
          <a:xfrm>
            <a:off x="2642616" y="1737360"/>
            <a:ext cx="1691640"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PiCloudSun_4E51A5.png"/>
          <p:cNvPicPr>
            <a:picLocks noChangeAspect="1"/>
          </p:cNvPicPr>
          <p:nvPr/>
        </p:nvPicPr>
        <p:blipFill>
          <a:blip r:embed="rId4"/>
          <a:stretch>
            <a:fillRect/>
          </a:stretch>
        </p:blipFill>
        <p:spPr>
          <a:xfrm>
            <a:off x="3282696" y="1920240"/>
            <a:ext cx="411480" cy="411480"/>
          </a:xfrm>
          <a:prstGeom prst="rect">
            <a:avLst/>
          </a:prstGeom>
        </p:spPr>
      </p:pic>
      <p:sp>
        <p:nvSpPr>
          <p:cNvPr id="8" name="TextBox 7"/>
          <p:cNvSpPr txBox="1"/>
          <p:nvPr/>
        </p:nvSpPr>
        <p:spPr>
          <a:xfrm>
            <a:off x="2734056" y="2423160"/>
            <a:ext cx="1508760" cy="502920"/>
          </a:xfrm>
          <a:prstGeom prst="rect">
            <a:avLst/>
          </a:prstGeom>
          <a:noFill/>
        </p:spPr>
        <p:txBody>
          <a:bodyPr wrap="square" lIns="0" tIns="0" rIns="0" bIns="0" anchor="ctr">
            <a:spAutoFit/>
          </a:bodyPr>
          <a:lstStyle/>
          <a:p>
            <a:pPr algn="ctr">
              <a:spcAft>
                <a:spcPts val="0"/>
              </a:spcAft>
            </a:pPr>
            <a:r>
              <a:rPr sz="1100" b="1" i="0">
                <a:solidFill>
                  <a:srgbClr val="222222"/>
                </a:solidFill>
              </a:rPr>
              <a:t>Climate</a:t>
            </a:r>
          </a:p>
        </p:txBody>
      </p:sp>
      <p:sp>
        <p:nvSpPr>
          <p:cNvPr id="9" name="Rounded Rectangle 8"/>
          <p:cNvSpPr/>
          <p:nvPr/>
        </p:nvSpPr>
        <p:spPr>
          <a:xfrm>
            <a:off x="4498848" y="1737360"/>
            <a:ext cx="1691640"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PiShieldCheck_4E51A5.png"/>
          <p:cNvPicPr>
            <a:picLocks noChangeAspect="1"/>
          </p:cNvPicPr>
          <p:nvPr/>
        </p:nvPicPr>
        <p:blipFill>
          <a:blip r:embed="rId5"/>
          <a:stretch>
            <a:fillRect/>
          </a:stretch>
        </p:blipFill>
        <p:spPr>
          <a:xfrm>
            <a:off x="5138928" y="1920240"/>
            <a:ext cx="411480" cy="411480"/>
          </a:xfrm>
          <a:prstGeom prst="rect">
            <a:avLst/>
          </a:prstGeom>
        </p:spPr>
      </p:pic>
      <p:sp>
        <p:nvSpPr>
          <p:cNvPr id="11" name="TextBox 10"/>
          <p:cNvSpPr txBox="1"/>
          <p:nvPr/>
        </p:nvSpPr>
        <p:spPr>
          <a:xfrm>
            <a:off x="4590288" y="2423160"/>
            <a:ext cx="1508760" cy="502920"/>
          </a:xfrm>
          <a:prstGeom prst="rect">
            <a:avLst/>
          </a:prstGeom>
          <a:noFill/>
        </p:spPr>
        <p:txBody>
          <a:bodyPr wrap="square" lIns="0" tIns="0" rIns="0" bIns="0" anchor="ctr">
            <a:spAutoFit/>
          </a:bodyPr>
          <a:lstStyle/>
          <a:p>
            <a:pPr algn="ctr">
              <a:spcAft>
                <a:spcPts val="0"/>
              </a:spcAft>
            </a:pPr>
            <a:r>
              <a:rPr sz="1100" b="1" i="0">
                <a:solidFill>
                  <a:srgbClr val="222222"/>
                </a:solidFill>
              </a:rPr>
              <a:t>Cybersecurity</a:t>
            </a:r>
          </a:p>
        </p:txBody>
      </p:sp>
      <p:sp>
        <p:nvSpPr>
          <p:cNvPr id="12" name="Rounded Rectangle 11"/>
          <p:cNvSpPr/>
          <p:nvPr/>
        </p:nvSpPr>
        <p:spPr>
          <a:xfrm>
            <a:off x="6355080" y="1737360"/>
            <a:ext cx="1691640"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PiGlobeHemisphereWest_4E51A5.png"/>
          <p:cNvPicPr>
            <a:picLocks noChangeAspect="1"/>
          </p:cNvPicPr>
          <p:nvPr/>
        </p:nvPicPr>
        <p:blipFill>
          <a:blip r:embed="rId6"/>
          <a:stretch>
            <a:fillRect/>
          </a:stretch>
        </p:blipFill>
        <p:spPr>
          <a:xfrm>
            <a:off x="6995160" y="1920240"/>
            <a:ext cx="411480" cy="411480"/>
          </a:xfrm>
          <a:prstGeom prst="rect">
            <a:avLst/>
          </a:prstGeom>
        </p:spPr>
      </p:pic>
      <p:sp>
        <p:nvSpPr>
          <p:cNvPr id="14" name="TextBox 13"/>
          <p:cNvSpPr txBox="1"/>
          <p:nvPr/>
        </p:nvSpPr>
        <p:spPr>
          <a:xfrm>
            <a:off x="6446520" y="2423160"/>
            <a:ext cx="1508760" cy="502920"/>
          </a:xfrm>
          <a:prstGeom prst="rect">
            <a:avLst/>
          </a:prstGeom>
          <a:noFill/>
        </p:spPr>
        <p:txBody>
          <a:bodyPr wrap="square" lIns="0" tIns="0" rIns="0" bIns="0" anchor="ctr">
            <a:spAutoFit/>
          </a:bodyPr>
          <a:lstStyle/>
          <a:p>
            <a:pPr algn="ctr">
              <a:spcAft>
                <a:spcPts val="0"/>
              </a:spcAft>
            </a:pPr>
            <a:r>
              <a:rPr sz="1100" b="1" i="0">
                <a:solidFill>
                  <a:srgbClr val="222222"/>
                </a:solidFill>
              </a:rPr>
              <a:t>Earth Observation</a:t>
            </a:r>
          </a:p>
        </p:txBody>
      </p:sp>
      <p:sp>
        <p:nvSpPr>
          <p:cNvPr id="15" name="Rounded Rectangle 14"/>
          <p:cNvSpPr/>
          <p:nvPr/>
        </p:nvSpPr>
        <p:spPr>
          <a:xfrm>
            <a:off x="786384" y="3182111"/>
            <a:ext cx="1691640"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PiChartLineUp_4E51A5.png"/>
          <p:cNvPicPr>
            <a:picLocks noChangeAspect="1"/>
          </p:cNvPicPr>
          <p:nvPr/>
        </p:nvPicPr>
        <p:blipFill>
          <a:blip r:embed="rId7"/>
          <a:stretch>
            <a:fillRect/>
          </a:stretch>
        </p:blipFill>
        <p:spPr>
          <a:xfrm>
            <a:off x="1426464" y="3364991"/>
            <a:ext cx="411480" cy="411480"/>
          </a:xfrm>
          <a:prstGeom prst="rect">
            <a:avLst/>
          </a:prstGeom>
        </p:spPr>
      </p:pic>
      <p:sp>
        <p:nvSpPr>
          <p:cNvPr id="17" name="TextBox 16"/>
          <p:cNvSpPr txBox="1"/>
          <p:nvPr/>
        </p:nvSpPr>
        <p:spPr>
          <a:xfrm>
            <a:off x="877824" y="3867911"/>
            <a:ext cx="1508760" cy="502920"/>
          </a:xfrm>
          <a:prstGeom prst="rect">
            <a:avLst/>
          </a:prstGeom>
          <a:noFill/>
        </p:spPr>
        <p:txBody>
          <a:bodyPr wrap="square" lIns="0" tIns="0" rIns="0" bIns="0" anchor="ctr">
            <a:spAutoFit/>
          </a:bodyPr>
          <a:lstStyle/>
          <a:p>
            <a:pPr algn="ctr">
              <a:spcAft>
                <a:spcPts val="0"/>
              </a:spcAft>
            </a:pPr>
            <a:r>
              <a:rPr sz="1100" b="1" i="0">
                <a:solidFill>
                  <a:srgbClr val="222222"/>
                </a:solidFill>
              </a:rPr>
              <a:t>Economy and Finance</a:t>
            </a:r>
          </a:p>
        </p:txBody>
      </p:sp>
      <p:sp>
        <p:nvSpPr>
          <p:cNvPr id="18" name="Rounded Rectangle 17"/>
          <p:cNvSpPr/>
          <p:nvPr/>
        </p:nvSpPr>
        <p:spPr>
          <a:xfrm>
            <a:off x="2642616" y="3182111"/>
            <a:ext cx="1691640"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PiLightning_4E51A5.png"/>
          <p:cNvPicPr>
            <a:picLocks noChangeAspect="1"/>
          </p:cNvPicPr>
          <p:nvPr/>
        </p:nvPicPr>
        <p:blipFill>
          <a:blip r:embed="rId8"/>
          <a:stretch>
            <a:fillRect/>
          </a:stretch>
        </p:blipFill>
        <p:spPr>
          <a:xfrm>
            <a:off x="3282696" y="3364991"/>
            <a:ext cx="411480" cy="411480"/>
          </a:xfrm>
          <a:prstGeom prst="rect">
            <a:avLst/>
          </a:prstGeom>
        </p:spPr>
      </p:pic>
      <p:sp>
        <p:nvSpPr>
          <p:cNvPr id="20" name="TextBox 19"/>
          <p:cNvSpPr txBox="1"/>
          <p:nvPr/>
        </p:nvSpPr>
        <p:spPr>
          <a:xfrm>
            <a:off x="2734056" y="3867911"/>
            <a:ext cx="1508760" cy="502920"/>
          </a:xfrm>
          <a:prstGeom prst="rect">
            <a:avLst/>
          </a:prstGeom>
          <a:noFill/>
        </p:spPr>
        <p:txBody>
          <a:bodyPr wrap="square" lIns="0" tIns="0" rIns="0" bIns="0" anchor="ctr">
            <a:spAutoFit/>
          </a:bodyPr>
          <a:lstStyle/>
          <a:p>
            <a:pPr algn="ctr">
              <a:spcAft>
                <a:spcPts val="0"/>
              </a:spcAft>
            </a:pPr>
            <a:r>
              <a:rPr sz="1100" b="1" i="0">
                <a:solidFill>
                  <a:srgbClr val="222222"/>
                </a:solidFill>
              </a:rPr>
              <a:t>Energy</a:t>
            </a:r>
          </a:p>
        </p:txBody>
      </p:sp>
      <p:sp>
        <p:nvSpPr>
          <p:cNvPr id="21" name="Rounded Rectangle 20"/>
          <p:cNvSpPr/>
          <p:nvPr/>
        </p:nvSpPr>
        <p:spPr>
          <a:xfrm>
            <a:off x="4498848" y="3182111"/>
            <a:ext cx="1691640"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PiHeartbeat_4E51A5.png"/>
          <p:cNvPicPr>
            <a:picLocks noChangeAspect="1"/>
          </p:cNvPicPr>
          <p:nvPr/>
        </p:nvPicPr>
        <p:blipFill>
          <a:blip r:embed="rId9"/>
          <a:stretch>
            <a:fillRect/>
          </a:stretch>
        </p:blipFill>
        <p:spPr>
          <a:xfrm>
            <a:off x="5138928" y="3364991"/>
            <a:ext cx="411480" cy="411480"/>
          </a:xfrm>
          <a:prstGeom prst="rect">
            <a:avLst/>
          </a:prstGeom>
        </p:spPr>
      </p:pic>
      <p:sp>
        <p:nvSpPr>
          <p:cNvPr id="23" name="TextBox 22"/>
          <p:cNvSpPr txBox="1"/>
          <p:nvPr/>
        </p:nvSpPr>
        <p:spPr>
          <a:xfrm>
            <a:off x="4590288" y="3867911"/>
            <a:ext cx="1508760" cy="502920"/>
          </a:xfrm>
          <a:prstGeom prst="rect">
            <a:avLst/>
          </a:prstGeom>
          <a:noFill/>
        </p:spPr>
        <p:txBody>
          <a:bodyPr wrap="square" lIns="0" tIns="0" rIns="0" bIns="0" anchor="ctr">
            <a:spAutoFit/>
          </a:bodyPr>
          <a:lstStyle/>
          <a:p>
            <a:pPr algn="ctr">
              <a:spcAft>
                <a:spcPts val="0"/>
              </a:spcAft>
            </a:pPr>
            <a:r>
              <a:rPr sz="1100" b="1" i="0">
                <a:solidFill>
                  <a:srgbClr val="222222"/>
                </a:solidFill>
              </a:rPr>
              <a:t>Health</a:t>
            </a:r>
          </a:p>
        </p:txBody>
      </p:sp>
      <p:sp>
        <p:nvSpPr>
          <p:cNvPr id="24" name="Rounded Rectangle 23"/>
          <p:cNvSpPr/>
          <p:nvPr/>
        </p:nvSpPr>
        <p:spPr>
          <a:xfrm>
            <a:off x="6355080" y="3182111"/>
            <a:ext cx="1691640"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Picture 24" descr="PiFingerprint_4E51A5.png"/>
          <p:cNvPicPr>
            <a:picLocks noChangeAspect="1"/>
          </p:cNvPicPr>
          <p:nvPr/>
        </p:nvPicPr>
        <p:blipFill>
          <a:blip r:embed="rId10"/>
          <a:stretch>
            <a:fillRect/>
          </a:stretch>
        </p:blipFill>
        <p:spPr>
          <a:xfrm>
            <a:off x="6995160" y="3364991"/>
            <a:ext cx="411480" cy="411480"/>
          </a:xfrm>
          <a:prstGeom prst="rect">
            <a:avLst/>
          </a:prstGeom>
        </p:spPr>
      </p:pic>
      <p:sp>
        <p:nvSpPr>
          <p:cNvPr id="26" name="TextBox 25"/>
          <p:cNvSpPr txBox="1"/>
          <p:nvPr/>
        </p:nvSpPr>
        <p:spPr>
          <a:xfrm>
            <a:off x="6446520" y="3867911"/>
            <a:ext cx="1508760" cy="502920"/>
          </a:xfrm>
          <a:prstGeom prst="rect">
            <a:avLst/>
          </a:prstGeom>
          <a:noFill/>
        </p:spPr>
        <p:txBody>
          <a:bodyPr wrap="square" lIns="0" tIns="0" rIns="0" bIns="0" anchor="ctr">
            <a:spAutoFit/>
          </a:bodyPr>
          <a:lstStyle/>
          <a:p>
            <a:pPr algn="ctr">
              <a:spcAft>
                <a:spcPts val="0"/>
              </a:spcAft>
            </a:pPr>
            <a:r>
              <a:rPr sz="1100" b="1" i="0">
                <a:solidFill>
                  <a:srgbClr val="222222"/>
                </a:solidFill>
              </a:rPr>
              <a:t>Law Enforcement</a:t>
            </a:r>
          </a:p>
        </p:txBody>
      </p:sp>
      <p:sp>
        <p:nvSpPr>
          <p:cNvPr id="27" name="Rounded Rectangle 26"/>
          <p:cNvSpPr/>
          <p:nvPr/>
        </p:nvSpPr>
        <p:spPr>
          <a:xfrm>
            <a:off x="786384" y="4626864"/>
            <a:ext cx="1691640"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PiRadioactive_4E51A5.png"/>
          <p:cNvPicPr>
            <a:picLocks noChangeAspect="1"/>
          </p:cNvPicPr>
          <p:nvPr/>
        </p:nvPicPr>
        <p:blipFill>
          <a:blip r:embed="rId11"/>
          <a:stretch>
            <a:fillRect/>
          </a:stretch>
        </p:blipFill>
        <p:spPr>
          <a:xfrm>
            <a:off x="1426464" y="4809744"/>
            <a:ext cx="411480" cy="411480"/>
          </a:xfrm>
          <a:prstGeom prst="rect">
            <a:avLst/>
          </a:prstGeom>
        </p:spPr>
      </p:pic>
      <p:sp>
        <p:nvSpPr>
          <p:cNvPr id="29" name="TextBox 28"/>
          <p:cNvSpPr txBox="1"/>
          <p:nvPr/>
        </p:nvSpPr>
        <p:spPr>
          <a:xfrm>
            <a:off x="877824" y="5312664"/>
            <a:ext cx="1508760" cy="502920"/>
          </a:xfrm>
          <a:prstGeom prst="rect">
            <a:avLst/>
          </a:prstGeom>
          <a:noFill/>
        </p:spPr>
        <p:txBody>
          <a:bodyPr wrap="square" lIns="0" tIns="0" rIns="0" bIns="0" anchor="ctr">
            <a:spAutoFit/>
          </a:bodyPr>
          <a:lstStyle/>
          <a:p>
            <a:pPr algn="ctr">
              <a:spcAft>
                <a:spcPts val="0"/>
              </a:spcAft>
            </a:pPr>
            <a:r>
              <a:rPr sz="1100" b="1" i="0">
                <a:solidFill>
                  <a:srgbClr val="222222"/>
                </a:solidFill>
              </a:rPr>
              <a:t>Nuclear</a:t>
            </a:r>
          </a:p>
        </p:txBody>
      </p:sp>
      <p:sp>
        <p:nvSpPr>
          <p:cNvPr id="30" name="Rounded Rectangle 29"/>
          <p:cNvSpPr/>
          <p:nvPr/>
        </p:nvSpPr>
        <p:spPr>
          <a:xfrm>
            <a:off x="2642616" y="4626864"/>
            <a:ext cx="1691640"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1" name="Picture 30" descr="PiUsersThree_4E51A5.png"/>
          <p:cNvPicPr>
            <a:picLocks noChangeAspect="1"/>
          </p:cNvPicPr>
          <p:nvPr/>
        </p:nvPicPr>
        <p:blipFill>
          <a:blip r:embed="rId12"/>
          <a:stretch>
            <a:fillRect/>
          </a:stretch>
        </p:blipFill>
        <p:spPr>
          <a:xfrm>
            <a:off x="3282696" y="4809744"/>
            <a:ext cx="411480" cy="411480"/>
          </a:xfrm>
          <a:prstGeom prst="rect">
            <a:avLst/>
          </a:prstGeom>
        </p:spPr>
      </p:pic>
      <p:sp>
        <p:nvSpPr>
          <p:cNvPr id="32" name="TextBox 31"/>
          <p:cNvSpPr txBox="1"/>
          <p:nvPr/>
        </p:nvSpPr>
        <p:spPr>
          <a:xfrm>
            <a:off x="2734056" y="5312664"/>
            <a:ext cx="1508760" cy="502920"/>
          </a:xfrm>
          <a:prstGeom prst="rect">
            <a:avLst/>
          </a:prstGeom>
          <a:noFill/>
        </p:spPr>
        <p:txBody>
          <a:bodyPr wrap="square" lIns="0" tIns="0" rIns="0" bIns="0" anchor="ctr">
            <a:spAutoFit/>
          </a:bodyPr>
          <a:lstStyle/>
          <a:p>
            <a:pPr algn="ctr">
              <a:spcAft>
                <a:spcPts val="0"/>
              </a:spcAft>
            </a:pPr>
            <a:r>
              <a:rPr sz="1100" b="1" i="0">
                <a:solidFill>
                  <a:srgbClr val="222222"/>
                </a:solidFill>
              </a:rPr>
              <a:t>Social Sciences</a:t>
            </a:r>
          </a:p>
        </p:txBody>
      </p:sp>
      <p:sp>
        <p:nvSpPr>
          <p:cNvPr id="33" name="Rounded Rectangle 32"/>
          <p:cNvSpPr/>
          <p:nvPr/>
        </p:nvSpPr>
        <p:spPr>
          <a:xfrm>
            <a:off x="4498848" y="4626864"/>
            <a:ext cx="1691640"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4" name="Picture 33" descr="PiRocketLaunch_4E51A5.png"/>
          <p:cNvPicPr>
            <a:picLocks noChangeAspect="1"/>
          </p:cNvPicPr>
          <p:nvPr/>
        </p:nvPicPr>
        <p:blipFill>
          <a:blip r:embed="rId13"/>
          <a:stretch>
            <a:fillRect/>
          </a:stretch>
        </p:blipFill>
        <p:spPr>
          <a:xfrm>
            <a:off x="5138928" y="4809744"/>
            <a:ext cx="411480" cy="411480"/>
          </a:xfrm>
          <a:prstGeom prst="rect">
            <a:avLst/>
          </a:prstGeom>
        </p:spPr>
      </p:pic>
      <p:sp>
        <p:nvSpPr>
          <p:cNvPr id="35" name="TextBox 34"/>
          <p:cNvSpPr txBox="1"/>
          <p:nvPr/>
        </p:nvSpPr>
        <p:spPr>
          <a:xfrm>
            <a:off x="4590288" y="5312664"/>
            <a:ext cx="1508760" cy="502920"/>
          </a:xfrm>
          <a:prstGeom prst="rect">
            <a:avLst/>
          </a:prstGeom>
          <a:noFill/>
        </p:spPr>
        <p:txBody>
          <a:bodyPr wrap="square" lIns="0" tIns="0" rIns="0" bIns="0" anchor="ctr">
            <a:spAutoFit/>
          </a:bodyPr>
          <a:lstStyle/>
          <a:p>
            <a:pPr algn="ctr">
              <a:spcAft>
                <a:spcPts val="0"/>
              </a:spcAft>
            </a:pPr>
            <a:r>
              <a:rPr sz="1100" b="1" i="0">
                <a:solidFill>
                  <a:srgbClr val="222222"/>
                </a:solidFill>
              </a:rPr>
              <a:t>Space Systems, Navigation and Communications</a:t>
            </a:r>
          </a:p>
        </p:txBody>
      </p:sp>
      <p:sp>
        <p:nvSpPr>
          <p:cNvPr id="36" name="Rounded Rectangle 35"/>
          <p:cNvSpPr/>
          <p:nvPr/>
        </p:nvSpPr>
        <p:spPr>
          <a:xfrm>
            <a:off x="6355080" y="4626864"/>
            <a:ext cx="1691640" cy="1280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7" name="Picture 36" descr="PiTrain_4E51A5.png"/>
          <p:cNvPicPr>
            <a:picLocks noChangeAspect="1"/>
          </p:cNvPicPr>
          <p:nvPr/>
        </p:nvPicPr>
        <p:blipFill>
          <a:blip r:embed="rId14"/>
          <a:stretch>
            <a:fillRect/>
          </a:stretch>
        </p:blipFill>
        <p:spPr>
          <a:xfrm>
            <a:off x="6995160" y="4809744"/>
            <a:ext cx="411480" cy="411480"/>
          </a:xfrm>
          <a:prstGeom prst="rect">
            <a:avLst/>
          </a:prstGeom>
        </p:spPr>
      </p:pic>
      <p:sp>
        <p:nvSpPr>
          <p:cNvPr id="38" name="TextBox 37"/>
          <p:cNvSpPr txBox="1"/>
          <p:nvPr/>
        </p:nvSpPr>
        <p:spPr>
          <a:xfrm>
            <a:off x="6446520" y="5312664"/>
            <a:ext cx="1508760" cy="502920"/>
          </a:xfrm>
          <a:prstGeom prst="rect">
            <a:avLst/>
          </a:prstGeom>
          <a:noFill/>
        </p:spPr>
        <p:txBody>
          <a:bodyPr wrap="square" lIns="0" tIns="0" rIns="0" bIns="0" anchor="ctr">
            <a:spAutoFit/>
          </a:bodyPr>
          <a:lstStyle/>
          <a:p>
            <a:pPr algn="ctr">
              <a:spcAft>
                <a:spcPts val="0"/>
              </a:spcAft>
            </a:pPr>
            <a:r>
              <a:rPr sz="1100" b="1" i="0">
                <a:solidFill>
                  <a:srgbClr val="222222"/>
                </a:solidFill>
              </a:rPr>
              <a:t>Transport</a:t>
            </a:r>
          </a:p>
        </p:txBody>
      </p:sp>
      <p:sp>
        <p:nvSpPr>
          <p:cNvPr id="39" name="TextBox 38"/>
          <p:cNvSpPr txBox="1"/>
          <p:nvPr/>
        </p:nvSpPr>
        <p:spPr>
          <a:xfrm>
            <a:off x="8092440" y="3383280"/>
            <a:ext cx="502920" cy="640080"/>
          </a:xfrm>
          <a:prstGeom prst="rect">
            <a:avLst/>
          </a:prstGeom>
          <a:noFill/>
        </p:spPr>
        <p:txBody>
          <a:bodyPr wrap="square" lIns="0" tIns="0" rIns="0" bIns="0" anchor="ctr">
            <a:spAutoFit/>
          </a:bodyPr>
          <a:lstStyle/>
          <a:p>
            <a:pPr algn="ctr">
              <a:spcAft>
                <a:spcPts val="400"/>
              </a:spcAft>
            </a:pPr>
            <a:r>
              <a:rPr sz="3600" b="1" i="0">
                <a:solidFill>
                  <a:srgbClr val="4E51A5"/>
                </a:solidFill>
              </a:rPr>
              <a:t>×</a:t>
            </a:r>
          </a:p>
        </p:txBody>
      </p:sp>
      <p:sp>
        <p:nvSpPr>
          <p:cNvPr id="40" name="Rounded Rectangle 39"/>
          <p:cNvSpPr/>
          <p:nvPr/>
        </p:nvSpPr>
        <p:spPr>
          <a:xfrm>
            <a:off x="8641080" y="1737360"/>
            <a:ext cx="2752344" cy="1298448"/>
          </a:xfrm>
          <a:prstGeom prst="roundRect">
            <a:avLst>
              <a:gd name="adj" fmla="val 8000"/>
            </a:avLst>
          </a:prstGeom>
          <a:solidFill>
            <a:srgbClr val="E6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1" name="Picture 40" descr="PiPulse_4E51A5.png"/>
          <p:cNvPicPr>
            <a:picLocks noChangeAspect="1"/>
          </p:cNvPicPr>
          <p:nvPr/>
        </p:nvPicPr>
        <p:blipFill>
          <a:blip r:embed="rId15"/>
          <a:stretch>
            <a:fillRect/>
          </a:stretch>
        </p:blipFill>
        <p:spPr>
          <a:xfrm>
            <a:off x="8842248" y="2157984"/>
            <a:ext cx="457200" cy="457200"/>
          </a:xfrm>
          <a:prstGeom prst="rect">
            <a:avLst/>
          </a:prstGeom>
        </p:spPr>
      </p:pic>
      <p:sp>
        <p:nvSpPr>
          <p:cNvPr id="42" name="TextBox 41"/>
          <p:cNvSpPr txBox="1"/>
          <p:nvPr/>
        </p:nvSpPr>
        <p:spPr>
          <a:xfrm>
            <a:off x="9464040" y="1737360"/>
            <a:ext cx="1792223" cy="1298448"/>
          </a:xfrm>
          <a:prstGeom prst="rect">
            <a:avLst/>
          </a:prstGeom>
          <a:noFill/>
        </p:spPr>
        <p:txBody>
          <a:bodyPr wrap="square" lIns="0" tIns="0" rIns="0" bIns="0" anchor="ctr">
            <a:spAutoFit/>
          </a:bodyPr>
          <a:lstStyle/>
          <a:p>
            <a:pPr algn="l">
              <a:spcAft>
                <a:spcPts val="200"/>
              </a:spcAft>
            </a:pPr>
            <a:r>
              <a:rPr sz="1500" b="1" i="0">
                <a:solidFill>
                  <a:srgbClr val="4E51A5"/>
                </a:solidFill>
              </a:rPr>
              <a:t>Sensing</a:t>
            </a:r>
          </a:p>
          <a:p>
            <a:pPr algn="l">
              <a:spcAft>
                <a:spcPts val="200"/>
              </a:spcAft>
            </a:pPr>
            <a:r>
              <a:rPr sz="1200" b="0" i="0">
                <a:solidFill>
                  <a:srgbClr val="222222"/>
                </a:solidFill>
              </a:rPr>
              <a:t>Quantum sensors, imaging and metrology</a:t>
            </a:r>
          </a:p>
        </p:txBody>
      </p:sp>
      <p:sp>
        <p:nvSpPr>
          <p:cNvPr id="43" name="Rounded Rectangle 42"/>
          <p:cNvSpPr/>
          <p:nvPr/>
        </p:nvSpPr>
        <p:spPr>
          <a:xfrm>
            <a:off x="8641080" y="3200400"/>
            <a:ext cx="2752344" cy="1298448"/>
          </a:xfrm>
          <a:prstGeom prst="roundRect">
            <a:avLst>
              <a:gd name="adj" fmla="val 8000"/>
            </a:avLst>
          </a:prstGeom>
          <a:solidFill>
            <a:srgbClr val="E6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4" name="Picture 43" descr="PiBroadcast_4E51A5.png"/>
          <p:cNvPicPr>
            <a:picLocks noChangeAspect="1"/>
          </p:cNvPicPr>
          <p:nvPr/>
        </p:nvPicPr>
        <p:blipFill>
          <a:blip r:embed="rId16"/>
          <a:stretch>
            <a:fillRect/>
          </a:stretch>
        </p:blipFill>
        <p:spPr>
          <a:xfrm>
            <a:off x="8842248" y="3621024"/>
            <a:ext cx="457200" cy="457200"/>
          </a:xfrm>
          <a:prstGeom prst="rect">
            <a:avLst/>
          </a:prstGeom>
        </p:spPr>
      </p:pic>
      <p:sp>
        <p:nvSpPr>
          <p:cNvPr id="45" name="TextBox 44"/>
          <p:cNvSpPr txBox="1"/>
          <p:nvPr/>
        </p:nvSpPr>
        <p:spPr>
          <a:xfrm>
            <a:off x="9464040" y="3200400"/>
            <a:ext cx="1792223" cy="1298448"/>
          </a:xfrm>
          <a:prstGeom prst="rect">
            <a:avLst/>
          </a:prstGeom>
          <a:noFill/>
        </p:spPr>
        <p:txBody>
          <a:bodyPr wrap="square" lIns="0" tIns="0" rIns="0" bIns="0" anchor="ctr">
            <a:spAutoFit/>
          </a:bodyPr>
          <a:lstStyle/>
          <a:p>
            <a:pPr algn="l">
              <a:spcAft>
                <a:spcPts val="200"/>
              </a:spcAft>
            </a:pPr>
            <a:r>
              <a:rPr sz="1500" b="1" i="0">
                <a:solidFill>
                  <a:srgbClr val="4E51A5"/>
                </a:solidFill>
              </a:rPr>
              <a:t>Communication</a:t>
            </a:r>
          </a:p>
          <a:p>
            <a:pPr algn="l">
              <a:spcAft>
                <a:spcPts val="200"/>
              </a:spcAft>
            </a:pPr>
            <a:r>
              <a:rPr sz="1200" b="0" i="0">
                <a:solidFill>
                  <a:srgbClr val="222222"/>
                </a:solidFill>
              </a:rPr>
              <a:t>Quantum-secure communication and networks</a:t>
            </a:r>
          </a:p>
        </p:txBody>
      </p:sp>
      <p:sp>
        <p:nvSpPr>
          <p:cNvPr id="46" name="Rounded Rectangle 45"/>
          <p:cNvSpPr/>
          <p:nvPr/>
        </p:nvSpPr>
        <p:spPr>
          <a:xfrm>
            <a:off x="8641080" y="4663440"/>
            <a:ext cx="2752344" cy="1298448"/>
          </a:xfrm>
          <a:prstGeom prst="roundRect">
            <a:avLst>
              <a:gd name="adj" fmla="val 8000"/>
            </a:avLst>
          </a:prstGeom>
          <a:solidFill>
            <a:srgbClr val="E6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7" name="Picture 46" descr="PiCpu_4E51A5.png"/>
          <p:cNvPicPr>
            <a:picLocks noChangeAspect="1"/>
          </p:cNvPicPr>
          <p:nvPr/>
        </p:nvPicPr>
        <p:blipFill>
          <a:blip r:embed="rId17"/>
          <a:stretch>
            <a:fillRect/>
          </a:stretch>
        </p:blipFill>
        <p:spPr>
          <a:xfrm>
            <a:off x="8842248" y="5084064"/>
            <a:ext cx="457200" cy="457200"/>
          </a:xfrm>
          <a:prstGeom prst="rect">
            <a:avLst/>
          </a:prstGeom>
        </p:spPr>
      </p:pic>
      <p:sp>
        <p:nvSpPr>
          <p:cNvPr id="48" name="TextBox 47"/>
          <p:cNvSpPr txBox="1"/>
          <p:nvPr/>
        </p:nvSpPr>
        <p:spPr>
          <a:xfrm>
            <a:off x="9464040" y="4663440"/>
            <a:ext cx="1792223" cy="1298448"/>
          </a:xfrm>
          <a:prstGeom prst="rect">
            <a:avLst/>
          </a:prstGeom>
          <a:noFill/>
        </p:spPr>
        <p:txBody>
          <a:bodyPr wrap="square" lIns="0" tIns="0" rIns="0" bIns="0" anchor="ctr">
            <a:spAutoFit/>
          </a:bodyPr>
          <a:lstStyle/>
          <a:p>
            <a:pPr algn="l">
              <a:spcAft>
                <a:spcPts val="200"/>
              </a:spcAft>
            </a:pPr>
            <a:r>
              <a:rPr sz="1500" b="1" i="0">
                <a:solidFill>
                  <a:srgbClr val="4E51A5"/>
                </a:solidFill>
              </a:rPr>
              <a:t>Computing</a:t>
            </a:r>
          </a:p>
          <a:p>
            <a:pPr algn="l">
              <a:spcAft>
                <a:spcPts val="200"/>
              </a:spcAft>
            </a:pPr>
            <a:r>
              <a:rPr sz="1200" b="0" i="0">
                <a:solidFill>
                  <a:srgbClr val="222222"/>
                </a:solidFill>
              </a:rPr>
              <a:t>Quantum computing and simulation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Five key messages</a:t>
            </a:r>
          </a:p>
        </p:txBody>
      </p:sp>
      <p:sp>
        <p:nvSpPr>
          <p:cNvPr id="4" name="Rounded Rectangle 3"/>
          <p:cNvSpPr/>
          <p:nvPr/>
        </p:nvSpPr>
        <p:spPr>
          <a:xfrm>
            <a:off x="786384" y="1691640"/>
            <a:ext cx="10607040" cy="731520"/>
          </a:xfrm>
          <a:prstGeom prst="roundRect">
            <a:avLst>
              <a:gd name="adj" fmla="val 1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987552" y="1837944"/>
            <a:ext cx="438912" cy="438912"/>
          </a:xfrm>
          <a:prstGeom prst="ellipse">
            <a:avLst/>
          </a:prstGeom>
          <a:solidFill>
            <a:srgbClr val="4E51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rPr>
              <a:t>1</a:t>
            </a:r>
          </a:p>
        </p:txBody>
      </p:sp>
      <p:sp>
        <p:nvSpPr>
          <p:cNvPr id="6" name="TextBox 5"/>
          <p:cNvSpPr txBox="1"/>
          <p:nvPr/>
        </p:nvSpPr>
        <p:spPr>
          <a:xfrm>
            <a:off x="1645920" y="1691640"/>
            <a:ext cx="3200400" cy="731520"/>
          </a:xfrm>
          <a:prstGeom prst="rect">
            <a:avLst/>
          </a:prstGeom>
          <a:noFill/>
        </p:spPr>
        <p:txBody>
          <a:bodyPr wrap="square" lIns="0" tIns="0" rIns="0" bIns="0" anchor="ctr">
            <a:spAutoFit/>
          </a:bodyPr>
          <a:lstStyle/>
          <a:p>
            <a:pPr algn="l">
              <a:spcAft>
                <a:spcPts val="400"/>
              </a:spcAft>
            </a:pPr>
            <a:r>
              <a:rPr sz="1500" b="1" i="0">
                <a:solidFill>
                  <a:srgbClr val="4E51A5"/>
                </a:solidFill>
              </a:rPr>
              <a:t>Broad relevance for EU policy</a:t>
            </a:r>
          </a:p>
        </p:txBody>
      </p:sp>
      <p:sp>
        <p:nvSpPr>
          <p:cNvPr id="7" name="TextBox 6"/>
          <p:cNvSpPr txBox="1"/>
          <p:nvPr/>
        </p:nvSpPr>
        <p:spPr>
          <a:xfrm>
            <a:off x="4983480" y="1691640"/>
            <a:ext cx="6217920" cy="731520"/>
          </a:xfrm>
          <a:prstGeom prst="rect">
            <a:avLst/>
          </a:prstGeom>
          <a:noFill/>
        </p:spPr>
        <p:txBody>
          <a:bodyPr wrap="square" lIns="0" tIns="0" rIns="0" bIns="0" anchor="ctr">
            <a:spAutoFit/>
          </a:bodyPr>
          <a:lstStyle/>
          <a:p>
            <a:pPr algn="l">
              <a:spcAft>
                <a:spcPts val="0"/>
              </a:spcAft>
            </a:pPr>
            <a:r>
              <a:rPr sz="1300" b="0" i="0">
                <a:solidFill>
                  <a:srgbClr val="222222"/>
                </a:solidFill>
              </a:rPr>
              <a:t>Quantum technology has potential for numerous research applications of direct interest for European public policy.</a:t>
            </a:r>
          </a:p>
        </p:txBody>
      </p:sp>
      <p:sp>
        <p:nvSpPr>
          <p:cNvPr id="8" name="Rounded Rectangle 7"/>
          <p:cNvSpPr/>
          <p:nvPr/>
        </p:nvSpPr>
        <p:spPr>
          <a:xfrm>
            <a:off x="786384" y="2560320"/>
            <a:ext cx="10607040" cy="731520"/>
          </a:xfrm>
          <a:prstGeom prst="roundRect">
            <a:avLst>
              <a:gd name="adj" fmla="val 1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987552" y="2706624"/>
            <a:ext cx="438912" cy="438912"/>
          </a:xfrm>
          <a:prstGeom prst="ellipse">
            <a:avLst/>
          </a:prstGeom>
          <a:solidFill>
            <a:srgbClr val="4E51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rPr>
              <a:t>2</a:t>
            </a:r>
          </a:p>
        </p:txBody>
      </p:sp>
      <p:sp>
        <p:nvSpPr>
          <p:cNvPr id="10" name="TextBox 9"/>
          <p:cNvSpPr txBox="1"/>
          <p:nvPr/>
        </p:nvSpPr>
        <p:spPr>
          <a:xfrm>
            <a:off x="1645920" y="2560320"/>
            <a:ext cx="3200400" cy="731520"/>
          </a:xfrm>
          <a:prstGeom prst="rect">
            <a:avLst/>
          </a:prstGeom>
          <a:noFill/>
        </p:spPr>
        <p:txBody>
          <a:bodyPr wrap="square" lIns="0" tIns="0" rIns="0" bIns="0" anchor="ctr">
            <a:spAutoFit/>
          </a:bodyPr>
          <a:lstStyle/>
          <a:p>
            <a:pPr algn="l">
              <a:spcAft>
                <a:spcPts val="400"/>
              </a:spcAft>
            </a:pPr>
            <a:r>
              <a:rPr sz="1500" b="1" i="0">
                <a:solidFill>
                  <a:srgbClr val="4E51A5"/>
                </a:solidFill>
              </a:rPr>
              <a:t>Few will build it, most will use it</a:t>
            </a:r>
          </a:p>
        </p:txBody>
      </p:sp>
      <p:sp>
        <p:nvSpPr>
          <p:cNvPr id="11" name="TextBox 10"/>
          <p:cNvSpPr txBox="1"/>
          <p:nvPr/>
        </p:nvSpPr>
        <p:spPr>
          <a:xfrm>
            <a:off x="4983480" y="2560320"/>
            <a:ext cx="6217920" cy="731520"/>
          </a:xfrm>
          <a:prstGeom prst="rect">
            <a:avLst/>
          </a:prstGeom>
          <a:noFill/>
        </p:spPr>
        <p:txBody>
          <a:bodyPr wrap="square" lIns="0" tIns="0" rIns="0" bIns="0" anchor="ctr">
            <a:spAutoFit/>
          </a:bodyPr>
          <a:lstStyle/>
          <a:p>
            <a:pPr algn="l">
              <a:spcAft>
                <a:spcPts val="0"/>
              </a:spcAft>
            </a:pPr>
            <a:r>
              <a:rPr sz="1300" b="0" i="0">
                <a:solidFill>
                  <a:srgbClr val="222222"/>
                </a:solidFill>
              </a:rPr>
              <a:t>Some scientific domains will develop quantum technology itself; most will benefit from it as users.</a:t>
            </a:r>
          </a:p>
        </p:txBody>
      </p:sp>
      <p:sp>
        <p:nvSpPr>
          <p:cNvPr id="12" name="Rounded Rectangle 11"/>
          <p:cNvSpPr/>
          <p:nvPr/>
        </p:nvSpPr>
        <p:spPr>
          <a:xfrm>
            <a:off x="786384" y="3429000"/>
            <a:ext cx="10607040" cy="731520"/>
          </a:xfrm>
          <a:prstGeom prst="roundRect">
            <a:avLst>
              <a:gd name="adj" fmla="val 1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987552" y="3575304"/>
            <a:ext cx="438912" cy="438912"/>
          </a:xfrm>
          <a:prstGeom prst="ellipse">
            <a:avLst/>
          </a:prstGeom>
          <a:solidFill>
            <a:srgbClr val="4E51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rPr>
              <a:t>3</a:t>
            </a:r>
          </a:p>
        </p:txBody>
      </p:sp>
      <p:sp>
        <p:nvSpPr>
          <p:cNvPr id="14" name="TextBox 13"/>
          <p:cNvSpPr txBox="1"/>
          <p:nvPr/>
        </p:nvSpPr>
        <p:spPr>
          <a:xfrm>
            <a:off x="1645920" y="3429000"/>
            <a:ext cx="3200400" cy="731520"/>
          </a:xfrm>
          <a:prstGeom prst="rect">
            <a:avLst/>
          </a:prstGeom>
          <a:noFill/>
        </p:spPr>
        <p:txBody>
          <a:bodyPr wrap="square" lIns="0" tIns="0" rIns="0" bIns="0" anchor="ctr">
            <a:spAutoFit/>
          </a:bodyPr>
          <a:lstStyle/>
          <a:p>
            <a:pPr algn="l">
              <a:spcAft>
                <a:spcPts val="400"/>
              </a:spcAft>
            </a:pPr>
            <a:r>
              <a:rPr sz="1500" b="1" i="0">
                <a:solidFill>
                  <a:srgbClr val="4E51A5"/>
                </a:solidFill>
              </a:rPr>
              <a:t>Different readiness, different horizons</a:t>
            </a:r>
          </a:p>
        </p:txBody>
      </p:sp>
      <p:sp>
        <p:nvSpPr>
          <p:cNvPr id="15" name="TextBox 14"/>
          <p:cNvSpPr txBox="1"/>
          <p:nvPr/>
        </p:nvSpPr>
        <p:spPr>
          <a:xfrm>
            <a:off x="4983480" y="3429000"/>
            <a:ext cx="6217920" cy="731520"/>
          </a:xfrm>
          <a:prstGeom prst="rect">
            <a:avLst/>
          </a:prstGeom>
          <a:noFill/>
        </p:spPr>
        <p:txBody>
          <a:bodyPr wrap="square" lIns="0" tIns="0" rIns="0" bIns="0" anchor="ctr">
            <a:spAutoFit/>
          </a:bodyPr>
          <a:lstStyle/>
          <a:p>
            <a:pPr algn="l">
              <a:spcAft>
                <a:spcPts val="0"/>
              </a:spcAft>
            </a:pPr>
            <a:r>
              <a:rPr sz="1300" b="0" i="0">
                <a:solidFill>
                  <a:srgbClr val="222222"/>
                </a:solidFill>
              </a:rPr>
              <a:t>Quantum technologies have different readiness levels, so policy must operate on multiple adoption horizons.</a:t>
            </a:r>
          </a:p>
        </p:txBody>
      </p:sp>
      <p:sp>
        <p:nvSpPr>
          <p:cNvPr id="16" name="Rounded Rectangle 15"/>
          <p:cNvSpPr/>
          <p:nvPr/>
        </p:nvSpPr>
        <p:spPr>
          <a:xfrm>
            <a:off x="786384" y="4297680"/>
            <a:ext cx="10607040" cy="731520"/>
          </a:xfrm>
          <a:prstGeom prst="roundRect">
            <a:avLst>
              <a:gd name="adj" fmla="val 18000"/>
            </a:avLst>
          </a:prstGeom>
          <a:solidFill>
            <a:srgbClr val="E6E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87552" y="4443984"/>
            <a:ext cx="438912" cy="438912"/>
          </a:xfrm>
          <a:prstGeom prst="ellipse">
            <a:avLst/>
          </a:prstGeom>
          <a:solidFill>
            <a:srgbClr val="4E51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rPr>
              <a:t>4</a:t>
            </a:r>
          </a:p>
        </p:txBody>
      </p:sp>
      <p:sp>
        <p:nvSpPr>
          <p:cNvPr id="18" name="TextBox 17"/>
          <p:cNvSpPr txBox="1"/>
          <p:nvPr/>
        </p:nvSpPr>
        <p:spPr>
          <a:xfrm>
            <a:off x="1645920" y="4297680"/>
            <a:ext cx="3200400" cy="731520"/>
          </a:xfrm>
          <a:prstGeom prst="rect">
            <a:avLst/>
          </a:prstGeom>
          <a:noFill/>
        </p:spPr>
        <p:txBody>
          <a:bodyPr wrap="square" lIns="0" tIns="0" rIns="0" bIns="0" anchor="ctr">
            <a:spAutoFit/>
          </a:bodyPr>
          <a:lstStyle/>
          <a:p>
            <a:pPr algn="l">
              <a:spcAft>
                <a:spcPts val="400"/>
              </a:spcAft>
            </a:pPr>
            <a:r>
              <a:rPr sz="1500" b="1" i="0">
                <a:solidFill>
                  <a:srgbClr val="4E51A5"/>
                </a:solidFill>
              </a:rPr>
              <a:t>Sovereignty means testing capacity</a:t>
            </a:r>
          </a:p>
        </p:txBody>
      </p:sp>
      <p:sp>
        <p:nvSpPr>
          <p:cNvPr id="19" name="TextBox 18"/>
          <p:cNvSpPr txBox="1"/>
          <p:nvPr/>
        </p:nvSpPr>
        <p:spPr>
          <a:xfrm>
            <a:off x="4983480" y="4463385"/>
            <a:ext cx="6217920" cy="400110"/>
          </a:xfrm>
          <a:prstGeom prst="rect">
            <a:avLst/>
          </a:prstGeom>
          <a:noFill/>
        </p:spPr>
        <p:txBody>
          <a:bodyPr wrap="square" lIns="0" tIns="0" rIns="0" bIns="0" anchor="ctr">
            <a:spAutoFit/>
          </a:bodyPr>
          <a:lstStyle/>
          <a:p>
            <a:pPr algn="l">
              <a:spcAft>
                <a:spcPts val="0"/>
              </a:spcAft>
            </a:pPr>
            <a:r>
              <a:rPr sz="1300" b="0" i="0" dirty="0">
                <a:solidFill>
                  <a:srgbClr val="222222"/>
                </a:solidFill>
              </a:rPr>
              <a:t>A key EU sovereignty challenge is the capacity to independently test, benchmark, validate and certify quantum systems</a:t>
            </a:r>
            <a:r>
              <a:rPr lang="it-IT" sz="1300" dirty="0">
                <a:solidFill>
                  <a:srgbClr val="222222"/>
                </a:solidFill>
              </a:rPr>
              <a:t>.</a:t>
            </a:r>
            <a:endParaRPr sz="1300" b="0" i="0" dirty="0">
              <a:solidFill>
                <a:srgbClr val="222222"/>
              </a:solidFill>
            </a:endParaRPr>
          </a:p>
        </p:txBody>
      </p:sp>
      <p:sp>
        <p:nvSpPr>
          <p:cNvPr id="20" name="Rounded Rectangle 19"/>
          <p:cNvSpPr/>
          <p:nvPr/>
        </p:nvSpPr>
        <p:spPr>
          <a:xfrm>
            <a:off x="786384" y="5166360"/>
            <a:ext cx="10607040" cy="731520"/>
          </a:xfrm>
          <a:prstGeom prst="roundRect">
            <a:avLst>
              <a:gd name="adj" fmla="val 1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987552" y="5312664"/>
            <a:ext cx="438912" cy="438912"/>
          </a:xfrm>
          <a:prstGeom prst="ellipse">
            <a:avLst/>
          </a:prstGeom>
          <a:solidFill>
            <a:srgbClr val="4E51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rPr>
              <a:t>5</a:t>
            </a:r>
          </a:p>
        </p:txBody>
      </p:sp>
      <p:sp>
        <p:nvSpPr>
          <p:cNvPr id="22" name="TextBox 21"/>
          <p:cNvSpPr txBox="1"/>
          <p:nvPr/>
        </p:nvSpPr>
        <p:spPr>
          <a:xfrm>
            <a:off x="1645920" y="5166360"/>
            <a:ext cx="3200400" cy="731520"/>
          </a:xfrm>
          <a:prstGeom prst="rect">
            <a:avLst/>
          </a:prstGeom>
          <a:noFill/>
        </p:spPr>
        <p:txBody>
          <a:bodyPr wrap="square" lIns="0" tIns="0" rIns="0" bIns="0" anchor="ctr">
            <a:spAutoFit/>
          </a:bodyPr>
          <a:lstStyle/>
          <a:p>
            <a:pPr algn="l">
              <a:spcAft>
                <a:spcPts val="400"/>
              </a:spcAft>
            </a:pPr>
            <a:r>
              <a:rPr sz="1500" b="1" i="0">
                <a:solidFill>
                  <a:srgbClr val="4E51A5"/>
                </a:solidFill>
              </a:rPr>
              <a:t>Prepare before it is operational</a:t>
            </a:r>
          </a:p>
        </p:txBody>
      </p:sp>
      <p:sp>
        <p:nvSpPr>
          <p:cNvPr id="23" name="TextBox 22"/>
          <p:cNvSpPr txBox="1"/>
          <p:nvPr/>
        </p:nvSpPr>
        <p:spPr>
          <a:xfrm>
            <a:off x="4983480" y="5166360"/>
            <a:ext cx="6217920" cy="731520"/>
          </a:xfrm>
          <a:prstGeom prst="rect">
            <a:avLst/>
          </a:prstGeom>
          <a:noFill/>
        </p:spPr>
        <p:txBody>
          <a:bodyPr wrap="square" lIns="0" tIns="0" rIns="0" bIns="0" anchor="ctr">
            <a:spAutoFit/>
          </a:bodyPr>
          <a:lstStyle/>
          <a:p>
            <a:pPr algn="l">
              <a:spcAft>
                <a:spcPts val="0"/>
              </a:spcAft>
            </a:pPr>
            <a:r>
              <a:rPr sz="1300" b="0" i="0">
                <a:solidFill>
                  <a:srgbClr val="222222"/>
                </a:solidFill>
              </a:rPr>
              <a:t>Research institutions should anticipate quantum capabilities now, building quantum-readiness through skills, infrastructure and collaborations.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Written for scientists and policymakers</a:t>
            </a:r>
          </a:p>
        </p:txBody>
      </p:sp>
      <p:sp>
        <p:nvSpPr>
          <p:cNvPr id="4" name="Rounded Rectangle 3"/>
          <p:cNvSpPr/>
          <p:nvPr/>
        </p:nvSpPr>
        <p:spPr>
          <a:xfrm>
            <a:off x="786384" y="1737360"/>
            <a:ext cx="3429000" cy="2011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PiUsersFour_4E51A5.png"/>
          <p:cNvPicPr>
            <a:picLocks noChangeAspect="1"/>
          </p:cNvPicPr>
          <p:nvPr/>
        </p:nvPicPr>
        <p:blipFill>
          <a:blip r:embed="rId3"/>
          <a:stretch>
            <a:fillRect/>
          </a:stretch>
        </p:blipFill>
        <p:spPr>
          <a:xfrm>
            <a:off x="1042416" y="1993391"/>
            <a:ext cx="457200" cy="457200"/>
          </a:xfrm>
          <a:prstGeom prst="rect">
            <a:avLst/>
          </a:prstGeom>
        </p:spPr>
      </p:pic>
      <p:sp>
        <p:nvSpPr>
          <p:cNvPr id="6" name="TextBox 5"/>
          <p:cNvSpPr txBox="1"/>
          <p:nvPr/>
        </p:nvSpPr>
        <p:spPr>
          <a:xfrm>
            <a:off x="1042416" y="2578608"/>
            <a:ext cx="2916936" cy="897682"/>
          </a:xfrm>
          <a:prstGeom prst="rect">
            <a:avLst/>
          </a:prstGeom>
          <a:noFill/>
        </p:spPr>
        <p:txBody>
          <a:bodyPr wrap="square" lIns="0" tIns="0" rIns="0" bIns="0" anchor="t">
            <a:spAutoFit/>
          </a:bodyPr>
          <a:lstStyle/>
          <a:p>
            <a:pPr algn="l">
              <a:spcAft>
                <a:spcPts val="400"/>
              </a:spcAft>
            </a:pPr>
            <a:r>
              <a:rPr sz="1600" b="1" i="0" dirty="0">
                <a:solidFill>
                  <a:srgbClr val="222222"/>
                </a:solidFill>
              </a:rPr>
              <a:t>Who it is for</a:t>
            </a:r>
          </a:p>
          <a:p>
            <a:pPr algn="l">
              <a:spcAft>
                <a:spcPts val="400"/>
              </a:spcAft>
            </a:pPr>
            <a:r>
              <a:rPr sz="1300" b="0" i="0" dirty="0">
                <a:solidFill>
                  <a:srgbClr val="595959"/>
                </a:solidFill>
              </a:rPr>
              <a:t>The scientific community and interested policymakers;</a:t>
            </a:r>
            <a:r>
              <a:rPr lang="it-IT" sz="1300" b="0" i="0" dirty="0">
                <a:solidFill>
                  <a:srgbClr val="595959"/>
                </a:solidFill>
              </a:rPr>
              <a:t> </a:t>
            </a:r>
            <a:r>
              <a:rPr sz="1300" b="0" i="0" dirty="0">
                <a:solidFill>
                  <a:srgbClr val="595959"/>
                </a:solidFill>
              </a:rPr>
              <a:t>it </a:t>
            </a:r>
            <a:r>
              <a:rPr lang="it-IT" sz="1300" b="0" i="0" dirty="0" err="1">
                <a:solidFill>
                  <a:srgbClr val="595959"/>
                </a:solidFill>
              </a:rPr>
              <a:t>could</a:t>
            </a:r>
            <a:r>
              <a:rPr lang="it-IT" sz="1300" b="0" i="0" dirty="0">
                <a:solidFill>
                  <a:srgbClr val="595959"/>
                </a:solidFill>
              </a:rPr>
              <a:t> be</a:t>
            </a:r>
            <a:r>
              <a:rPr sz="1300" b="0" i="0" dirty="0">
                <a:solidFill>
                  <a:srgbClr val="595959"/>
                </a:solidFill>
              </a:rPr>
              <a:t> a potential input to the Quantum Act</a:t>
            </a:r>
          </a:p>
        </p:txBody>
      </p:sp>
      <p:sp>
        <p:nvSpPr>
          <p:cNvPr id="7" name="Rounded Rectangle 6"/>
          <p:cNvSpPr/>
          <p:nvPr/>
        </p:nvSpPr>
        <p:spPr>
          <a:xfrm>
            <a:off x="4398264" y="1737360"/>
            <a:ext cx="3429000" cy="2011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PiTable_4E51A5.png"/>
          <p:cNvPicPr>
            <a:picLocks noChangeAspect="1"/>
          </p:cNvPicPr>
          <p:nvPr/>
        </p:nvPicPr>
        <p:blipFill>
          <a:blip r:embed="rId4"/>
          <a:stretch>
            <a:fillRect/>
          </a:stretch>
        </p:blipFill>
        <p:spPr>
          <a:xfrm>
            <a:off x="4654296" y="1993391"/>
            <a:ext cx="457200" cy="457200"/>
          </a:xfrm>
          <a:prstGeom prst="rect">
            <a:avLst/>
          </a:prstGeom>
        </p:spPr>
      </p:pic>
      <p:sp>
        <p:nvSpPr>
          <p:cNvPr id="9" name="TextBox 8"/>
          <p:cNvSpPr txBox="1"/>
          <p:nvPr/>
        </p:nvSpPr>
        <p:spPr>
          <a:xfrm>
            <a:off x="4654296" y="2578608"/>
            <a:ext cx="2916936" cy="1097280"/>
          </a:xfrm>
          <a:prstGeom prst="rect">
            <a:avLst/>
          </a:prstGeom>
          <a:noFill/>
        </p:spPr>
        <p:txBody>
          <a:bodyPr wrap="square" lIns="0" tIns="0" rIns="0" bIns="0" anchor="t">
            <a:spAutoFit/>
          </a:bodyPr>
          <a:lstStyle/>
          <a:p>
            <a:pPr algn="l">
              <a:spcAft>
                <a:spcPts val="400"/>
              </a:spcAft>
            </a:pPr>
            <a:r>
              <a:rPr sz="1600" b="1" i="0">
                <a:solidFill>
                  <a:srgbClr val="222222"/>
                </a:solidFill>
              </a:rPr>
              <a:t>Use-case tables</a:t>
            </a:r>
          </a:p>
          <a:p>
            <a:pPr algn="l">
              <a:spcAft>
                <a:spcPts val="400"/>
              </a:spcAft>
            </a:pPr>
            <a:r>
              <a:rPr sz="1300" b="0" i="0">
                <a:solidFill>
                  <a:srgbClr val="595959"/>
                </a:solidFill>
              </a:rPr>
              <a:t>For every theme, a quick-reference table: application, TRL and short description</a:t>
            </a:r>
          </a:p>
        </p:txBody>
      </p:sp>
      <p:sp>
        <p:nvSpPr>
          <p:cNvPr id="10" name="Rounded Rectangle 9"/>
          <p:cNvSpPr/>
          <p:nvPr/>
        </p:nvSpPr>
        <p:spPr>
          <a:xfrm>
            <a:off x="786384" y="3931920"/>
            <a:ext cx="3429000" cy="2011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PiLightbulb_4E51A5.png"/>
          <p:cNvPicPr>
            <a:picLocks noChangeAspect="1"/>
          </p:cNvPicPr>
          <p:nvPr/>
        </p:nvPicPr>
        <p:blipFill>
          <a:blip r:embed="rId5"/>
          <a:stretch>
            <a:fillRect/>
          </a:stretch>
        </p:blipFill>
        <p:spPr>
          <a:xfrm>
            <a:off x="1042416" y="4187952"/>
            <a:ext cx="457200" cy="457200"/>
          </a:xfrm>
          <a:prstGeom prst="rect">
            <a:avLst/>
          </a:prstGeom>
        </p:spPr>
      </p:pic>
      <p:sp>
        <p:nvSpPr>
          <p:cNvPr id="12" name="TextBox 11"/>
          <p:cNvSpPr txBox="1"/>
          <p:nvPr/>
        </p:nvSpPr>
        <p:spPr>
          <a:xfrm>
            <a:off x="1042416" y="4773168"/>
            <a:ext cx="2916936" cy="1097280"/>
          </a:xfrm>
          <a:prstGeom prst="rect">
            <a:avLst/>
          </a:prstGeom>
          <a:noFill/>
        </p:spPr>
        <p:txBody>
          <a:bodyPr wrap="square" lIns="0" tIns="0" rIns="0" bIns="0" anchor="t">
            <a:spAutoFit/>
          </a:bodyPr>
          <a:lstStyle/>
          <a:p>
            <a:pPr algn="l">
              <a:spcAft>
                <a:spcPts val="400"/>
              </a:spcAft>
            </a:pPr>
            <a:r>
              <a:rPr sz="1600" b="1" i="0">
                <a:solidFill>
                  <a:srgbClr val="222222"/>
                </a:solidFill>
              </a:rPr>
              <a:t>Explanatory boxes</a:t>
            </a:r>
          </a:p>
          <a:p>
            <a:pPr algn="l">
              <a:spcAft>
                <a:spcPts val="400"/>
              </a:spcAft>
            </a:pPr>
            <a:r>
              <a:rPr sz="1300" b="0" i="0">
                <a:solidFill>
                  <a:srgbClr val="595959"/>
                </a:solidFill>
              </a:rPr>
              <a:t>Short boxes unpack technical or abstract concepts, e.g. “Towards understanding quantum via art”</a:t>
            </a:r>
          </a:p>
        </p:txBody>
      </p:sp>
      <p:sp>
        <p:nvSpPr>
          <p:cNvPr id="13" name="Rounded Rectangle 12"/>
          <p:cNvSpPr/>
          <p:nvPr/>
        </p:nvSpPr>
        <p:spPr>
          <a:xfrm>
            <a:off x="4398264" y="3931920"/>
            <a:ext cx="3429000" cy="2011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PiCompass_4E51A5.png"/>
          <p:cNvPicPr>
            <a:picLocks noChangeAspect="1"/>
          </p:cNvPicPr>
          <p:nvPr/>
        </p:nvPicPr>
        <p:blipFill>
          <a:blip r:embed="rId6"/>
          <a:stretch>
            <a:fillRect/>
          </a:stretch>
        </p:blipFill>
        <p:spPr>
          <a:xfrm>
            <a:off x="4654296" y="4187952"/>
            <a:ext cx="457200" cy="457200"/>
          </a:xfrm>
          <a:prstGeom prst="rect">
            <a:avLst/>
          </a:prstGeom>
        </p:spPr>
      </p:pic>
      <p:sp>
        <p:nvSpPr>
          <p:cNvPr id="15" name="TextBox 14"/>
          <p:cNvSpPr txBox="1"/>
          <p:nvPr/>
        </p:nvSpPr>
        <p:spPr>
          <a:xfrm>
            <a:off x="4654296" y="4773168"/>
            <a:ext cx="2916936" cy="1097280"/>
          </a:xfrm>
          <a:prstGeom prst="rect">
            <a:avLst/>
          </a:prstGeom>
          <a:noFill/>
        </p:spPr>
        <p:txBody>
          <a:bodyPr wrap="square" lIns="0" tIns="0" rIns="0" bIns="0" anchor="t">
            <a:spAutoFit/>
          </a:bodyPr>
          <a:lstStyle/>
          <a:p>
            <a:pPr algn="l">
              <a:spcAft>
                <a:spcPts val="400"/>
              </a:spcAft>
            </a:pPr>
            <a:r>
              <a:rPr sz="1600" b="1" i="0">
                <a:solidFill>
                  <a:srgbClr val="222222"/>
                </a:solidFill>
              </a:rPr>
              <a:t>Strategic positioning</a:t>
            </a:r>
          </a:p>
          <a:p>
            <a:pPr algn="l">
              <a:spcAft>
                <a:spcPts val="400"/>
              </a:spcAft>
            </a:pPr>
            <a:r>
              <a:rPr sz="1300" b="0" i="0">
                <a:solidFill>
                  <a:srgbClr val="595959"/>
                </a:solidFill>
              </a:rPr>
              <a:t>A dedicated section backing the key messages, especially EU sovereignty (message 4)</a:t>
            </a:r>
          </a:p>
        </p:txBody>
      </p:sp>
      <p:sp>
        <p:nvSpPr>
          <p:cNvPr id="16" name="Rounded Rectangle 15"/>
          <p:cNvSpPr/>
          <p:nvPr/>
        </p:nvSpPr>
        <p:spPr>
          <a:xfrm>
            <a:off x="8010143" y="1737360"/>
            <a:ext cx="3383280" cy="4206240"/>
          </a:xfrm>
          <a:prstGeom prst="roundRect">
            <a:avLst>
              <a:gd name="adj" fmla="val 6000"/>
            </a:avLst>
          </a:prstGeom>
          <a:solidFill>
            <a:srgbClr val="1F1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238743" y="1965960"/>
            <a:ext cx="2926080" cy="274320"/>
          </a:xfrm>
          <a:prstGeom prst="rect">
            <a:avLst/>
          </a:prstGeom>
          <a:noFill/>
        </p:spPr>
        <p:txBody>
          <a:bodyPr wrap="square" lIns="0" tIns="0" rIns="0" bIns="0" anchor="t">
            <a:spAutoFit/>
          </a:bodyPr>
          <a:lstStyle/>
          <a:p>
            <a:pPr algn="l">
              <a:spcAft>
                <a:spcPts val="400"/>
              </a:spcAft>
            </a:pPr>
            <a:r>
              <a:rPr sz="1100" b="1" i="0">
                <a:solidFill>
                  <a:srgbClr val="64D3D4"/>
                </a:solidFill>
              </a:rPr>
              <a:t>THE REPORT COVER</a:t>
            </a:r>
          </a:p>
        </p:txBody>
      </p:sp>
      <p:pic>
        <p:nvPicPr>
          <p:cNvPr id="18" name="Picture 17" descr="image8.png"/>
          <p:cNvPicPr>
            <a:picLocks noChangeAspect="1"/>
          </p:cNvPicPr>
          <p:nvPr/>
        </p:nvPicPr>
        <p:blipFill>
          <a:blip r:embed="rId7"/>
          <a:stretch>
            <a:fillRect/>
          </a:stretch>
        </p:blipFill>
        <p:spPr>
          <a:xfrm>
            <a:off x="8238743" y="2423160"/>
            <a:ext cx="2926080" cy="1643269"/>
          </a:xfrm>
          <a:prstGeom prst="roundRect">
            <a:avLst>
              <a:gd name="adj" fmla="val 5000"/>
            </a:avLst>
          </a:prstGeom>
        </p:spPr>
      </p:pic>
      <p:sp>
        <p:nvSpPr>
          <p:cNvPr id="19" name="TextBox 18"/>
          <p:cNvSpPr txBox="1"/>
          <p:nvPr/>
        </p:nvSpPr>
        <p:spPr>
          <a:xfrm>
            <a:off x="8238743" y="4340749"/>
            <a:ext cx="2926080" cy="1737360"/>
          </a:xfrm>
          <a:prstGeom prst="rect">
            <a:avLst/>
          </a:prstGeom>
          <a:noFill/>
        </p:spPr>
        <p:txBody>
          <a:bodyPr wrap="square" lIns="0" tIns="0" rIns="0" bIns="0" anchor="t">
            <a:spAutoFit/>
          </a:bodyPr>
          <a:lstStyle/>
          <a:p>
            <a:pPr algn="l">
              <a:spcAft>
                <a:spcPts val="600"/>
              </a:spcAft>
            </a:pPr>
            <a:r>
              <a:rPr sz="1500" b="1" i="1">
                <a:solidFill>
                  <a:srgbClr val="FFFFFF"/>
                </a:solidFill>
              </a:rPr>
              <a:t>Quantum Lattice</a:t>
            </a:r>
          </a:p>
          <a:p>
            <a:pPr algn="l">
              <a:spcAft>
                <a:spcPts val="600"/>
              </a:spcAft>
            </a:pPr>
            <a:r>
              <a:rPr sz="1200" b="0" i="0">
                <a:solidFill>
                  <a:srgbClr val="FFFFFF"/>
                </a:solidFill>
              </a:rPr>
              <a:t>Evelina Domnitch &amp; Dmitry Gelfand</a:t>
            </a:r>
          </a:p>
          <a:p>
            <a:pPr algn="l">
              <a:spcAft>
                <a:spcPts val="600"/>
              </a:spcAft>
            </a:pPr>
            <a:r>
              <a:rPr sz="1200" b="0" i="0">
                <a:solidFill>
                  <a:srgbClr val="C9CAE8"/>
                </a:solidFill>
              </a:rPr>
              <a:t>Hollow glass microspheres make the dynamics of trapped particles directly visible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6660F-5F6D-BAC7-41C4-47AE816D0098}"/>
            </a:ext>
          </a:extLst>
        </p:cNvPr>
        <p:cNvGrpSpPr/>
        <p:nvPr/>
      </p:nvGrpSpPr>
      <p:grpSpPr>
        <a:xfrm>
          <a:off x="0" y="0"/>
          <a:ext cx="0" cy="0"/>
          <a:chOff x="0" y="0"/>
          <a:chExt cx="0" cy="0"/>
        </a:xfrm>
      </p:grpSpPr>
      <p:sp>
        <p:nvSpPr>
          <p:cNvPr id="4" name="Info">
            <a:extLst>
              <a:ext uri="{FF2B5EF4-FFF2-40B4-BE49-F238E27FC236}">
                <a16:creationId xmlns:a16="http://schemas.microsoft.com/office/drawing/2014/main" id="{76B7CE54-2B7D-73EE-1BE6-2B1263DFB824}"/>
              </a:ext>
            </a:extLst>
          </p:cNvPr>
          <p:cNvSpPr txBox="1"/>
          <p:nvPr/>
        </p:nvSpPr>
        <p:spPr>
          <a:xfrm>
            <a:off x="803274" y="3756089"/>
            <a:ext cx="9908269" cy="18927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noProof="1">
                <a:solidFill>
                  <a:schemeClr val="tx1"/>
                </a:solidFill>
                <a:latin typeface="+mn-lt"/>
                <a:ea typeface="Arial"/>
                <a:cs typeface="Arial"/>
                <a:sym typeface="Arial"/>
              </a:rPr>
              <a:t>This presentation has been prepared for internal purposes. The information and views expressed in it do not necessarily reflect an official position of the European Commission or of the European Union.</a:t>
            </a:r>
          </a:p>
          <a:p>
            <a:pPr marL="0" marR="0" lvl="0" indent="0" algn="l" rtl="0">
              <a:spcBef>
                <a:spcPts val="1800"/>
              </a:spcBef>
              <a:spcAft>
                <a:spcPts val="0"/>
              </a:spcAft>
              <a:buNone/>
            </a:pPr>
            <a:r>
              <a:rPr lang="en-GB" sz="1200" noProof="1">
                <a:solidFill>
                  <a:schemeClr val="tx1"/>
                </a:solidFill>
                <a:latin typeface="+mn-lt"/>
                <a:ea typeface="Arial"/>
                <a:cs typeface="Arial"/>
                <a:sym typeface="Arial"/>
              </a:rPr>
              <a:t>Unless otherwise noted the reuse of this presentation is authorised under the </a:t>
            </a:r>
            <a:r>
              <a:rPr lang="en-GB" sz="1200" u="sng" noProof="1">
                <a:solidFill>
                  <a:schemeClr val="tx1"/>
                </a:solidFill>
                <a:latin typeface="+mn-lt"/>
                <a:ea typeface="Arial"/>
                <a:cs typeface="Arial"/>
                <a:sym typeface="Arial"/>
                <a:hlinkClick r:id="rId3">
                  <a:extLst>
                    <a:ext uri="{A12FA001-AC4F-418D-AE19-62706E023703}">
                      <ahyp:hlinkClr xmlns:ahyp="http://schemas.microsoft.com/office/drawing/2018/hyperlinkcolor" val="tx"/>
                    </a:ext>
                  </a:extLst>
                </a:hlinkClick>
              </a:rPr>
              <a:t>CC BY 4.0</a:t>
            </a:r>
            <a:r>
              <a:rPr lang="en-GB" sz="1200" noProof="1">
                <a:solidFill>
                  <a:schemeClr val="tx1"/>
                </a:solidFill>
                <a:latin typeface="+mn-lt"/>
                <a:ea typeface="Arial"/>
                <a:cs typeface="Arial"/>
                <a:sym typeface="Arial"/>
              </a:rPr>
              <a:t> license. For any use or reproduction of elements that are not owned by the EU, permission may need to be sought directly from the respective right holders.</a:t>
            </a:r>
          </a:p>
          <a:p>
            <a:pPr lvl="0">
              <a:spcBef>
                <a:spcPts val="1800"/>
              </a:spcBef>
            </a:pPr>
            <a:r>
              <a:rPr lang="en-GB" sz="1200" noProof="1">
                <a:solidFill>
                  <a:schemeClr val="tx1"/>
                </a:solidFill>
                <a:latin typeface="+mn-lt"/>
              </a:rPr>
              <a:t>Slide 4: Libby Heaney, Growler (2024), photo: Gazelli Art House; Slide 7: Evelina Domnitch and Dmitry Gelfand, Quantum Lattice, photo: Dmitry Gelfand</a:t>
            </a:r>
          </a:p>
          <a:p>
            <a:pPr lvl="0">
              <a:spcBef>
                <a:spcPts val="1800"/>
              </a:spcBef>
            </a:pPr>
            <a:r>
              <a:rPr lang="en-GB" sz="1200" noProof="1"/>
              <a:t>Icons by </a:t>
            </a:r>
            <a:r>
              <a:rPr lang="en-GB" sz="1200" noProof="1">
                <a:hlinkClick r:id="rId4"/>
              </a:rPr>
              <a:t>https://phosphoricons.com</a:t>
            </a:r>
            <a:endParaRPr lang="en-GB" sz="1200" noProof="1">
              <a:solidFill>
                <a:srgbClr val="E34C46"/>
              </a:solidFill>
            </a:endParaRPr>
          </a:p>
        </p:txBody>
      </p:sp>
      <p:sp>
        <p:nvSpPr>
          <p:cNvPr id="2" name="Title">
            <a:extLst>
              <a:ext uri="{FF2B5EF4-FFF2-40B4-BE49-F238E27FC236}">
                <a16:creationId xmlns:a16="http://schemas.microsoft.com/office/drawing/2014/main" id="{D7B651B6-8B5F-B9AF-DEF8-BC0EA790E153}"/>
              </a:ext>
            </a:extLst>
          </p:cNvPr>
          <p:cNvSpPr>
            <a:spLocks noGrp="1"/>
          </p:cNvSpPr>
          <p:nvPr>
            <p:ph type="ctrTitle"/>
          </p:nvPr>
        </p:nvSpPr>
        <p:spPr>
          <a:prstGeom prst="rect">
            <a:avLst/>
          </a:prstGeom>
        </p:spPr>
        <p:txBody>
          <a:bodyPr/>
          <a:lstStyle/>
          <a:p>
            <a:r>
              <a:rPr lang="en-GB" noProof="1"/>
              <a:t>Thank you</a:t>
            </a:r>
          </a:p>
        </p:txBody>
      </p:sp>
    </p:spTree>
    <p:extLst>
      <p:ext uri="{BB962C8B-B14F-4D97-AF65-F5344CB8AC3E}">
        <p14:creationId xmlns:p14="http://schemas.microsoft.com/office/powerpoint/2010/main" val="187485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Templates Theme">
  <a:themeElements>
    <a:clrScheme name="JRC colour palette">
      <a:dk1>
        <a:srgbClr val="000000"/>
      </a:dk1>
      <a:lt1>
        <a:srgbClr val="FFFFFF"/>
      </a:lt1>
      <a:dk2>
        <a:srgbClr val="4E51A5"/>
      </a:dk2>
      <a:lt2>
        <a:srgbClr val="EDEDED"/>
      </a:lt2>
      <a:accent1>
        <a:srgbClr val="9874DF"/>
      </a:accent1>
      <a:accent2>
        <a:srgbClr val="8294F3"/>
      </a:accent2>
      <a:accent3>
        <a:srgbClr val="45B9EB"/>
      </a:accent3>
      <a:accent4>
        <a:srgbClr val="64D3D4"/>
      </a:accent4>
      <a:accent5>
        <a:srgbClr val="EAC04B"/>
      </a:accent5>
      <a:accent6>
        <a:srgbClr val="FF8179"/>
      </a:accent6>
      <a:hlink>
        <a:srgbClr val="3344DD"/>
      </a:hlink>
      <a:folHlink>
        <a:srgbClr val="66009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effectLst/>
      </a:spPr>
      <a:bodyPr lIns="108000" tIns="108000" rIns="108000" bIns="0" rtlCol="0" anchor="t" anchorCtr="0"/>
      <a:lstStyle>
        <a:defPPr indent="0" algn="l">
          <a:buNone/>
          <a:defRPr sz="1400" spc="-30" dirty="0">
            <a:solidFill>
              <a:schemeClr val="tx1"/>
            </a:solidFill>
            <a:ea typeface="+mn-lt"/>
            <a:cs typeface="+mn-lt"/>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pPr>
      <a:bodyPr/>
      <a:lstStyle/>
      <a:style>
        <a:lnRef idx="1">
          <a:schemeClr val="dk1"/>
        </a:lnRef>
        <a:fillRef idx="0">
          <a:schemeClr val="dk1"/>
        </a:fillRef>
        <a:effectRef idx="0">
          <a:schemeClr val="dk1"/>
        </a:effectRef>
        <a:fontRef idx="minor">
          <a:schemeClr val="tx1"/>
        </a:fontRef>
      </a:style>
    </a:lnDef>
    <a:txDef>
      <a:spPr>
        <a:noFill/>
      </a:spPr>
      <a:bodyPr wrap="square" tIns="72000" rIns="0" rtlCol="0" anchor="t" anchorCtr="0">
        <a:spAutoFit/>
      </a:bodyPr>
      <a:lstStyle>
        <a:defPPr algn="l">
          <a:spcAft>
            <a:spcPts val="600"/>
          </a:spcAft>
          <a:buClr>
            <a:schemeClr val="tx2"/>
          </a:buClr>
          <a:defRPr sz="1600" dirty="0" smtClean="0"/>
        </a:defPPr>
      </a:lstStyle>
    </a:txDef>
  </a:objectDefaults>
  <a:extraClrSchemeLst/>
  <a:custClrLst>
    <a:custClr name="White">
      <a:srgbClr val="FFFFFF"/>
    </a:custClr>
    <a:custClr name="White">
      <a:srgbClr val="FFFFFF"/>
    </a:custClr>
    <a:custClr name="L1 Background">
      <a:srgbClr val="F0DCF2"/>
    </a:custClr>
    <a:custClr name="L1 Background">
      <a:srgbClr val="DACEF5"/>
    </a:custClr>
    <a:custClr name="L1 Background">
      <a:srgbClr val="D6E0FF"/>
    </a:custClr>
    <a:custClr name="L1 Background">
      <a:srgbClr val="CFEEFC"/>
    </a:custClr>
    <a:custClr name="L1 Background">
      <a:srgbClr val="D0F2F2"/>
    </a:custClr>
    <a:custClr name="L1 Background">
      <a:srgbClr val="D7F7D8"/>
    </a:custClr>
    <a:custClr name="L1 Background">
      <a:srgbClr val="FFF2BD"/>
    </a:custClr>
    <a:custClr name="L1 Background">
      <a:srgbClr val="FFD6D4"/>
    </a:custClr>
    <a:custClr name="White">
      <a:srgbClr val="FFFFFF"/>
    </a:custClr>
    <a:custClr name="White">
      <a:srgbClr val="FFFFFF"/>
    </a:custClr>
    <a:custClr name="L2 Background">
      <a:srgbClr val="DA9EDE"/>
    </a:custClr>
    <a:custClr name="L2 Background">
      <a:srgbClr val="B298EB"/>
    </a:custClr>
    <a:custClr name="L2 Background">
      <a:srgbClr val="A8BAFF"/>
    </a:custClr>
    <a:custClr name="L2 Background">
      <a:srgbClr val="8BD5F7"/>
    </a:custClr>
    <a:custClr name="L2 Background">
      <a:srgbClr val="A4E9EB"/>
    </a:custClr>
    <a:custClr name="L2 Background">
      <a:srgbClr val="B3F2B6"/>
    </a:custClr>
    <a:custClr name="L2 Background">
      <a:srgbClr val="FCE06D"/>
    </a:custClr>
    <a:custClr name="L2 Background">
      <a:srgbClr val="FFB3B0"/>
    </a:custClr>
    <a:custClr name="White">
      <a:srgbClr val="FFFFFF"/>
    </a:custClr>
    <a:custClr name="White">
      <a:srgbClr val="FFFFFF"/>
    </a:custClr>
    <a:custClr name="L3 Accent">
      <a:srgbClr val="C77ACC"/>
    </a:custClr>
    <a:custClr name="L3 Accent">
      <a:srgbClr val="9776DE"/>
    </a:custClr>
    <a:custClr name="L3 Accent">
      <a:srgbClr val="8395F2"/>
    </a:custClr>
    <a:custClr name="L3 Accent">
      <a:srgbClr val="46B7EB"/>
    </a:custClr>
    <a:custClr name="L3 Accent">
      <a:srgbClr val="63D2D4"/>
    </a:custClr>
    <a:custClr name="L3 Accent">
      <a:srgbClr val="87E08E"/>
    </a:custClr>
    <a:custClr name="L3 Accent">
      <a:srgbClr val="EBBF49"/>
    </a:custClr>
    <a:custClr name="L3 Accent">
      <a:srgbClr val="FF817A"/>
    </a:custClr>
    <a:custClr name="White">
      <a:srgbClr val="FFFFFF"/>
    </a:custClr>
    <a:custClr name="White">
      <a:srgbClr val="FFFFFF"/>
    </a:custClr>
    <a:custClr name="L4 Large text icons">
      <a:srgbClr val="A85AAD"/>
    </a:custClr>
    <a:custClr name="L4 Large text icons">
      <a:srgbClr val="7253B5"/>
    </a:custClr>
    <a:custClr name="L4 Large text icons">
      <a:srgbClr val="6970D6"/>
    </a:custClr>
    <a:custClr name="L4 Large text icons">
      <a:srgbClr val="0C91CF"/>
    </a:custClr>
    <a:custClr name="L4 Large text icons">
      <a:srgbClr val="0AA5AD"/>
    </a:custClr>
    <a:custClr name="L4 Large text icons">
      <a:srgbClr val="51A661"/>
    </a:custClr>
    <a:custClr name="L4 Large text icons">
      <a:srgbClr val="B58E2A"/>
    </a:custClr>
    <a:custClr name="L4 Large text icons">
      <a:srgbClr val="E34C46"/>
    </a:custClr>
    <a:custClr name="White">
      <a:srgbClr val="FFFFFF"/>
    </a:custClr>
    <a:custClr name="White">
      <a:srgbClr val="FFFFFF"/>
    </a:custClr>
    <a:custClr name="L5 Text icons">
      <a:srgbClr val="834287"/>
    </a:custClr>
    <a:custClr name="L5 Text icons">
      <a:srgbClr val="553B8C"/>
    </a:custClr>
    <a:custClr name="L5 Text icons">
      <a:srgbClr val="4E52A6"/>
    </a:custClr>
    <a:custClr name="L5 Text icons">
      <a:srgbClr val="0571AB"/>
    </a:custClr>
    <a:custClr name="L5 Text icons">
      <a:srgbClr val="07818A"/>
    </a:custClr>
    <a:custClr name="L5 Text icons">
      <a:srgbClr val="1F7837"/>
    </a:custClr>
    <a:custClr name="L5 Text, icons">
      <a:srgbClr val="947423"/>
    </a:custClr>
    <a:custClr name="L5 Text icons">
      <a:srgbClr val="BD342F"/>
    </a:custClr>
  </a:custClrLst>
  <a:extLst>
    <a:ext uri="{05A4C25C-085E-4340-85A3-A5531E510DB2}">
      <thm15:themeFamily xmlns:thm15="http://schemas.microsoft.com/office/thememl/2012/main" name="JRC_PPT-Template_16-9_v2.3_20260420" id="{ED1E3559-8AF6-2D47-AAC1-414EA6F776AA}" vid="{927D365C-591B-3B4C-94A6-E3907A05D4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6CC57EDD28C21498756AAD4016E9629" ma:contentTypeVersion="22" ma:contentTypeDescription="Create a new document." ma:contentTypeScope="" ma:versionID="216920ab8dc25bf52c3a06a7bf8db29f">
  <xsd:schema xmlns:xsd="http://www.w3.org/2001/XMLSchema" xmlns:xs="http://www.w3.org/2001/XMLSchema" xmlns:p="http://schemas.microsoft.com/office/2006/metadata/properties" xmlns:ns2="ab358991-3c14-45d4-bb19-e0556e598107" xmlns:ns3="f9973060-40da-4dcd-bcae-824b80f0e920" xmlns:ns4="7058b7d0-6f54-43d0-ac9b-f95b90dfb0dc" targetNamespace="http://schemas.microsoft.com/office/2006/metadata/properties" ma:root="true" ma:fieldsID="12ff18990bcebb2b423b4fd6502b46fc" ns2:_="" ns3:_="" ns4:_="">
    <xsd:import namespace="ab358991-3c14-45d4-bb19-e0556e598107"/>
    <xsd:import namespace="f9973060-40da-4dcd-bcae-824b80f0e920"/>
    <xsd:import namespace="7058b7d0-6f54-43d0-ac9b-f95b90dfb0dc"/>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Category"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4:SharedWithUsers" minOccurs="0"/>
                <xsd:element ref="ns4: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358991-3c14-45d4-bb19-e0556e5981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Category" ma:index="11" nillable="true" ma:displayName="Category" ma:format="Dropdown" ma:internalName="Category">
      <xsd:simpleType>
        <xsd:union memberTypes="dms:Text">
          <xsd:simpleType>
            <xsd:restriction base="dms:Choice">
              <xsd:enumeration value="Reports and studies"/>
              <xsd:enumeration value="Briefs and factsheets"/>
              <xsd:enumeration value="Posters"/>
              <xsd:enumeration value="Leaflets"/>
              <xsd:enumeration value="16_9 presentation"/>
              <xsd:enumeration value="4_3  presentation"/>
              <xsd:enumeration value="Agenda"/>
              <xsd:enumeration value="Name plates"/>
              <xsd:enumeration value="Certificates"/>
              <xsd:enumeration value="OIB roll-up templates"/>
              <xsd:enumeration value="Facebook"/>
              <xsd:enumeration value="Twitter"/>
              <xsd:enumeration value="Instagram"/>
              <xsd:enumeration value="Linkedin"/>
              <xsd:enumeration value="Video signature and titling package"/>
              <xsd:enumeration value="Posters"/>
              <xsd:enumeration value="Social media"/>
              <xsd:enumeration value="Visual assets"/>
              <xsd:enumeration value="QR codes"/>
              <xsd:enumeration value="Posters, roll-ups and cardboards"/>
              <xsd:enumeration value="Virtual backdrops"/>
              <xsd:enumeration value="Social media"/>
              <xsd:enumeration value="JRC Vacancies"/>
              <xsd:enumeration value="16_9 JRC general presentation"/>
              <xsd:enumeration value="JRC factsheet"/>
              <xsd:enumeration value="Email signature"/>
              <xsd:enumeration value="Modular stand"/>
            </xsd:restriction>
          </xsd:simpleType>
        </xsd:un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2b2fad6-9d2c-441c-a321-3f5f1e9bd928"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9973060-40da-4dcd-bcae-824b80f0e92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86f6c20-e1ec-4545-89f3-486c23083ce9}" ma:internalName="TaxCatchAll" ma:showField="CatchAllData" ma:web="f9973060-40da-4dcd-bcae-824b80f0e92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058b7d0-6f54-43d0-ac9b-f95b90dfb0dc"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f9973060-40da-4dcd-bcae-824b80f0e920" xsi:nil="true"/>
    <Category xmlns="ab358991-3c14-45d4-bb19-e0556e598107" xsi:nil="true"/>
    <lcf76f155ced4ddcb4097134ff3c332f xmlns="ab358991-3c14-45d4-bb19-e0556e598107">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E14FE90-C5F6-4ACE-97BA-2844A9F673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b358991-3c14-45d4-bb19-e0556e598107"/>
    <ds:schemaRef ds:uri="f9973060-40da-4dcd-bcae-824b80f0e920"/>
    <ds:schemaRef ds:uri="7058b7d0-6f54-43d0-ac9b-f95b90dfb0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98B96C2-F6CE-4FCA-B451-0D479C51BA45}">
  <ds:schemaRefs>
    <ds:schemaRef ds:uri="http://purl.org/dc/dcmitype/"/>
    <ds:schemaRef ds:uri="http://schemas.microsoft.com/office/2006/metadata/properties"/>
    <ds:schemaRef ds:uri="f9973060-40da-4dcd-bcae-824b80f0e920"/>
    <ds:schemaRef ds:uri="http://www.w3.org/XML/1998/namespace"/>
    <ds:schemaRef ds:uri="ab358991-3c14-45d4-bb19-e0556e598107"/>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7058b7d0-6f54-43d0-ac9b-f95b90dfb0dc"/>
    <ds:schemaRef ds:uri="http://purl.org/dc/elements/1.1/"/>
  </ds:schemaRefs>
</ds:datastoreItem>
</file>

<file path=customXml/itemProps3.xml><?xml version="1.0" encoding="utf-8"?>
<ds:datastoreItem xmlns:ds="http://schemas.openxmlformats.org/officeDocument/2006/customXml" ds:itemID="{BE51D0F9-1905-481E-87B6-7A2D8F12D31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66921</TotalTime>
  <Words>1879</Words>
  <Application>Microsoft Office PowerPoint</Application>
  <PresentationFormat>Widescreen</PresentationFormat>
  <Paragraphs>167</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1_Templates Theme</vt:lpstr>
      <vt:lpstr>Quantum Outlook Report</vt:lpstr>
      <vt:lpstr>JRC Quantum Inter-directorate Working Group</vt:lpstr>
      <vt:lpstr>How we built the Outlook</vt:lpstr>
      <vt:lpstr>What is inside the report</vt:lpstr>
      <vt:lpstr>12 research themes × 3 technology families</vt:lpstr>
      <vt:lpstr>Five key messages</vt:lpstr>
      <vt:lpstr>Written for scientists and policymakers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 Outlook Report</dc:title>
  <dc:subject/>
  <dc:creator>Fabio Rodrigues</dc:creator>
  <cp:keywords/>
  <dc:description/>
  <cp:lastModifiedBy>BIAZZO Indaco (JRC-ISPRA)</cp:lastModifiedBy>
  <cp:revision>75</cp:revision>
  <dcterms:created xsi:type="dcterms:W3CDTF">2025-12-01T14:12:21Z</dcterms:created>
  <dcterms:modified xsi:type="dcterms:W3CDTF">2026-09-11T12:17:39Z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pdateToken">
    <vt:lpwstr>23</vt:lpwstr>
  </property>
  <property fmtid="{D5CDD505-2E9C-101B-9397-08002B2CF9AE}" pid="3" name="Offisync_ServerID">
    <vt:lpwstr>0d3b22a6-6203-4efc-8e8e-b5279256493b</vt:lpwstr>
  </property>
  <property fmtid="{D5CDD505-2E9C-101B-9397-08002B2CF9AE}" pid="4" name="Jive_VersionGuid">
    <vt:lpwstr>1903586d-3e4a-4ef7-87d4-38e4c57827eb</vt:lpwstr>
  </property>
  <property fmtid="{D5CDD505-2E9C-101B-9397-08002B2CF9AE}" pid="5" name="Offisync_UniqueId">
    <vt:lpwstr>216256</vt:lpwstr>
  </property>
  <property fmtid="{D5CDD505-2E9C-101B-9397-08002B2CF9AE}" pid="6" name="Jive_LatestUserAccountName">
    <vt:lpwstr>ballami</vt:lpwstr>
  </property>
  <property fmtid="{D5CDD505-2E9C-101B-9397-08002B2CF9AE}" pid="7" name="Offisync_ProviderInitializationData">
    <vt:lpwstr>https://webgate.ec.europa.eu/connected</vt:lpwstr>
  </property>
  <property fmtid="{D5CDD505-2E9C-101B-9397-08002B2CF9AE}" pid="8" name="MSIP_Label_6bd9ddd1-4d20-43f6-abfa-fc3c07406f94_Enabled">
    <vt:lpwstr>true</vt:lpwstr>
  </property>
  <property fmtid="{D5CDD505-2E9C-101B-9397-08002B2CF9AE}" pid="9" name="MSIP_Label_6bd9ddd1-4d20-43f6-abfa-fc3c07406f94_SetDate">
    <vt:lpwstr>2023-07-11T08:42:31Z</vt:lpwstr>
  </property>
  <property fmtid="{D5CDD505-2E9C-101B-9397-08002B2CF9AE}" pid="10" name="MSIP_Label_6bd9ddd1-4d20-43f6-abfa-fc3c07406f94_Method">
    <vt:lpwstr>Standard</vt:lpwstr>
  </property>
  <property fmtid="{D5CDD505-2E9C-101B-9397-08002B2CF9AE}" pid="11" name="MSIP_Label_6bd9ddd1-4d20-43f6-abfa-fc3c07406f94_Name">
    <vt:lpwstr>Commission Use</vt:lpwstr>
  </property>
  <property fmtid="{D5CDD505-2E9C-101B-9397-08002B2CF9AE}" pid="12" name="MSIP_Label_6bd9ddd1-4d20-43f6-abfa-fc3c07406f94_SiteId">
    <vt:lpwstr>b24c8b06-522c-46fe-9080-70926f8dddb1</vt:lpwstr>
  </property>
  <property fmtid="{D5CDD505-2E9C-101B-9397-08002B2CF9AE}" pid="13" name="MSIP_Label_6bd9ddd1-4d20-43f6-abfa-fc3c07406f94_ActionId">
    <vt:lpwstr>c93002db-a31b-4408-982a-bb024fc6b765</vt:lpwstr>
  </property>
  <property fmtid="{D5CDD505-2E9C-101B-9397-08002B2CF9AE}" pid="14" name="MSIP_Label_6bd9ddd1-4d20-43f6-abfa-fc3c07406f94_ContentBits">
    <vt:lpwstr>0</vt:lpwstr>
  </property>
  <property fmtid="{D5CDD505-2E9C-101B-9397-08002B2CF9AE}" pid="15" name="ContentTypeId">
    <vt:lpwstr>0x01010066CC57EDD28C21498756AAD4016E9629</vt:lpwstr>
  </property>
  <property fmtid="{D5CDD505-2E9C-101B-9397-08002B2CF9AE}" pid="16" name="MediaServiceImageTags">
    <vt:lpwstr/>
  </property>
</Properties>
</file>